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theme/theme3.xml" ContentType="application/vnd.openxmlformats-officedocument.theme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  <p:sldMasterId id="2147484115" r:id="rId4"/>
  </p:sldMasterIdLst>
  <p:notesMasterIdLst>
    <p:notesMasterId r:id="rId68"/>
  </p:notesMasterIdLst>
  <p:sldIdLst>
    <p:sldId id="545" r:id="rId5"/>
    <p:sldId id="544" r:id="rId6"/>
    <p:sldId id="547" r:id="rId7"/>
    <p:sldId id="584" r:id="rId8"/>
    <p:sldId id="548" r:id="rId9"/>
    <p:sldId id="552" r:id="rId10"/>
    <p:sldId id="549" r:id="rId11"/>
    <p:sldId id="314" r:id="rId12"/>
    <p:sldId id="315" r:id="rId13"/>
    <p:sldId id="585" r:id="rId14"/>
    <p:sldId id="550" r:id="rId15"/>
    <p:sldId id="551" r:id="rId16"/>
    <p:sldId id="319" r:id="rId17"/>
    <p:sldId id="537" r:id="rId18"/>
    <p:sldId id="554" r:id="rId19"/>
    <p:sldId id="321" r:id="rId20"/>
    <p:sldId id="323" r:id="rId21"/>
    <p:sldId id="324" r:id="rId22"/>
    <p:sldId id="325" r:id="rId23"/>
    <p:sldId id="555" r:id="rId24"/>
    <p:sldId id="556" r:id="rId25"/>
    <p:sldId id="328" r:id="rId26"/>
    <p:sldId id="558" r:id="rId27"/>
    <p:sldId id="557" r:id="rId28"/>
    <p:sldId id="260" r:id="rId29"/>
    <p:sldId id="263" r:id="rId30"/>
    <p:sldId id="264" r:id="rId31"/>
    <p:sldId id="265" r:id="rId32"/>
    <p:sldId id="268" r:id="rId33"/>
    <p:sldId id="306" r:id="rId34"/>
    <p:sldId id="261" r:id="rId35"/>
    <p:sldId id="564" r:id="rId36"/>
    <p:sldId id="565" r:id="rId37"/>
    <p:sldId id="562" r:id="rId38"/>
    <p:sldId id="563" r:id="rId39"/>
    <p:sldId id="269" r:id="rId40"/>
    <p:sldId id="270" r:id="rId41"/>
    <p:sldId id="273" r:id="rId42"/>
    <p:sldId id="274" r:id="rId43"/>
    <p:sldId id="275" r:id="rId44"/>
    <p:sldId id="566" r:id="rId45"/>
    <p:sldId id="277" r:id="rId46"/>
    <p:sldId id="278" r:id="rId47"/>
    <p:sldId id="279" r:id="rId48"/>
    <p:sldId id="567" r:id="rId49"/>
    <p:sldId id="568" r:id="rId50"/>
    <p:sldId id="285" r:id="rId51"/>
    <p:sldId id="286" r:id="rId52"/>
    <p:sldId id="569" r:id="rId53"/>
    <p:sldId id="289" r:id="rId54"/>
    <p:sldId id="570" r:id="rId55"/>
    <p:sldId id="571" r:id="rId56"/>
    <p:sldId id="572" r:id="rId57"/>
    <p:sldId id="573" r:id="rId58"/>
    <p:sldId id="294" r:id="rId59"/>
    <p:sldId id="586" r:id="rId60"/>
    <p:sldId id="575" r:id="rId61"/>
    <p:sldId id="579" r:id="rId62"/>
    <p:sldId id="580" r:id="rId63"/>
    <p:sldId id="581" r:id="rId64"/>
    <p:sldId id="541" r:id="rId65"/>
    <p:sldId id="583" r:id="rId66"/>
    <p:sldId id="582" r:id="rId6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98"/>
    <p:restoredTop sz="94689"/>
  </p:normalViewPr>
  <p:slideViewPr>
    <p:cSldViewPr>
      <p:cViewPr>
        <p:scale>
          <a:sx n="86" d="100"/>
          <a:sy n="86" d="100"/>
        </p:scale>
        <p:origin x="984" y="6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0E41-3504-B148-A981-0D7D004CB886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D439D-0035-9A47-95F1-A5FD7A7470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34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531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5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57.pn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3.png"/><Relationship Id="rId5" Type="http://schemas.openxmlformats.org/officeDocument/2006/relationships/image" Target="../media/image6.png"/><Relationship Id="rId4" Type="http://schemas.openxmlformats.org/officeDocument/2006/relationships/image" Target="../media/image62.png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9.jpeg"/></Relationships>
</file>

<file path=ppt/slideLayouts/_rels/slideLayout145.xml.rels><?xml version="1.0" encoding="UTF-8" standalone="yes"?>
<Relationships xmlns="http://schemas.openxmlformats.org/package/2006/relationships"><Relationship Id="rId8" Type="http://schemas.openxmlformats.org/officeDocument/2006/relationships/hyperlink" Target="https://disk.yandex.ru/d/DiEnT673U0pGEw" TargetMode="External"/><Relationship Id="rId13" Type="http://schemas.openxmlformats.org/officeDocument/2006/relationships/image" Target="../media/image10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sv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2" Type="http://schemas.openxmlformats.org/officeDocument/2006/relationships/image" Target="../media/image10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3.sv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2.svg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4.sv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svg"/><Relationship Id="rId2" Type="http://schemas.openxmlformats.org/officeDocument/2006/relationships/image" Target="../media/image11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3.svg"/></Relationships>
</file>

<file path=ppt/slideLayouts/_rels/slideLayout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3" Type="http://schemas.openxmlformats.org/officeDocument/2006/relationships/image" Target="../media/image118.svg"/><Relationship Id="rId7" Type="http://schemas.openxmlformats.org/officeDocument/2006/relationships/image" Target="../media/image122.svg"/><Relationship Id="rId2" Type="http://schemas.openxmlformats.org/officeDocument/2006/relationships/image" Target="../media/image117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1.svg"/><Relationship Id="rId5" Type="http://schemas.openxmlformats.org/officeDocument/2006/relationships/image" Target="../media/image120.svg"/><Relationship Id="rId4" Type="http://schemas.openxmlformats.org/officeDocument/2006/relationships/image" Target="../media/image119.svg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2.svg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24.sv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6.svg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svg"/><Relationship Id="rId13" Type="http://schemas.openxmlformats.org/officeDocument/2006/relationships/image" Target="../media/image138.svg"/><Relationship Id="rId18" Type="http://schemas.openxmlformats.org/officeDocument/2006/relationships/image" Target="../media/image143.svg"/><Relationship Id="rId3" Type="http://schemas.openxmlformats.org/officeDocument/2006/relationships/image" Target="../media/image128.svg"/><Relationship Id="rId7" Type="http://schemas.openxmlformats.org/officeDocument/2006/relationships/image" Target="../media/image132.svg"/><Relationship Id="rId12" Type="http://schemas.openxmlformats.org/officeDocument/2006/relationships/image" Target="../media/image137.svg"/><Relationship Id="rId17" Type="http://schemas.openxmlformats.org/officeDocument/2006/relationships/image" Target="../media/image142.svg"/><Relationship Id="rId2" Type="http://schemas.openxmlformats.org/officeDocument/2006/relationships/image" Target="../media/image102.svg"/><Relationship Id="rId16" Type="http://schemas.openxmlformats.org/officeDocument/2006/relationships/image" Target="../media/image141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1.svg"/><Relationship Id="rId11" Type="http://schemas.openxmlformats.org/officeDocument/2006/relationships/image" Target="../media/image136.svg"/><Relationship Id="rId5" Type="http://schemas.openxmlformats.org/officeDocument/2006/relationships/image" Target="../media/image130.svg"/><Relationship Id="rId15" Type="http://schemas.openxmlformats.org/officeDocument/2006/relationships/image" Target="../media/image140.svg"/><Relationship Id="rId10" Type="http://schemas.openxmlformats.org/officeDocument/2006/relationships/image" Target="../media/image135.svg"/><Relationship Id="rId19" Type="http://schemas.openxmlformats.org/officeDocument/2006/relationships/image" Target="../media/image144.svg"/><Relationship Id="rId4" Type="http://schemas.openxmlformats.org/officeDocument/2006/relationships/image" Target="../media/image129.svg"/><Relationship Id="rId9" Type="http://schemas.openxmlformats.org/officeDocument/2006/relationships/image" Target="../media/image134.svg"/><Relationship Id="rId14" Type="http://schemas.openxmlformats.org/officeDocument/2006/relationships/image" Target="../media/image139.svg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45.sv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0.svg"/><Relationship Id="rId4" Type="http://schemas.openxmlformats.org/officeDocument/2006/relationships/image" Target="../media/image149.svg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svg"/><Relationship Id="rId13" Type="http://schemas.openxmlformats.org/officeDocument/2006/relationships/image" Target="../media/image162.svg"/><Relationship Id="rId18" Type="http://schemas.openxmlformats.org/officeDocument/2006/relationships/image" Target="../media/image167.svg"/><Relationship Id="rId3" Type="http://schemas.openxmlformats.org/officeDocument/2006/relationships/image" Target="../media/image152.svg"/><Relationship Id="rId21" Type="http://schemas.openxmlformats.org/officeDocument/2006/relationships/image" Target="../media/image170.svg"/><Relationship Id="rId7" Type="http://schemas.openxmlformats.org/officeDocument/2006/relationships/image" Target="../media/image156.svg"/><Relationship Id="rId12" Type="http://schemas.openxmlformats.org/officeDocument/2006/relationships/image" Target="../media/image161.svg"/><Relationship Id="rId17" Type="http://schemas.openxmlformats.org/officeDocument/2006/relationships/image" Target="../media/image166.svg"/><Relationship Id="rId2" Type="http://schemas.openxmlformats.org/officeDocument/2006/relationships/image" Target="../media/image151.svg"/><Relationship Id="rId16" Type="http://schemas.openxmlformats.org/officeDocument/2006/relationships/image" Target="../media/image165.svg"/><Relationship Id="rId20" Type="http://schemas.openxmlformats.org/officeDocument/2006/relationships/image" Target="../media/image169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5.svg"/><Relationship Id="rId11" Type="http://schemas.openxmlformats.org/officeDocument/2006/relationships/image" Target="../media/image160.svg"/><Relationship Id="rId5" Type="http://schemas.openxmlformats.org/officeDocument/2006/relationships/image" Target="../media/image154.svg"/><Relationship Id="rId15" Type="http://schemas.openxmlformats.org/officeDocument/2006/relationships/image" Target="../media/image164.svg"/><Relationship Id="rId23" Type="http://schemas.openxmlformats.org/officeDocument/2006/relationships/image" Target="../media/image103.svg"/><Relationship Id="rId10" Type="http://schemas.openxmlformats.org/officeDocument/2006/relationships/image" Target="../media/image159.png"/><Relationship Id="rId19" Type="http://schemas.openxmlformats.org/officeDocument/2006/relationships/image" Target="../media/image168.svg"/><Relationship Id="rId4" Type="http://schemas.openxmlformats.org/officeDocument/2006/relationships/image" Target="../media/image153.svg"/><Relationship Id="rId9" Type="http://schemas.openxmlformats.org/officeDocument/2006/relationships/image" Target="../media/image158.svg"/><Relationship Id="rId14" Type="http://schemas.openxmlformats.org/officeDocument/2006/relationships/image" Target="../media/image163.svg"/><Relationship Id="rId22" Type="http://schemas.openxmlformats.org/officeDocument/2006/relationships/image" Target="../media/image8.png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71.svg"/><Relationship Id="rId1" Type="http://schemas.openxmlformats.org/officeDocument/2006/relationships/slideMaster" Target="../slideMasters/slideMaster3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svg"/><Relationship Id="rId2" Type="http://schemas.openxmlformats.org/officeDocument/2006/relationships/image" Target="../media/image17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3.svg"/><Relationship Id="rId5" Type="http://schemas.openxmlformats.org/officeDocument/2006/relationships/image" Target="../media/image175.svg"/><Relationship Id="rId4" Type="http://schemas.openxmlformats.org/officeDocument/2006/relationships/image" Target="../media/image174.sv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svg"/><Relationship Id="rId2" Type="http://schemas.openxmlformats.org/officeDocument/2006/relationships/image" Target="../media/image177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2.svg"/><Relationship Id="rId4" Type="http://schemas.openxmlformats.org/officeDocument/2006/relationships/image" Target="../media/image179.sv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81.svg"/><Relationship Id="rId1" Type="http://schemas.openxmlformats.org/officeDocument/2006/relationships/slideMaster" Target="../slideMasters/slideMaster3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svg"/><Relationship Id="rId2" Type="http://schemas.openxmlformats.org/officeDocument/2006/relationships/image" Target="../media/image18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2.svg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svg"/><Relationship Id="rId2" Type="http://schemas.openxmlformats.org/officeDocument/2006/relationships/image" Target="../media/image184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svg"/><Relationship Id="rId5" Type="http://schemas.openxmlformats.org/officeDocument/2006/relationships/image" Target="../media/image187.svg"/><Relationship Id="rId4" Type="http://schemas.openxmlformats.org/officeDocument/2006/relationships/image" Target="../media/image186.svg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svg"/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Master" Target="../slideMasters/slideMaster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91.svg"/><Relationship Id="rId1" Type="http://schemas.openxmlformats.org/officeDocument/2006/relationships/slideMaster" Target="../slideMasters/slideMaster3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3.svg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94.svg"/><Relationship Id="rId1" Type="http://schemas.openxmlformats.org/officeDocument/2006/relationships/slideMaster" Target="../slideMasters/slideMaster3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0.svg"/><Relationship Id="rId4" Type="http://schemas.openxmlformats.org/officeDocument/2006/relationships/image" Target="../media/image149.svg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13" Type="http://schemas.openxmlformats.org/officeDocument/2006/relationships/image" Target="../media/image206.svg"/><Relationship Id="rId18" Type="http://schemas.openxmlformats.org/officeDocument/2006/relationships/image" Target="../media/image211.svg"/><Relationship Id="rId3" Type="http://schemas.openxmlformats.org/officeDocument/2006/relationships/image" Target="../media/image196.svg"/><Relationship Id="rId21" Type="http://schemas.openxmlformats.org/officeDocument/2006/relationships/image" Target="../media/image8.png"/><Relationship Id="rId7" Type="http://schemas.openxmlformats.org/officeDocument/2006/relationships/image" Target="../media/image200.svg"/><Relationship Id="rId12" Type="http://schemas.openxmlformats.org/officeDocument/2006/relationships/image" Target="../media/image205.svg"/><Relationship Id="rId17" Type="http://schemas.openxmlformats.org/officeDocument/2006/relationships/image" Target="../media/image210.svg"/><Relationship Id="rId2" Type="http://schemas.openxmlformats.org/officeDocument/2006/relationships/image" Target="../media/image195.svg"/><Relationship Id="rId16" Type="http://schemas.openxmlformats.org/officeDocument/2006/relationships/image" Target="../media/image209.svg"/><Relationship Id="rId20" Type="http://schemas.openxmlformats.org/officeDocument/2006/relationships/image" Target="../media/image213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9.svg"/><Relationship Id="rId11" Type="http://schemas.openxmlformats.org/officeDocument/2006/relationships/image" Target="../media/image204.svg"/><Relationship Id="rId5" Type="http://schemas.openxmlformats.org/officeDocument/2006/relationships/image" Target="../media/image198.svg"/><Relationship Id="rId15" Type="http://schemas.openxmlformats.org/officeDocument/2006/relationships/image" Target="../media/image208.svg"/><Relationship Id="rId10" Type="http://schemas.openxmlformats.org/officeDocument/2006/relationships/image" Target="../media/image203.svg"/><Relationship Id="rId19" Type="http://schemas.openxmlformats.org/officeDocument/2006/relationships/image" Target="../media/image212.svg"/><Relationship Id="rId4" Type="http://schemas.openxmlformats.org/officeDocument/2006/relationships/image" Target="../media/image197.svg"/><Relationship Id="rId9" Type="http://schemas.openxmlformats.org/officeDocument/2006/relationships/image" Target="../media/image202.svg"/><Relationship Id="rId14" Type="http://schemas.openxmlformats.org/officeDocument/2006/relationships/image" Target="../media/image207.svg"/><Relationship Id="rId22" Type="http://schemas.openxmlformats.org/officeDocument/2006/relationships/image" Target="../media/image103.svg"/></Relationships>
</file>

<file path=ppt/slideLayouts/_rels/slideLayout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71.svg"/><Relationship Id="rId1" Type="http://schemas.openxmlformats.org/officeDocument/2006/relationships/slideMaster" Target="../slideMasters/slideMaster3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svg"/><Relationship Id="rId2" Type="http://schemas.openxmlformats.org/officeDocument/2006/relationships/image" Target="../media/image17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3.svg"/><Relationship Id="rId5" Type="http://schemas.openxmlformats.org/officeDocument/2006/relationships/image" Target="../media/image175.svg"/><Relationship Id="rId4" Type="http://schemas.openxmlformats.org/officeDocument/2006/relationships/image" Target="../media/image174.svg"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svg"/><Relationship Id="rId2" Type="http://schemas.openxmlformats.org/officeDocument/2006/relationships/image" Target="../media/image21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2.svg"/><Relationship Id="rId4" Type="http://schemas.openxmlformats.org/officeDocument/2006/relationships/image" Target="../media/image216.svg"/></Relationships>
</file>

<file path=ppt/slideLayouts/_rels/slideLayout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91.svg"/><Relationship Id="rId1" Type="http://schemas.openxmlformats.org/officeDocument/2006/relationships/slideMaster" Target="../slideMasters/slideMaster3.xml"/></Relationships>
</file>

<file path=ppt/slideLayouts/_rels/slideLayout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svg"/><Relationship Id="rId2" Type="http://schemas.openxmlformats.org/officeDocument/2006/relationships/image" Target="../media/image184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svg"/><Relationship Id="rId5" Type="http://schemas.openxmlformats.org/officeDocument/2006/relationships/image" Target="../media/image187.svg"/><Relationship Id="rId4" Type="http://schemas.openxmlformats.org/officeDocument/2006/relationships/image" Target="../media/image186.svg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57.pn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7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3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Master" Target="../slideMasters/slideMaster3.xml"/></Relationships>
</file>

<file path=ppt/slideLayouts/_rels/slideLayout3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svg"/><Relationship Id="rId2" Type="http://schemas.openxmlformats.org/officeDocument/2006/relationships/image" Target="../media/image220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3.svg"/><Relationship Id="rId5" Type="http://schemas.openxmlformats.org/officeDocument/2006/relationships/image" Target="../media/image102.svg"/><Relationship Id="rId4" Type="http://schemas.openxmlformats.org/officeDocument/2006/relationships/image" Target="../media/image222.svg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svg"/><Relationship Id="rId13" Type="http://schemas.openxmlformats.org/officeDocument/2006/relationships/image" Target="../media/image235.svg"/><Relationship Id="rId18" Type="http://schemas.openxmlformats.org/officeDocument/2006/relationships/image" Target="../media/image240.svg"/><Relationship Id="rId3" Type="http://schemas.openxmlformats.org/officeDocument/2006/relationships/image" Target="../media/image225.svg"/><Relationship Id="rId21" Type="http://schemas.openxmlformats.org/officeDocument/2006/relationships/image" Target="../media/image243.svg"/><Relationship Id="rId7" Type="http://schemas.openxmlformats.org/officeDocument/2006/relationships/image" Target="../media/image229.svg"/><Relationship Id="rId12" Type="http://schemas.openxmlformats.org/officeDocument/2006/relationships/image" Target="../media/image234.svg"/><Relationship Id="rId17" Type="http://schemas.openxmlformats.org/officeDocument/2006/relationships/image" Target="../media/image239.svg"/><Relationship Id="rId25" Type="http://schemas.openxmlformats.org/officeDocument/2006/relationships/image" Target="../media/image247.svg"/><Relationship Id="rId2" Type="http://schemas.openxmlformats.org/officeDocument/2006/relationships/image" Target="../media/image224.svg"/><Relationship Id="rId16" Type="http://schemas.openxmlformats.org/officeDocument/2006/relationships/image" Target="../media/image238.svg"/><Relationship Id="rId20" Type="http://schemas.openxmlformats.org/officeDocument/2006/relationships/image" Target="../media/image24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8.svg"/><Relationship Id="rId11" Type="http://schemas.openxmlformats.org/officeDocument/2006/relationships/image" Target="../media/image233.svg"/><Relationship Id="rId24" Type="http://schemas.openxmlformats.org/officeDocument/2006/relationships/image" Target="../media/image246.svg"/><Relationship Id="rId5" Type="http://schemas.openxmlformats.org/officeDocument/2006/relationships/image" Target="../media/image227.svg"/><Relationship Id="rId15" Type="http://schemas.openxmlformats.org/officeDocument/2006/relationships/image" Target="../media/image237.svg"/><Relationship Id="rId23" Type="http://schemas.openxmlformats.org/officeDocument/2006/relationships/image" Target="../media/image245.svg"/><Relationship Id="rId10" Type="http://schemas.openxmlformats.org/officeDocument/2006/relationships/image" Target="../media/image232.svg"/><Relationship Id="rId19" Type="http://schemas.openxmlformats.org/officeDocument/2006/relationships/image" Target="../media/image241.svg"/><Relationship Id="rId4" Type="http://schemas.openxmlformats.org/officeDocument/2006/relationships/image" Target="../media/image226.svg"/><Relationship Id="rId9" Type="http://schemas.openxmlformats.org/officeDocument/2006/relationships/image" Target="../media/image231.svg"/><Relationship Id="rId14" Type="http://schemas.openxmlformats.org/officeDocument/2006/relationships/image" Target="../media/image236.svg"/><Relationship Id="rId22" Type="http://schemas.openxmlformats.org/officeDocument/2006/relationships/image" Target="../media/image244.svg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8.png"/></Relationships>
</file>

<file path=ppt/slideLayouts/_rels/slideLayout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svg"/><Relationship Id="rId1" Type="http://schemas.openxmlformats.org/officeDocument/2006/relationships/slideMaster" Target="../slideMasters/slideMaster3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svg"/><Relationship Id="rId1" Type="http://schemas.openxmlformats.org/officeDocument/2006/relationships/slideMaster" Target="../slideMasters/slideMaster3.xml"/></Relationships>
</file>

<file path=ppt/slideLayouts/_rels/slideLayout3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250.svg"/><Relationship Id="rId1" Type="http://schemas.openxmlformats.org/officeDocument/2006/relationships/slideMaster" Target="../slideMasters/slideMaster3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251.svg"/><Relationship Id="rId1" Type="http://schemas.openxmlformats.org/officeDocument/2006/relationships/slideMaster" Target="../slideMasters/slideMaster3.xml"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250.svg"/><Relationship Id="rId1" Type="http://schemas.openxmlformats.org/officeDocument/2006/relationships/slideMaster" Target="../slideMasters/slideMaster3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91.svg"/><Relationship Id="rId1" Type="http://schemas.openxmlformats.org/officeDocument/2006/relationships/slideMaster" Target="../slideMasters/slideMaster3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3.svg"/></Relationships>
</file>

<file path=ppt/slideLayouts/_rels/slideLayout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94.svg"/><Relationship Id="rId1" Type="http://schemas.openxmlformats.org/officeDocument/2006/relationships/slideMaster" Target="../slideMasters/slideMaster3.xml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3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sv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0.svg"/><Relationship Id="rId4" Type="http://schemas.openxmlformats.org/officeDocument/2006/relationships/image" Target="../media/image149.svg"/></Relationships>
</file>

<file path=ppt/slideLayouts/_rels/slideLayout4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svg"/><Relationship Id="rId13" Type="http://schemas.openxmlformats.org/officeDocument/2006/relationships/image" Target="../media/image206.svg"/><Relationship Id="rId18" Type="http://schemas.openxmlformats.org/officeDocument/2006/relationships/image" Target="../media/image211.svg"/><Relationship Id="rId3" Type="http://schemas.openxmlformats.org/officeDocument/2006/relationships/image" Target="../media/image196.svg"/><Relationship Id="rId21" Type="http://schemas.openxmlformats.org/officeDocument/2006/relationships/image" Target="../media/image8.png"/><Relationship Id="rId7" Type="http://schemas.openxmlformats.org/officeDocument/2006/relationships/image" Target="../media/image200.svg"/><Relationship Id="rId12" Type="http://schemas.openxmlformats.org/officeDocument/2006/relationships/image" Target="../media/image205.svg"/><Relationship Id="rId17" Type="http://schemas.openxmlformats.org/officeDocument/2006/relationships/image" Target="../media/image210.svg"/><Relationship Id="rId2" Type="http://schemas.openxmlformats.org/officeDocument/2006/relationships/image" Target="../media/image195.svg"/><Relationship Id="rId16" Type="http://schemas.openxmlformats.org/officeDocument/2006/relationships/image" Target="../media/image209.svg"/><Relationship Id="rId20" Type="http://schemas.openxmlformats.org/officeDocument/2006/relationships/image" Target="../media/image213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9.svg"/><Relationship Id="rId11" Type="http://schemas.openxmlformats.org/officeDocument/2006/relationships/image" Target="../media/image204.svg"/><Relationship Id="rId5" Type="http://schemas.openxmlformats.org/officeDocument/2006/relationships/image" Target="../media/image198.svg"/><Relationship Id="rId15" Type="http://schemas.openxmlformats.org/officeDocument/2006/relationships/image" Target="../media/image208.svg"/><Relationship Id="rId10" Type="http://schemas.openxmlformats.org/officeDocument/2006/relationships/image" Target="../media/image203.svg"/><Relationship Id="rId19" Type="http://schemas.openxmlformats.org/officeDocument/2006/relationships/image" Target="../media/image212.svg"/><Relationship Id="rId4" Type="http://schemas.openxmlformats.org/officeDocument/2006/relationships/image" Target="../media/image197.svg"/><Relationship Id="rId9" Type="http://schemas.openxmlformats.org/officeDocument/2006/relationships/image" Target="../media/image202.svg"/><Relationship Id="rId14" Type="http://schemas.openxmlformats.org/officeDocument/2006/relationships/image" Target="../media/image207.svg"/><Relationship Id="rId22" Type="http://schemas.openxmlformats.org/officeDocument/2006/relationships/image" Target="../media/image103.svg"/></Relationships>
</file>

<file path=ppt/slideLayouts/_rels/slideLayout4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4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3.xml"/></Relationships>
</file>

<file path=ppt/slideLayouts/_rels/slideLayout4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71.svg"/><Relationship Id="rId1" Type="http://schemas.openxmlformats.org/officeDocument/2006/relationships/slideMaster" Target="../slideMasters/slideMaster3.xml"/></Relationships>
</file>

<file path=ppt/slideLayouts/_rels/slideLayout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svg"/><Relationship Id="rId2" Type="http://schemas.openxmlformats.org/officeDocument/2006/relationships/image" Target="../media/image17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3.svg"/><Relationship Id="rId5" Type="http://schemas.openxmlformats.org/officeDocument/2006/relationships/image" Target="../media/image175.svg"/><Relationship Id="rId4" Type="http://schemas.openxmlformats.org/officeDocument/2006/relationships/image" Target="../media/image174.svg"/></Relationships>
</file>

<file path=ppt/slideLayouts/_rels/slideLayout4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svg"/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svg"/><Relationship Id="rId2" Type="http://schemas.openxmlformats.org/officeDocument/2006/relationships/image" Target="../media/image21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2.svg"/><Relationship Id="rId4" Type="http://schemas.openxmlformats.org/officeDocument/2006/relationships/image" Target="../media/image216.svg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svg"/><Relationship Id="rId1" Type="http://schemas.openxmlformats.org/officeDocument/2006/relationships/slideMaster" Target="../slideMasters/slideMaster3.xml"/></Relationships>
</file>

<file path=ppt/slideLayouts/_rels/slideLayout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svg"/><Relationship Id="rId1" Type="http://schemas.openxmlformats.org/officeDocument/2006/relationships/slideMaster" Target="../slideMasters/slideMaster3.xml"/></Relationships>
</file>

<file path=ppt/slideLayouts/_rels/slideLayout4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91.svg"/><Relationship Id="rId1" Type="http://schemas.openxmlformats.org/officeDocument/2006/relationships/slideMaster" Target="../slideMasters/slideMaster3.xml"/></Relationships>
</file>

<file path=ppt/slideLayouts/_rels/slideLayout4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svg"/><Relationship Id="rId1" Type="http://schemas.openxmlformats.org/officeDocument/2006/relationships/slideMaster" Target="../slideMasters/slideMaster3.xml"/></Relationships>
</file>

<file path=ppt/slideLayouts/_rels/slideLayout44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SuIc9EnAndaTDA" TargetMode="External"/><Relationship Id="rId7" Type="http://schemas.openxmlformats.org/officeDocument/2006/relationships/image" Target="../media/image57.png"/><Relationship Id="rId2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037-4045&amp;t=M6x6Qq8cis0WOIRl-1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7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4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Master" Target="../slideMasters/slideMaster3.xml"/></Relationships>
</file>

<file path=ppt/slideLayouts/_rels/slideLayout4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svg"/><Relationship Id="rId2" Type="http://schemas.openxmlformats.org/officeDocument/2006/relationships/image" Target="../media/image220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3.svg"/><Relationship Id="rId5" Type="http://schemas.openxmlformats.org/officeDocument/2006/relationships/image" Target="../media/image102.svg"/><Relationship Id="rId4" Type="http://schemas.openxmlformats.org/officeDocument/2006/relationships/image" Target="../media/image222.svg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3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svg"/><Relationship Id="rId13" Type="http://schemas.openxmlformats.org/officeDocument/2006/relationships/image" Target="../media/image235.svg"/><Relationship Id="rId18" Type="http://schemas.openxmlformats.org/officeDocument/2006/relationships/image" Target="../media/image240.svg"/><Relationship Id="rId3" Type="http://schemas.openxmlformats.org/officeDocument/2006/relationships/image" Target="../media/image225.svg"/><Relationship Id="rId21" Type="http://schemas.openxmlformats.org/officeDocument/2006/relationships/image" Target="../media/image243.svg"/><Relationship Id="rId7" Type="http://schemas.openxmlformats.org/officeDocument/2006/relationships/image" Target="../media/image229.svg"/><Relationship Id="rId12" Type="http://schemas.openxmlformats.org/officeDocument/2006/relationships/image" Target="../media/image234.svg"/><Relationship Id="rId17" Type="http://schemas.openxmlformats.org/officeDocument/2006/relationships/image" Target="../media/image239.svg"/><Relationship Id="rId25" Type="http://schemas.openxmlformats.org/officeDocument/2006/relationships/image" Target="../media/image247.svg"/><Relationship Id="rId2" Type="http://schemas.openxmlformats.org/officeDocument/2006/relationships/image" Target="../media/image224.svg"/><Relationship Id="rId16" Type="http://schemas.openxmlformats.org/officeDocument/2006/relationships/image" Target="../media/image238.svg"/><Relationship Id="rId20" Type="http://schemas.openxmlformats.org/officeDocument/2006/relationships/image" Target="../media/image242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8.svg"/><Relationship Id="rId11" Type="http://schemas.openxmlformats.org/officeDocument/2006/relationships/image" Target="../media/image233.svg"/><Relationship Id="rId24" Type="http://schemas.openxmlformats.org/officeDocument/2006/relationships/image" Target="../media/image246.svg"/><Relationship Id="rId5" Type="http://schemas.openxmlformats.org/officeDocument/2006/relationships/image" Target="../media/image227.svg"/><Relationship Id="rId15" Type="http://schemas.openxmlformats.org/officeDocument/2006/relationships/image" Target="../media/image237.svg"/><Relationship Id="rId23" Type="http://schemas.openxmlformats.org/officeDocument/2006/relationships/image" Target="../media/image245.svg"/><Relationship Id="rId10" Type="http://schemas.openxmlformats.org/officeDocument/2006/relationships/image" Target="../media/image232.svg"/><Relationship Id="rId19" Type="http://schemas.openxmlformats.org/officeDocument/2006/relationships/image" Target="../media/image241.svg"/><Relationship Id="rId4" Type="http://schemas.openxmlformats.org/officeDocument/2006/relationships/image" Target="../media/image226.svg"/><Relationship Id="rId9" Type="http://schemas.openxmlformats.org/officeDocument/2006/relationships/image" Target="../media/image231.svg"/><Relationship Id="rId14" Type="http://schemas.openxmlformats.org/officeDocument/2006/relationships/image" Target="../media/image236.svg"/><Relationship Id="rId22" Type="http://schemas.openxmlformats.org/officeDocument/2006/relationships/image" Target="../media/image244.svg"/></Relationships>
</file>

<file path=ppt/slideLayouts/_rels/slideLayout4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3.xml"/></Relationships>
</file>

<file path=ppt/slideLayouts/_rels/slideLayout45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shKNPSKAxE3MACiaapn16D/CU_2D_repository_process?node-id=2417-45&amp;t=TFVZAjFamCFep5TV-1" TargetMode="External"/><Relationship Id="rId1" Type="http://schemas.openxmlformats.org/officeDocument/2006/relationships/slideMaster" Target="../slideMasters/slideMaster3.xml"/></Relationships>
</file>

<file path=ppt/slideLayouts/_rels/slideLayout456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albums-222277101" TargetMode="External"/><Relationship Id="rId2" Type="http://schemas.openxmlformats.org/officeDocument/2006/relationships/hyperlink" Target="https://disk.yandex.ru/d/HHexFxfFgZna0g" TargetMode="External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8.png"/></Relationships>
</file>

<file path=ppt/slideLayouts/_rels/slideLayout457.xml.rels><?xml version="1.0" encoding="UTF-8" standalone="yes"?>
<Relationships xmlns="http://schemas.openxmlformats.org/package/2006/relationships"><Relationship Id="rId8" Type="http://schemas.openxmlformats.org/officeDocument/2006/relationships/hyperlink" Target="https://disk.yandex.ru/d/DiEnT673U0pGEw" TargetMode="External"/><Relationship Id="rId13" Type="http://schemas.openxmlformats.org/officeDocument/2006/relationships/image" Target="../media/image10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5100" y="2032000"/>
            <a:ext cx="2703829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DDDDD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87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87" y="6858000"/>
                </a:lnTo>
                <a:lnTo>
                  <a:pt x="12193587" y="0"/>
                </a:lnTo>
                <a:close/>
              </a:path>
            </a:pathLst>
          </a:custGeom>
          <a:solidFill>
            <a:srgbClr val="14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0815" y="437387"/>
            <a:ext cx="483107" cy="3185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203" y="0"/>
            <a:ext cx="1027480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87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87" y="6858000"/>
                </a:lnTo>
                <a:lnTo>
                  <a:pt x="12193587" y="0"/>
                </a:lnTo>
                <a:close/>
              </a:path>
            </a:pathLst>
          </a:custGeom>
          <a:solidFill>
            <a:srgbClr val="14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76" y="1547111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853" y="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92145" y="1873250"/>
            <a:ext cx="0" cy="4341495"/>
          </a:xfrm>
          <a:custGeom>
            <a:avLst/>
            <a:gdLst/>
            <a:ahLst/>
            <a:cxnLst/>
            <a:rect l="l" t="t" r="r" b="b"/>
            <a:pathLst>
              <a:path h="4341495">
                <a:moveTo>
                  <a:pt x="0" y="0"/>
                </a:moveTo>
                <a:lnTo>
                  <a:pt x="0" y="434110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492145" y="609600"/>
            <a:ext cx="0" cy="654685"/>
          </a:xfrm>
          <a:custGeom>
            <a:avLst/>
            <a:gdLst/>
            <a:ahLst/>
            <a:cxnLst/>
            <a:rect l="l" t="t" r="r" b="b"/>
            <a:pathLst>
              <a:path h="654685">
                <a:moveTo>
                  <a:pt x="0" y="0"/>
                </a:moveTo>
                <a:lnTo>
                  <a:pt x="0" y="654192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808032" y="1547111"/>
            <a:ext cx="1762760" cy="0"/>
          </a:xfrm>
          <a:custGeom>
            <a:avLst/>
            <a:gdLst/>
            <a:ahLst/>
            <a:cxnLst/>
            <a:rect l="l" t="t" r="r" b="b"/>
            <a:pathLst>
              <a:path w="1762759">
                <a:moveTo>
                  <a:pt x="0" y="0"/>
                </a:moveTo>
                <a:lnTo>
                  <a:pt x="1762403" y="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09600"/>
            <a:ext cx="3480816" cy="6126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5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6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46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9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93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3523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762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60400" y="1993900"/>
            <a:ext cx="531939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53200" y="1691639"/>
            <a:ext cx="4636770" cy="4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2C2C2"/>
                </a:solidFill>
                <a:latin typeface="Monaco"/>
                <a:cs typeface="Monac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252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87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87" y="6858000"/>
                </a:lnTo>
                <a:lnTo>
                  <a:pt x="12193587" y="0"/>
                </a:lnTo>
                <a:close/>
              </a:path>
            </a:pathLst>
          </a:custGeom>
          <a:solidFill>
            <a:srgbClr val="14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0815" y="437387"/>
            <a:ext cx="483107" cy="3185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203" y="0"/>
            <a:ext cx="1027480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A2F1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65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87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87" y="6858000"/>
                </a:lnTo>
                <a:lnTo>
                  <a:pt x="12193587" y="0"/>
                </a:lnTo>
                <a:close/>
              </a:path>
            </a:pathLst>
          </a:custGeom>
          <a:solidFill>
            <a:srgbClr val="14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76" y="1547111"/>
            <a:ext cx="8512175" cy="0"/>
          </a:xfrm>
          <a:custGeom>
            <a:avLst/>
            <a:gdLst/>
            <a:ahLst/>
            <a:cxnLst/>
            <a:rect l="l" t="t" r="r" b="b"/>
            <a:pathLst>
              <a:path w="8512175">
                <a:moveTo>
                  <a:pt x="0" y="0"/>
                </a:moveTo>
                <a:lnTo>
                  <a:pt x="8511853" y="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92145" y="1873250"/>
            <a:ext cx="0" cy="4341495"/>
          </a:xfrm>
          <a:custGeom>
            <a:avLst/>
            <a:gdLst/>
            <a:ahLst/>
            <a:cxnLst/>
            <a:rect l="l" t="t" r="r" b="b"/>
            <a:pathLst>
              <a:path h="4341495">
                <a:moveTo>
                  <a:pt x="0" y="0"/>
                </a:moveTo>
                <a:lnTo>
                  <a:pt x="0" y="434110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492145" y="609600"/>
            <a:ext cx="0" cy="654685"/>
          </a:xfrm>
          <a:custGeom>
            <a:avLst/>
            <a:gdLst/>
            <a:ahLst/>
            <a:cxnLst/>
            <a:rect l="l" t="t" r="r" b="b"/>
            <a:pathLst>
              <a:path h="654685">
                <a:moveTo>
                  <a:pt x="0" y="0"/>
                </a:moveTo>
                <a:lnTo>
                  <a:pt x="0" y="654192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808032" y="1547111"/>
            <a:ext cx="1762760" cy="0"/>
          </a:xfrm>
          <a:custGeom>
            <a:avLst/>
            <a:gdLst/>
            <a:ahLst/>
            <a:cxnLst/>
            <a:rect l="l" t="t" r="r" b="b"/>
            <a:pathLst>
              <a:path w="1762759">
                <a:moveTo>
                  <a:pt x="0" y="0"/>
                </a:moveTo>
                <a:lnTo>
                  <a:pt x="1762403" y="0"/>
                </a:lnTo>
              </a:path>
            </a:pathLst>
          </a:custGeom>
          <a:ln w="21135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09600"/>
            <a:ext cx="3480816" cy="6126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173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892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436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67420F-3927-BA1B-4FA6-8543BC3C4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551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689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017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559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7" y="1547112"/>
            <a:ext cx="859150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9490912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9490912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9806758" y="1547112"/>
            <a:ext cx="1778896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9176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988439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05564" y="609600"/>
            <a:ext cx="4876767" cy="5638800"/>
          </a:xfrm>
          <a:prstGeom prst="round2DiagRect">
            <a:avLst>
              <a:gd name="adj1" fmla="val 662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269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20554"/>
            <a:ext cx="5239117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508210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сокращенным перекрест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269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20554"/>
            <a:ext cx="5239117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516511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605910"/>
            <a:ext cx="5486403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397136"/>
            <a:ext cx="5486403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2" name="Текст 36">
            <a:extLst>
              <a:ext uri="{FF2B5EF4-FFF2-40B4-BE49-F238E27FC236}">
                <a16:creationId xmlns:a16="http://schemas.microsoft.com/office/drawing/2014/main" id="{DEEF823B-F37A-922E-F955-C7BA433D2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3045664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74518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75288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брендинг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A11C578-66F1-8395-75F5-E5163BBD1B9A}"/>
              </a:ext>
            </a:extLst>
          </p:cNvPr>
          <p:cNvGrpSpPr/>
          <p:nvPr userDrawn="1"/>
        </p:nvGrpSpPr>
        <p:grpSpPr>
          <a:xfrm>
            <a:off x="609596" y="616148"/>
            <a:ext cx="4012453" cy="609646"/>
            <a:chOff x="1219352" y="1232295"/>
            <a:chExt cx="8025950" cy="1219292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D8EF3C9-D7B9-8A6C-7A1F-AD4C5ED93B71}"/>
                </a:ext>
              </a:extLst>
            </p:cNvPr>
            <p:cNvSpPr/>
            <p:nvPr/>
          </p:nvSpPr>
          <p:spPr>
            <a:xfrm>
              <a:off x="1219352" y="1232295"/>
              <a:ext cx="1265926" cy="1219292"/>
            </a:xfrm>
            <a:custGeom>
              <a:avLst/>
              <a:gdLst>
                <a:gd name="connsiteX0" fmla="*/ 1212586 w 1212585"/>
                <a:gd name="connsiteY0" fmla="*/ 507560 h 1167916"/>
                <a:gd name="connsiteX1" fmla="*/ 865855 w 1212585"/>
                <a:gd name="connsiteY1" fmla="*/ 727320 h 1167916"/>
                <a:gd name="connsiteX2" fmla="*/ 865855 w 1212585"/>
                <a:gd name="connsiteY2" fmla="*/ 1138437 h 1167916"/>
                <a:gd name="connsiteX3" fmla="*/ 816058 w 1212585"/>
                <a:gd name="connsiteY3" fmla="*/ 1167916 h 1167916"/>
                <a:gd name="connsiteX4" fmla="*/ 535235 w 1212585"/>
                <a:gd name="connsiteY4" fmla="*/ 1012728 h 1167916"/>
                <a:gd name="connsiteX5" fmla="*/ 600146 w 1212585"/>
                <a:gd name="connsiteY5" fmla="*/ 971619 h 1167916"/>
                <a:gd name="connsiteX6" fmla="*/ 798747 w 1212585"/>
                <a:gd name="connsiteY6" fmla="*/ 1081302 h 1167916"/>
                <a:gd name="connsiteX7" fmla="*/ 798747 w 1212585"/>
                <a:gd name="connsiteY7" fmla="*/ 769722 h 1167916"/>
                <a:gd name="connsiteX8" fmla="*/ 471431 w 1212585"/>
                <a:gd name="connsiteY8" fmla="*/ 977332 h 1167916"/>
                <a:gd name="connsiteX9" fmla="*/ 0 w 1212585"/>
                <a:gd name="connsiteY9" fmla="*/ 718389 h 1167916"/>
                <a:gd name="connsiteX10" fmla="*/ 0 w 1212585"/>
                <a:gd name="connsiteY10" fmla="*/ 660443 h 1167916"/>
                <a:gd name="connsiteX11" fmla="*/ 346623 w 1212585"/>
                <a:gd name="connsiteY11" fmla="*/ 440699 h 1167916"/>
                <a:gd name="connsiteX12" fmla="*/ 346623 w 1212585"/>
                <a:gd name="connsiteY12" fmla="*/ 29473 h 1167916"/>
                <a:gd name="connsiteX13" fmla="*/ 396426 w 1212585"/>
                <a:gd name="connsiteY13" fmla="*/ 0 h 1167916"/>
                <a:gd name="connsiteX14" fmla="*/ 865753 w 1212585"/>
                <a:gd name="connsiteY14" fmla="*/ 259246 h 1167916"/>
                <a:gd name="connsiteX15" fmla="*/ 865753 w 1212585"/>
                <a:gd name="connsiteY15" fmla="*/ 647610 h 1167916"/>
                <a:gd name="connsiteX16" fmla="*/ 1128472 w 1212585"/>
                <a:gd name="connsiteY16" fmla="*/ 481096 h 1167916"/>
                <a:gd name="connsiteX17" fmla="*/ 929668 w 1212585"/>
                <a:gd name="connsiteY17" fmla="*/ 371426 h 1167916"/>
                <a:gd name="connsiteX18" fmla="*/ 929668 w 1212585"/>
                <a:gd name="connsiteY18" fmla="*/ 294534 h 1167916"/>
                <a:gd name="connsiteX19" fmla="*/ 1212484 w 1212585"/>
                <a:gd name="connsiteY19" fmla="*/ 449615 h 1167916"/>
                <a:gd name="connsiteX20" fmla="*/ 1212586 w 1212585"/>
                <a:gd name="connsiteY20" fmla="*/ 502531 h 1167916"/>
                <a:gd name="connsiteX21" fmla="*/ 1212586 w 1212585"/>
                <a:gd name="connsiteY21" fmla="*/ 507560 h 1167916"/>
                <a:gd name="connsiteX22" fmla="*/ 766249 w 1212585"/>
                <a:gd name="connsiteY22" fmla="*/ 710775 h 1167916"/>
                <a:gd name="connsiteX23" fmla="*/ 381525 w 1212585"/>
                <a:gd name="connsiteY23" fmla="*/ 498338 h 1167916"/>
                <a:gd name="connsiteX24" fmla="*/ 84105 w 1212585"/>
                <a:gd name="connsiteY24" fmla="*/ 686908 h 1167916"/>
                <a:gd name="connsiteX25" fmla="*/ 396627 w 1212585"/>
                <a:gd name="connsiteY25" fmla="*/ 859338 h 1167916"/>
                <a:gd name="connsiteX26" fmla="*/ 469031 w 1212585"/>
                <a:gd name="connsiteY26" fmla="*/ 899244 h 1167916"/>
                <a:gd name="connsiteX27" fmla="*/ 766351 w 1212585"/>
                <a:gd name="connsiteY27" fmla="*/ 710775 h 1167916"/>
                <a:gd name="connsiteX28" fmla="*/ 766249 w 1212585"/>
                <a:gd name="connsiteY28" fmla="*/ 710775 h 1167916"/>
                <a:gd name="connsiteX29" fmla="*/ 798658 w 1212585"/>
                <a:gd name="connsiteY29" fmla="*/ 299045 h 1167916"/>
                <a:gd name="connsiteX30" fmla="*/ 413827 w 1212585"/>
                <a:gd name="connsiteY30" fmla="*/ 86515 h 1167916"/>
                <a:gd name="connsiteX31" fmla="*/ 413827 w 1212585"/>
                <a:gd name="connsiteY31" fmla="*/ 439295 h 1167916"/>
                <a:gd name="connsiteX32" fmla="*/ 798556 w 1212585"/>
                <a:gd name="connsiteY32" fmla="*/ 651728 h 1167916"/>
                <a:gd name="connsiteX33" fmla="*/ 798556 w 1212585"/>
                <a:gd name="connsiteY33" fmla="*/ 299045 h 1167916"/>
                <a:gd name="connsiteX34" fmla="*/ 798658 w 1212585"/>
                <a:gd name="connsiteY34" fmla="*/ 299045 h 1167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2585" h="1167916">
                  <a:moveTo>
                    <a:pt x="1212586" y="507560"/>
                  </a:moveTo>
                  <a:lnTo>
                    <a:pt x="865855" y="727320"/>
                  </a:lnTo>
                  <a:lnTo>
                    <a:pt x="865855" y="1138437"/>
                  </a:lnTo>
                  <a:lnTo>
                    <a:pt x="816058" y="1167916"/>
                  </a:lnTo>
                  <a:lnTo>
                    <a:pt x="535235" y="1012728"/>
                  </a:lnTo>
                  <a:lnTo>
                    <a:pt x="600146" y="971619"/>
                  </a:lnTo>
                  <a:lnTo>
                    <a:pt x="798747" y="1081302"/>
                  </a:lnTo>
                  <a:lnTo>
                    <a:pt x="798747" y="769722"/>
                  </a:lnTo>
                  <a:lnTo>
                    <a:pt x="471431" y="977332"/>
                  </a:lnTo>
                  <a:lnTo>
                    <a:pt x="0" y="718389"/>
                  </a:lnTo>
                  <a:lnTo>
                    <a:pt x="0" y="660443"/>
                  </a:lnTo>
                  <a:lnTo>
                    <a:pt x="346623" y="440699"/>
                  </a:lnTo>
                  <a:lnTo>
                    <a:pt x="346623" y="29473"/>
                  </a:lnTo>
                  <a:lnTo>
                    <a:pt x="396426" y="0"/>
                  </a:lnTo>
                  <a:lnTo>
                    <a:pt x="865753" y="259246"/>
                  </a:lnTo>
                  <a:lnTo>
                    <a:pt x="865753" y="647610"/>
                  </a:lnTo>
                  <a:lnTo>
                    <a:pt x="1128472" y="481096"/>
                  </a:lnTo>
                  <a:lnTo>
                    <a:pt x="929668" y="371426"/>
                  </a:lnTo>
                  <a:lnTo>
                    <a:pt x="929668" y="294534"/>
                  </a:lnTo>
                  <a:lnTo>
                    <a:pt x="1212484" y="449615"/>
                  </a:lnTo>
                  <a:lnTo>
                    <a:pt x="1212586" y="502531"/>
                  </a:lnTo>
                  <a:lnTo>
                    <a:pt x="1212586" y="507560"/>
                  </a:lnTo>
                  <a:close/>
                  <a:moveTo>
                    <a:pt x="766249" y="710775"/>
                  </a:moveTo>
                  <a:lnTo>
                    <a:pt x="381525" y="498338"/>
                  </a:lnTo>
                  <a:lnTo>
                    <a:pt x="84105" y="686908"/>
                  </a:lnTo>
                  <a:lnTo>
                    <a:pt x="396627" y="859338"/>
                  </a:lnTo>
                  <a:lnTo>
                    <a:pt x="469031" y="899244"/>
                  </a:lnTo>
                  <a:lnTo>
                    <a:pt x="766351" y="710775"/>
                  </a:lnTo>
                  <a:lnTo>
                    <a:pt x="766249" y="710775"/>
                  </a:lnTo>
                  <a:close/>
                  <a:moveTo>
                    <a:pt x="798658" y="299045"/>
                  </a:moveTo>
                  <a:lnTo>
                    <a:pt x="413827" y="86515"/>
                  </a:lnTo>
                  <a:lnTo>
                    <a:pt x="413827" y="439295"/>
                  </a:lnTo>
                  <a:lnTo>
                    <a:pt x="798556" y="651728"/>
                  </a:lnTo>
                  <a:lnTo>
                    <a:pt x="798556" y="299045"/>
                  </a:lnTo>
                  <a:lnTo>
                    <a:pt x="798658" y="299045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861ED7A8-371D-861B-1370-B1211A865FE8}"/>
                </a:ext>
              </a:extLst>
            </p:cNvPr>
            <p:cNvSpPr/>
            <p:nvPr/>
          </p:nvSpPr>
          <p:spPr>
            <a:xfrm>
              <a:off x="757499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3 w 389048"/>
                <a:gd name="connsiteY5" fmla="*/ 80559 h 363268"/>
                <a:gd name="connsiteX6" fmla="*/ 244213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3" y="80559"/>
                  </a:lnTo>
                  <a:lnTo>
                    <a:pt x="244213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A693F0F-0CFC-1247-0CD9-BB5828823011}"/>
                </a:ext>
              </a:extLst>
            </p:cNvPr>
            <p:cNvSpPr/>
            <p:nvPr/>
          </p:nvSpPr>
          <p:spPr>
            <a:xfrm>
              <a:off x="7166033" y="1986147"/>
              <a:ext cx="349315" cy="379248"/>
            </a:xfrm>
            <a:custGeom>
              <a:avLst/>
              <a:gdLst>
                <a:gd name="connsiteX0" fmla="*/ 0 w 334596"/>
                <a:gd name="connsiteY0" fmla="*/ 0 h 363268"/>
                <a:gd name="connsiteX1" fmla="*/ 332486 w 334596"/>
                <a:gd name="connsiteY1" fmla="*/ 0 h 363268"/>
                <a:gd name="connsiteX2" fmla="*/ 332486 w 334596"/>
                <a:gd name="connsiteY2" fmla="*/ 75821 h 363268"/>
                <a:gd name="connsiteX3" fmla="*/ 99377 w 334596"/>
                <a:gd name="connsiteY3" fmla="*/ 75821 h 363268"/>
                <a:gd name="connsiteX4" fmla="*/ 99377 w 334596"/>
                <a:gd name="connsiteY4" fmla="*/ 141101 h 363268"/>
                <a:gd name="connsiteX5" fmla="*/ 279089 w 334596"/>
                <a:gd name="connsiteY5" fmla="*/ 141101 h 363268"/>
                <a:gd name="connsiteX6" fmla="*/ 279089 w 334596"/>
                <a:gd name="connsiteY6" fmla="*/ 214274 h 363268"/>
                <a:gd name="connsiteX7" fmla="*/ 99377 w 334596"/>
                <a:gd name="connsiteY7" fmla="*/ 214274 h 363268"/>
                <a:gd name="connsiteX8" fmla="*/ 99377 w 334596"/>
                <a:gd name="connsiteY8" fmla="*/ 287460 h 363268"/>
                <a:gd name="connsiteX9" fmla="*/ 334596 w 334596"/>
                <a:gd name="connsiteY9" fmla="*/ 287460 h 363268"/>
                <a:gd name="connsiteX10" fmla="*/ 334596 w 334596"/>
                <a:gd name="connsiteY10" fmla="*/ 363268 h 363268"/>
                <a:gd name="connsiteX11" fmla="*/ 0 w 334596"/>
                <a:gd name="connsiteY11" fmla="*/ 363268 h 363268"/>
                <a:gd name="connsiteX12" fmla="*/ 0 w 334596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596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089" y="141101"/>
                  </a:lnTo>
                  <a:lnTo>
                    <a:pt x="279089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596" y="287460"/>
                  </a:lnTo>
                  <a:lnTo>
                    <a:pt x="334596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B793DBD-E877-FE63-257F-F8C370BE065D}"/>
                </a:ext>
              </a:extLst>
            </p:cNvPr>
            <p:cNvSpPr/>
            <p:nvPr/>
          </p:nvSpPr>
          <p:spPr>
            <a:xfrm>
              <a:off x="668448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2 w 389048"/>
                <a:gd name="connsiteY5" fmla="*/ 80559 h 363268"/>
                <a:gd name="connsiteX6" fmla="*/ 244212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2" y="80559"/>
                  </a:lnTo>
                  <a:lnTo>
                    <a:pt x="244212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7AB1D5B-1B46-C75F-566A-AC7B04482EC5}"/>
                </a:ext>
              </a:extLst>
            </p:cNvPr>
            <p:cNvSpPr/>
            <p:nvPr/>
          </p:nvSpPr>
          <p:spPr>
            <a:xfrm>
              <a:off x="6189289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17579AD7-C574-17BD-4D6F-A1FCDF27712F}"/>
                </a:ext>
              </a:extLst>
            </p:cNvPr>
            <p:cNvSpPr/>
            <p:nvPr/>
          </p:nvSpPr>
          <p:spPr>
            <a:xfrm>
              <a:off x="5669287" y="1978450"/>
              <a:ext cx="437619" cy="394643"/>
            </a:xfrm>
            <a:custGeom>
              <a:avLst/>
              <a:gdLst>
                <a:gd name="connsiteX0" fmla="*/ 0 w 419180"/>
                <a:gd name="connsiteY0" fmla="*/ 189533 h 378014"/>
                <a:gd name="connsiteX1" fmla="*/ 14793 w 419180"/>
                <a:gd name="connsiteY1" fmla="*/ 100562 h 378014"/>
                <a:gd name="connsiteX2" fmla="*/ 56563 w 419180"/>
                <a:gd name="connsiteY2" fmla="*/ 41591 h 378014"/>
                <a:gd name="connsiteX3" fmla="*/ 123162 w 419180"/>
                <a:gd name="connsiteY3" fmla="*/ 9476 h 378014"/>
                <a:gd name="connsiteX4" fmla="*/ 212490 w 419180"/>
                <a:gd name="connsiteY4" fmla="*/ 0 h 378014"/>
                <a:gd name="connsiteX5" fmla="*/ 357860 w 419180"/>
                <a:gd name="connsiteY5" fmla="*/ 29492 h 378014"/>
                <a:gd name="connsiteX6" fmla="*/ 418647 w 419180"/>
                <a:gd name="connsiteY6" fmla="*/ 133209 h 378014"/>
                <a:gd name="connsiteX7" fmla="*/ 318214 w 419180"/>
                <a:gd name="connsiteY7" fmla="*/ 133209 h 378014"/>
                <a:gd name="connsiteX8" fmla="*/ 285436 w 419180"/>
                <a:gd name="connsiteY8" fmla="*/ 87400 h 378014"/>
                <a:gd name="connsiteX9" fmla="*/ 212490 w 419180"/>
                <a:gd name="connsiteY9" fmla="*/ 76340 h 378014"/>
                <a:gd name="connsiteX10" fmla="*/ 167565 w 419180"/>
                <a:gd name="connsiteY10" fmla="*/ 80027 h 378014"/>
                <a:gd name="connsiteX11" fmla="*/ 132142 w 419180"/>
                <a:gd name="connsiteY11" fmla="*/ 94241 h 378014"/>
                <a:gd name="connsiteX12" fmla="*/ 109412 w 419180"/>
                <a:gd name="connsiteY12" fmla="*/ 122149 h 378014"/>
                <a:gd name="connsiteX13" fmla="*/ 100954 w 419180"/>
                <a:gd name="connsiteY13" fmla="*/ 167946 h 378014"/>
                <a:gd name="connsiteX14" fmla="*/ 100954 w 419180"/>
                <a:gd name="connsiteY14" fmla="*/ 210068 h 378014"/>
                <a:gd name="connsiteX15" fmla="*/ 131620 w 419180"/>
                <a:gd name="connsiteY15" fmla="*/ 283254 h 378014"/>
                <a:gd name="connsiteX16" fmla="*/ 212490 w 419180"/>
                <a:gd name="connsiteY16" fmla="*/ 301674 h 378014"/>
                <a:gd name="connsiteX17" fmla="*/ 283859 w 419180"/>
                <a:gd name="connsiteY17" fmla="*/ 290627 h 378014"/>
                <a:gd name="connsiteX18" fmla="*/ 318748 w 419180"/>
                <a:gd name="connsiteY18" fmla="*/ 247972 h 378014"/>
                <a:gd name="connsiteX19" fmla="*/ 419181 w 419180"/>
                <a:gd name="connsiteY19" fmla="*/ 247972 h 378014"/>
                <a:gd name="connsiteX20" fmla="*/ 357326 w 419180"/>
                <a:gd name="connsiteY20" fmla="*/ 348003 h 378014"/>
                <a:gd name="connsiteX21" fmla="*/ 212490 w 419180"/>
                <a:gd name="connsiteY21" fmla="*/ 378014 h 378014"/>
                <a:gd name="connsiteX22" fmla="*/ 123162 w 419180"/>
                <a:gd name="connsiteY22" fmla="*/ 368538 h 378014"/>
                <a:gd name="connsiteX23" fmla="*/ 56563 w 419180"/>
                <a:gd name="connsiteY23" fmla="*/ 337475 h 378014"/>
                <a:gd name="connsiteX24" fmla="*/ 14793 w 419180"/>
                <a:gd name="connsiteY24" fmla="*/ 279035 h 378014"/>
                <a:gd name="connsiteX25" fmla="*/ 0 w 419180"/>
                <a:gd name="connsiteY25" fmla="*/ 189533 h 37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9180" h="378014">
                  <a:moveTo>
                    <a:pt x="0" y="189533"/>
                  </a:moveTo>
                  <a:cubicBezTo>
                    <a:pt x="0" y="154264"/>
                    <a:pt x="4757" y="124784"/>
                    <a:pt x="14793" y="100562"/>
                  </a:cubicBezTo>
                  <a:cubicBezTo>
                    <a:pt x="24307" y="76340"/>
                    <a:pt x="38057" y="56869"/>
                    <a:pt x="56563" y="41591"/>
                  </a:cubicBezTo>
                  <a:cubicBezTo>
                    <a:pt x="74536" y="26857"/>
                    <a:pt x="96731" y="16330"/>
                    <a:pt x="123162" y="9476"/>
                  </a:cubicBezTo>
                  <a:cubicBezTo>
                    <a:pt x="149593" y="3167"/>
                    <a:pt x="179191" y="0"/>
                    <a:pt x="212490" y="0"/>
                  </a:cubicBezTo>
                  <a:cubicBezTo>
                    <a:pt x="273289" y="0"/>
                    <a:pt x="321915" y="10008"/>
                    <a:pt x="357860" y="29492"/>
                  </a:cubicBezTo>
                  <a:cubicBezTo>
                    <a:pt x="393271" y="49496"/>
                    <a:pt x="413889" y="84245"/>
                    <a:pt x="418647" y="133209"/>
                  </a:cubicBezTo>
                  <a:lnTo>
                    <a:pt x="318214" y="133209"/>
                  </a:lnTo>
                  <a:cubicBezTo>
                    <a:pt x="314513" y="110038"/>
                    <a:pt x="303409" y="94773"/>
                    <a:pt x="285436" y="87400"/>
                  </a:cubicBezTo>
                  <a:cubicBezTo>
                    <a:pt x="267464" y="80027"/>
                    <a:pt x="243157" y="76340"/>
                    <a:pt x="212490" y="76340"/>
                  </a:cubicBezTo>
                  <a:cubicBezTo>
                    <a:pt x="196108" y="76340"/>
                    <a:pt x="181302" y="77392"/>
                    <a:pt x="167565" y="80027"/>
                  </a:cubicBezTo>
                  <a:cubicBezTo>
                    <a:pt x="153816" y="82662"/>
                    <a:pt x="142190" y="87400"/>
                    <a:pt x="132142" y="94241"/>
                  </a:cubicBezTo>
                  <a:cubicBezTo>
                    <a:pt x="122106" y="101094"/>
                    <a:pt x="114704" y="110038"/>
                    <a:pt x="109412" y="122149"/>
                  </a:cubicBezTo>
                  <a:cubicBezTo>
                    <a:pt x="103599" y="134260"/>
                    <a:pt x="100954" y="149526"/>
                    <a:pt x="100954" y="167946"/>
                  </a:cubicBezTo>
                  <a:lnTo>
                    <a:pt x="100954" y="210068"/>
                  </a:lnTo>
                  <a:cubicBezTo>
                    <a:pt x="100954" y="246401"/>
                    <a:pt x="111002" y="271143"/>
                    <a:pt x="131620" y="283254"/>
                  </a:cubicBezTo>
                  <a:cubicBezTo>
                    <a:pt x="152239" y="295365"/>
                    <a:pt x="179191" y="301674"/>
                    <a:pt x="212490" y="301674"/>
                  </a:cubicBezTo>
                  <a:cubicBezTo>
                    <a:pt x="242101" y="301674"/>
                    <a:pt x="265886" y="297987"/>
                    <a:pt x="283859" y="290627"/>
                  </a:cubicBezTo>
                  <a:cubicBezTo>
                    <a:pt x="301831" y="283774"/>
                    <a:pt x="313457" y="269559"/>
                    <a:pt x="318748" y="247972"/>
                  </a:cubicBezTo>
                  <a:lnTo>
                    <a:pt x="419181" y="247972"/>
                  </a:lnTo>
                  <a:cubicBezTo>
                    <a:pt x="413355" y="294833"/>
                    <a:pt x="392750" y="328531"/>
                    <a:pt x="357326" y="348003"/>
                  </a:cubicBezTo>
                  <a:cubicBezTo>
                    <a:pt x="321381" y="368019"/>
                    <a:pt x="273289" y="378014"/>
                    <a:pt x="212490" y="378014"/>
                  </a:cubicBezTo>
                  <a:cubicBezTo>
                    <a:pt x="179191" y="378014"/>
                    <a:pt x="149593" y="374860"/>
                    <a:pt x="123162" y="368538"/>
                  </a:cubicBezTo>
                  <a:cubicBezTo>
                    <a:pt x="96731" y="362229"/>
                    <a:pt x="74536" y="351689"/>
                    <a:pt x="56563" y="337475"/>
                  </a:cubicBezTo>
                  <a:cubicBezTo>
                    <a:pt x="38057" y="323261"/>
                    <a:pt x="24307" y="303790"/>
                    <a:pt x="14793" y="279035"/>
                  </a:cubicBezTo>
                  <a:cubicBezTo>
                    <a:pt x="4757" y="254826"/>
                    <a:pt x="0" y="224814"/>
                    <a:pt x="0" y="18953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E5A4B684-BA55-77AD-54D3-DE0845FAB97F}"/>
                </a:ext>
              </a:extLst>
            </p:cNvPr>
            <p:cNvSpPr/>
            <p:nvPr/>
          </p:nvSpPr>
          <p:spPr>
            <a:xfrm>
              <a:off x="5217125" y="1986147"/>
              <a:ext cx="398447" cy="379248"/>
            </a:xfrm>
            <a:custGeom>
              <a:avLst/>
              <a:gdLst>
                <a:gd name="connsiteX0" fmla="*/ 0 w 381658"/>
                <a:gd name="connsiteY0" fmla="*/ 0 h 363268"/>
                <a:gd name="connsiteX1" fmla="*/ 248982 w 381658"/>
                <a:gd name="connsiteY1" fmla="*/ 0 h 363268"/>
                <a:gd name="connsiteX2" fmla="*/ 349415 w 381658"/>
                <a:gd name="connsiteY2" fmla="*/ 33166 h 363268"/>
                <a:gd name="connsiteX3" fmla="*/ 381658 w 381658"/>
                <a:gd name="connsiteY3" fmla="*/ 124772 h 363268"/>
                <a:gd name="connsiteX4" fmla="*/ 349415 w 381658"/>
                <a:gd name="connsiteY4" fmla="*/ 217961 h 363268"/>
                <a:gd name="connsiteX5" fmla="*/ 248982 w 381658"/>
                <a:gd name="connsiteY5" fmla="*/ 251127 h 363268"/>
                <a:gd name="connsiteX6" fmla="*/ 99377 w 381658"/>
                <a:gd name="connsiteY6" fmla="*/ 251127 h 363268"/>
                <a:gd name="connsiteX7" fmla="*/ 99377 w 381658"/>
                <a:gd name="connsiteY7" fmla="*/ 363268 h 363268"/>
                <a:gd name="connsiteX8" fmla="*/ 0 w 381658"/>
                <a:gd name="connsiteY8" fmla="*/ 363268 h 363268"/>
                <a:gd name="connsiteX9" fmla="*/ 0 w 381658"/>
                <a:gd name="connsiteY9" fmla="*/ 0 h 363268"/>
                <a:gd name="connsiteX10" fmla="*/ 280692 w 381658"/>
                <a:gd name="connsiteY10" fmla="*/ 132677 h 363268"/>
                <a:gd name="connsiteX11" fmla="*/ 280692 w 381658"/>
                <a:gd name="connsiteY11" fmla="*/ 117931 h 363268"/>
                <a:gd name="connsiteX12" fmla="*/ 270122 w 381658"/>
                <a:gd name="connsiteY12" fmla="*/ 88451 h 363268"/>
                <a:gd name="connsiteX13" fmla="*/ 234698 w 381658"/>
                <a:gd name="connsiteY13" fmla="*/ 76872 h 363268"/>
                <a:gd name="connsiteX14" fmla="*/ 99377 w 381658"/>
                <a:gd name="connsiteY14" fmla="*/ 76872 h 363268"/>
                <a:gd name="connsiteX15" fmla="*/ 99377 w 381658"/>
                <a:gd name="connsiteY15" fmla="*/ 174267 h 363268"/>
                <a:gd name="connsiteX16" fmla="*/ 234698 w 381658"/>
                <a:gd name="connsiteY16" fmla="*/ 174267 h 363268"/>
                <a:gd name="connsiteX17" fmla="*/ 270122 w 381658"/>
                <a:gd name="connsiteY17" fmla="*/ 162688 h 363268"/>
                <a:gd name="connsiteX18" fmla="*/ 280692 w 381658"/>
                <a:gd name="connsiteY18" fmla="*/ 13267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58" h="363268">
                  <a:moveTo>
                    <a:pt x="0" y="0"/>
                  </a:moveTo>
                  <a:lnTo>
                    <a:pt x="248982" y="0"/>
                  </a:lnTo>
                  <a:cubicBezTo>
                    <a:pt x="293907" y="0"/>
                    <a:pt x="327741" y="11060"/>
                    <a:pt x="349415" y="33166"/>
                  </a:cubicBezTo>
                  <a:cubicBezTo>
                    <a:pt x="371089" y="55285"/>
                    <a:pt x="381658" y="85816"/>
                    <a:pt x="381658" y="124772"/>
                  </a:cubicBezTo>
                  <a:cubicBezTo>
                    <a:pt x="381658" y="164791"/>
                    <a:pt x="371089" y="195854"/>
                    <a:pt x="349415" y="217961"/>
                  </a:cubicBezTo>
                  <a:cubicBezTo>
                    <a:pt x="327741" y="240080"/>
                    <a:pt x="293907" y="251127"/>
                    <a:pt x="248982" y="251127"/>
                  </a:cubicBezTo>
                  <a:lnTo>
                    <a:pt x="99377" y="251127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80692" y="132677"/>
                  </a:moveTo>
                  <a:lnTo>
                    <a:pt x="280692" y="117931"/>
                  </a:lnTo>
                  <a:cubicBezTo>
                    <a:pt x="280692" y="105820"/>
                    <a:pt x="276990" y="96344"/>
                    <a:pt x="270122" y="88451"/>
                  </a:cubicBezTo>
                  <a:cubicBezTo>
                    <a:pt x="262719" y="80559"/>
                    <a:pt x="251094" y="76872"/>
                    <a:pt x="234698" y="76872"/>
                  </a:cubicBezTo>
                  <a:lnTo>
                    <a:pt x="99377" y="76872"/>
                  </a:lnTo>
                  <a:lnTo>
                    <a:pt x="99377" y="174267"/>
                  </a:lnTo>
                  <a:lnTo>
                    <a:pt x="234698" y="174267"/>
                  </a:lnTo>
                  <a:cubicBezTo>
                    <a:pt x="251094" y="174267"/>
                    <a:pt x="262719" y="170581"/>
                    <a:pt x="270122" y="162688"/>
                  </a:cubicBezTo>
                  <a:cubicBezTo>
                    <a:pt x="276990" y="155315"/>
                    <a:pt x="280692" y="145307"/>
                    <a:pt x="280692" y="13267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09919A7-B129-BEBC-CD91-0622121F568E}"/>
                </a:ext>
              </a:extLst>
            </p:cNvPr>
            <p:cNvSpPr/>
            <p:nvPr/>
          </p:nvSpPr>
          <p:spPr>
            <a:xfrm>
              <a:off x="4777805" y="1986147"/>
              <a:ext cx="349328" cy="379248"/>
            </a:xfrm>
            <a:custGeom>
              <a:avLst/>
              <a:gdLst>
                <a:gd name="connsiteX0" fmla="*/ 0 w 334609"/>
                <a:gd name="connsiteY0" fmla="*/ 0 h 363268"/>
                <a:gd name="connsiteX1" fmla="*/ 332486 w 334609"/>
                <a:gd name="connsiteY1" fmla="*/ 0 h 363268"/>
                <a:gd name="connsiteX2" fmla="*/ 332486 w 334609"/>
                <a:gd name="connsiteY2" fmla="*/ 75821 h 363268"/>
                <a:gd name="connsiteX3" fmla="*/ 99377 w 334609"/>
                <a:gd name="connsiteY3" fmla="*/ 75821 h 363268"/>
                <a:gd name="connsiteX4" fmla="*/ 99377 w 334609"/>
                <a:gd name="connsiteY4" fmla="*/ 141101 h 363268"/>
                <a:gd name="connsiteX5" fmla="*/ 279102 w 334609"/>
                <a:gd name="connsiteY5" fmla="*/ 141101 h 363268"/>
                <a:gd name="connsiteX6" fmla="*/ 279102 w 334609"/>
                <a:gd name="connsiteY6" fmla="*/ 214274 h 363268"/>
                <a:gd name="connsiteX7" fmla="*/ 99377 w 334609"/>
                <a:gd name="connsiteY7" fmla="*/ 214274 h 363268"/>
                <a:gd name="connsiteX8" fmla="*/ 99377 w 334609"/>
                <a:gd name="connsiteY8" fmla="*/ 287460 h 363268"/>
                <a:gd name="connsiteX9" fmla="*/ 334610 w 334609"/>
                <a:gd name="connsiteY9" fmla="*/ 287460 h 363268"/>
                <a:gd name="connsiteX10" fmla="*/ 334610 w 334609"/>
                <a:gd name="connsiteY10" fmla="*/ 363268 h 363268"/>
                <a:gd name="connsiteX11" fmla="*/ 0 w 334609"/>
                <a:gd name="connsiteY11" fmla="*/ 363268 h 363268"/>
                <a:gd name="connsiteX12" fmla="*/ 0 w 334609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102" y="141101"/>
                  </a:lnTo>
                  <a:lnTo>
                    <a:pt x="279102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610" y="287460"/>
                  </a:lnTo>
                  <a:lnTo>
                    <a:pt x="334610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5F8C108-436B-0897-4108-9BE9CBCFAD7C}"/>
                </a:ext>
              </a:extLst>
            </p:cNvPr>
            <p:cNvSpPr/>
            <p:nvPr/>
          </p:nvSpPr>
          <p:spPr>
            <a:xfrm>
              <a:off x="4299684" y="1986147"/>
              <a:ext cx="389603" cy="379248"/>
            </a:xfrm>
            <a:custGeom>
              <a:avLst/>
              <a:gdLst>
                <a:gd name="connsiteX0" fmla="*/ 0 w 373187"/>
                <a:gd name="connsiteY0" fmla="*/ 0 h 363268"/>
                <a:gd name="connsiteX1" fmla="*/ 247914 w 373187"/>
                <a:gd name="connsiteY1" fmla="*/ 0 h 363268"/>
                <a:gd name="connsiteX2" fmla="*/ 332486 w 373187"/>
                <a:gd name="connsiteY2" fmla="*/ 22119 h 363268"/>
                <a:gd name="connsiteX3" fmla="*/ 362084 w 373187"/>
                <a:gd name="connsiteY3" fmla="*/ 87919 h 363268"/>
                <a:gd name="connsiteX4" fmla="*/ 349402 w 373187"/>
                <a:gd name="connsiteY4" fmla="*/ 136883 h 363268"/>
                <a:gd name="connsiteX5" fmla="*/ 302888 w 373187"/>
                <a:gd name="connsiteY5" fmla="*/ 170581 h 363268"/>
                <a:gd name="connsiteX6" fmla="*/ 356805 w 373187"/>
                <a:gd name="connsiteY6" fmla="*/ 202695 h 363268"/>
                <a:gd name="connsiteX7" fmla="*/ 373188 w 373187"/>
                <a:gd name="connsiteY7" fmla="*/ 256929 h 363268"/>
                <a:gd name="connsiteX8" fmla="*/ 343589 w 373187"/>
                <a:gd name="connsiteY8" fmla="*/ 335892 h 363268"/>
                <a:gd name="connsiteX9" fmla="*/ 253193 w 373187"/>
                <a:gd name="connsiteY9" fmla="*/ 363268 h 363268"/>
                <a:gd name="connsiteX10" fmla="*/ 0 w 373187"/>
                <a:gd name="connsiteY10" fmla="*/ 363268 h 363268"/>
                <a:gd name="connsiteX11" fmla="*/ 0 w 373187"/>
                <a:gd name="connsiteY11" fmla="*/ 0 h 363268"/>
                <a:gd name="connsiteX12" fmla="*/ 262707 w 373187"/>
                <a:gd name="connsiteY12" fmla="*/ 109506 h 363268"/>
                <a:gd name="connsiteX13" fmla="*/ 262707 w 373187"/>
                <a:gd name="connsiteY13" fmla="*/ 99511 h 363268"/>
                <a:gd name="connsiteX14" fmla="*/ 251603 w 373187"/>
                <a:gd name="connsiteY14" fmla="*/ 73705 h 363268"/>
                <a:gd name="connsiteX15" fmla="*/ 218838 w 373187"/>
                <a:gd name="connsiteY15" fmla="*/ 64761 h 363268"/>
                <a:gd name="connsiteX16" fmla="*/ 98321 w 373187"/>
                <a:gd name="connsiteY16" fmla="*/ 64761 h 363268"/>
                <a:gd name="connsiteX17" fmla="*/ 98321 w 373187"/>
                <a:gd name="connsiteY17" fmla="*/ 146359 h 363268"/>
                <a:gd name="connsiteX18" fmla="*/ 218838 w 373187"/>
                <a:gd name="connsiteY18" fmla="*/ 146359 h 363268"/>
                <a:gd name="connsiteX19" fmla="*/ 251603 w 373187"/>
                <a:gd name="connsiteY19" fmla="*/ 136883 h 363268"/>
                <a:gd name="connsiteX20" fmla="*/ 262707 w 373187"/>
                <a:gd name="connsiteY20" fmla="*/ 109506 h 363268"/>
                <a:gd name="connsiteX21" fmla="*/ 273811 w 373187"/>
                <a:gd name="connsiteY21" fmla="*/ 259032 h 363268"/>
                <a:gd name="connsiteX22" fmla="*/ 273811 w 373187"/>
                <a:gd name="connsiteY22" fmla="*/ 245337 h 363268"/>
                <a:gd name="connsiteX23" fmla="*/ 261651 w 373187"/>
                <a:gd name="connsiteY23" fmla="*/ 217441 h 363268"/>
                <a:gd name="connsiteX24" fmla="*/ 225185 w 373187"/>
                <a:gd name="connsiteY24" fmla="*/ 207965 h 363268"/>
                <a:gd name="connsiteX25" fmla="*/ 98321 w 373187"/>
                <a:gd name="connsiteY25" fmla="*/ 207965 h 363268"/>
                <a:gd name="connsiteX26" fmla="*/ 98321 w 373187"/>
                <a:gd name="connsiteY26" fmla="*/ 298519 h 363268"/>
                <a:gd name="connsiteX27" fmla="*/ 225185 w 373187"/>
                <a:gd name="connsiteY27" fmla="*/ 298519 h 363268"/>
                <a:gd name="connsiteX28" fmla="*/ 261129 w 373187"/>
                <a:gd name="connsiteY28" fmla="*/ 288511 h 363268"/>
                <a:gd name="connsiteX29" fmla="*/ 273811 w 373187"/>
                <a:gd name="connsiteY29" fmla="*/ 259032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3187" h="363268">
                  <a:moveTo>
                    <a:pt x="0" y="0"/>
                  </a:moveTo>
                  <a:lnTo>
                    <a:pt x="247914" y="0"/>
                  </a:lnTo>
                  <a:cubicBezTo>
                    <a:pt x="284381" y="0"/>
                    <a:pt x="312923" y="7373"/>
                    <a:pt x="332486" y="22119"/>
                  </a:cubicBezTo>
                  <a:cubicBezTo>
                    <a:pt x="352048" y="36853"/>
                    <a:pt x="362084" y="58972"/>
                    <a:pt x="362084" y="87919"/>
                  </a:cubicBezTo>
                  <a:cubicBezTo>
                    <a:pt x="362084" y="105820"/>
                    <a:pt x="357861" y="122149"/>
                    <a:pt x="349402" y="136883"/>
                  </a:cubicBezTo>
                  <a:cubicBezTo>
                    <a:pt x="340410" y="152148"/>
                    <a:pt x="325083" y="163208"/>
                    <a:pt x="302888" y="170581"/>
                  </a:cubicBezTo>
                  <a:cubicBezTo>
                    <a:pt x="327729" y="176902"/>
                    <a:pt x="345701" y="187430"/>
                    <a:pt x="356805" y="202695"/>
                  </a:cubicBezTo>
                  <a:cubicBezTo>
                    <a:pt x="367896" y="217961"/>
                    <a:pt x="373188" y="235861"/>
                    <a:pt x="373188" y="256929"/>
                  </a:cubicBezTo>
                  <a:cubicBezTo>
                    <a:pt x="373188" y="291146"/>
                    <a:pt x="363139" y="317471"/>
                    <a:pt x="343589" y="335892"/>
                  </a:cubicBezTo>
                  <a:cubicBezTo>
                    <a:pt x="323493" y="354324"/>
                    <a:pt x="293373" y="363268"/>
                    <a:pt x="253193" y="363268"/>
                  </a:cubicBez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62707" y="109506"/>
                  </a:moveTo>
                  <a:lnTo>
                    <a:pt x="262707" y="99511"/>
                  </a:lnTo>
                  <a:cubicBezTo>
                    <a:pt x="262707" y="88451"/>
                    <a:pt x="259005" y="79495"/>
                    <a:pt x="251603" y="73705"/>
                  </a:cubicBezTo>
                  <a:cubicBezTo>
                    <a:pt x="243679" y="67916"/>
                    <a:pt x="233109" y="64761"/>
                    <a:pt x="218838" y="64761"/>
                  </a:cubicBezTo>
                  <a:lnTo>
                    <a:pt x="98321" y="64761"/>
                  </a:lnTo>
                  <a:lnTo>
                    <a:pt x="98321" y="146359"/>
                  </a:lnTo>
                  <a:lnTo>
                    <a:pt x="218838" y="146359"/>
                  </a:lnTo>
                  <a:cubicBezTo>
                    <a:pt x="233109" y="146359"/>
                    <a:pt x="243679" y="143204"/>
                    <a:pt x="251603" y="136883"/>
                  </a:cubicBezTo>
                  <a:cubicBezTo>
                    <a:pt x="259005" y="130574"/>
                    <a:pt x="262707" y="121617"/>
                    <a:pt x="262707" y="109506"/>
                  </a:cubicBezTo>
                  <a:close/>
                  <a:moveTo>
                    <a:pt x="273811" y="259032"/>
                  </a:moveTo>
                  <a:lnTo>
                    <a:pt x="273811" y="245337"/>
                  </a:lnTo>
                  <a:cubicBezTo>
                    <a:pt x="273811" y="233226"/>
                    <a:pt x="269575" y="224282"/>
                    <a:pt x="261651" y="217441"/>
                  </a:cubicBezTo>
                  <a:cubicBezTo>
                    <a:pt x="253193" y="211120"/>
                    <a:pt x="241033" y="207965"/>
                    <a:pt x="225185" y="207965"/>
                  </a:cubicBezTo>
                  <a:lnTo>
                    <a:pt x="98321" y="207965"/>
                  </a:lnTo>
                  <a:lnTo>
                    <a:pt x="98321" y="298519"/>
                  </a:lnTo>
                  <a:lnTo>
                    <a:pt x="225185" y="298519"/>
                  </a:lnTo>
                  <a:cubicBezTo>
                    <a:pt x="240512" y="298519"/>
                    <a:pt x="252671" y="295352"/>
                    <a:pt x="261129" y="288511"/>
                  </a:cubicBezTo>
                  <a:cubicBezTo>
                    <a:pt x="269575" y="281671"/>
                    <a:pt x="273811" y="272195"/>
                    <a:pt x="273811" y="259032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F7E41BD4-8DAB-1E98-E0C9-A0007AFC0BA1}"/>
                </a:ext>
              </a:extLst>
            </p:cNvPr>
            <p:cNvSpPr/>
            <p:nvPr/>
          </p:nvSpPr>
          <p:spPr>
            <a:xfrm>
              <a:off x="3774117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A79B18A4-1B43-A65E-2016-1C1730C813F5}"/>
                </a:ext>
              </a:extLst>
            </p:cNvPr>
            <p:cNvSpPr/>
            <p:nvPr/>
          </p:nvSpPr>
          <p:spPr>
            <a:xfrm>
              <a:off x="3258803" y="1986147"/>
              <a:ext cx="409482" cy="379248"/>
            </a:xfrm>
            <a:custGeom>
              <a:avLst/>
              <a:gdLst>
                <a:gd name="connsiteX0" fmla="*/ 0 w 392228"/>
                <a:gd name="connsiteY0" fmla="*/ 0 h 363268"/>
                <a:gd name="connsiteX1" fmla="*/ 99377 w 392228"/>
                <a:gd name="connsiteY1" fmla="*/ 0 h 363268"/>
                <a:gd name="connsiteX2" fmla="*/ 99377 w 392228"/>
                <a:gd name="connsiteY2" fmla="*/ 136363 h 363268"/>
                <a:gd name="connsiteX3" fmla="*/ 292852 w 392228"/>
                <a:gd name="connsiteY3" fmla="*/ 136363 h 363268"/>
                <a:gd name="connsiteX4" fmla="*/ 292852 w 392228"/>
                <a:gd name="connsiteY4" fmla="*/ 0 h 363268"/>
                <a:gd name="connsiteX5" fmla="*/ 392228 w 392228"/>
                <a:gd name="connsiteY5" fmla="*/ 0 h 363268"/>
                <a:gd name="connsiteX6" fmla="*/ 392228 w 392228"/>
                <a:gd name="connsiteY6" fmla="*/ 363268 h 363268"/>
                <a:gd name="connsiteX7" fmla="*/ 292852 w 392228"/>
                <a:gd name="connsiteY7" fmla="*/ 363268 h 363268"/>
                <a:gd name="connsiteX8" fmla="*/ 292852 w 392228"/>
                <a:gd name="connsiteY8" fmla="*/ 216909 h 363268"/>
                <a:gd name="connsiteX9" fmla="*/ 99377 w 392228"/>
                <a:gd name="connsiteY9" fmla="*/ 216909 h 363268"/>
                <a:gd name="connsiteX10" fmla="*/ 99377 w 392228"/>
                <a:gd name="connsiteY10" fmla="*/ 363268 h 363268"/>
                <a:gd name="connsiteX11" fmla="*/ 0 w 392228"/>
                <a:gd name="connsiteY11" fmla="*/ 363268 h 363268"/>
                <a:gd name="connsiteX12" fmla="*/ 0 w 392228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8">
                  <a:moveTo>
                    <a:pt x="0" y="0"/>
                  </a:moveTo>
                  <a:lnTo>
                    <a:pt x="99377" y="0"/>
                  </a:lnTo>
                  <a:lnTo>
                    <a:pt x="99377" y="136363"/>
                  </a:lnTo>
                  <a:lnTo>
                    <a:pt x="292852" y="136363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8"/>
                  </a:lnTo>
                  <a:lnTo>
                    <a:pt x="292852" y="363268"/>
                  </a:lnTo>
                  <a:lnTo>
                    <a:pt x="292852" y="216909"/>
                  </a:lnTo>
                  <a:lnTo>
                    <a:pt x="99377" y="216909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A48824D1-BA7B-10F7-1E91-7B7A34505EFF}"/>
                </a:ext>
              </a:extLst>
            </p:cNvPr>
            <p:cNvSpPr/>
            <p:nvPr/>
          </p:nvSpPr>
          <p:spPr>
            <a:xfrm>
              <a:off x="2737751" y="1986147"/>
              <a:ext cx="454178" cy="379248"/>
            </a:xfrm>
            <a:custGeom>
              <a:avLst/>
              <a:gdLst>
                <a:gd name="connsiteX0" fmla="*/ 123162 w 435041"/>
                <a:gd name="connsiteY0" fmla="*/ 363268 h 363268"/>
                <a:gd name="connsiteX1" fmla="*/ 177614 w 435041"/>
                <a:gd name="connsiteY1" fmla="*/ 270611 h 363268"/>
                <a:gd name="connsiteX2" fmla="*/ 0 w 435041"/>
                <a:gd name="connsiteY2" fmla="*/ 0 h 363268"/>
                <a:gd name="connsiteX3" fmla="*/ 109425 w 435041"/>
                <a:gd name="connsiteY3" fmla="*/ 0 h 363268"/>
                <a:gd name="connsiteX4" fmla="*/ 229420 w 435041"/>
                <a:gd name="connsiteY4" fmla="*/ 183211 h 363268"/>
                <a:gd name="connsiteX5" fmla="*/ 337242 w 435041"/>
                <a:gd name="connsiteY5" fmla="*/ 0 h 363268"/>
                <a:gd name="connsiteX6" fmla="*/ 435042 w 435041"/>
                <a:gd name="connsiteY6" fmla="*/ 0 h 363268"/>
                <a:gd name="connsiteX7" fmla="*/ 220427 w 435041"/>
                <a:gd name="connsiteY7" fmla="*/ 363268 h 363268"/>
                <a:gd name="connsiteX8" fmla="*/ 123162 w 435041"/>
                <a:gd name="connsiteY8" fmla="*/ 363268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041" h="363268">
                  <a:moveTo>
                    <a:pt x="123162" y="363268"/>
                  </a:moveTo>
                  <a:lnTo>
                    <a:pt x="177614" y="270611"/>
                  </a:lnTo>
                  <a:lnTo>
                    <a:pt x="0" y="0"/>
                  </a:lnTo>
                  <a:lnTo>
                    <a:pt x="109425" y="0"/>
                  </a:lnTo>
                  <a:lnTo>
                    <a:pt x="229420" y="183211"/>
                  </a:lnTo>
                  <a:lnTo>
                    <a:pt x="337242" y="0"/>
                  </a:lnTo>
                  <a:lnTo>
                    <a:pt x="435042" y="0"/>
                  </a:lnTo>
                  <a:lnTo>
                    <a:pt x="220427" y="363268"/>
                  </a:lnTo>
                  <a:lnTo>
                    <a:pt x="123162" y="363268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E3E6F0D-4F7B-C5FE-F074-4ACB5B919561}"/>
                </a:ext>
              </a:extLst>
            </p:cNvPr>
            <p:cNvSpPr/>
            <p:nvPr/>
          </p:nvSpPr>
          <p:spPr>
            <a:xfrm>
              <a:off x="7767078" y="1292317"/>
              <a:ext cx="418856" cy="502916"/>
            </a:xfrm>
            <a:custGeom>
              <a:avLst/>
              <a:gdLst>
                <a:gd name="connsiteX0" fmla="*/ 301831 w 401207"/>
                <a:gd name="connsiteY0" fmla="*/ 240076 h 481725"/>
                <a:gd name="connsiteX1" fmla="*/ 106779 w 401207"/>
                <a:gd name="connsiteY1" fmla="*/ 481726 h 481725"/>
                <a:gd name="connsiteX2" fmla="*/ 0 w 401207"/>
                <a:gd name="connsiteY2" fmla="*/ 481726 h 481725"/>
                <a:gd name="connsiteX3" fmla="*/ 0 w 401207"/>
                <a:gd name="connsiteY3" fmla="*/ 118459 h 481725"/>
                <a:gd name="connsiteX4" fmla="*/ 99377 w 401207"/>
                <a:gd name="connsiteY4" fmla="*/ 118459 h 481725"/>
                <a:gd name="connsiteX5" fmla="*/ 99377 w 401207"/>
                <a:gd name="connsiteY5" fmla="*/ 360114 h 481725"/>
                <a:gd name="connsiteX6" fmla="*/ 294429 w 401207"/>
                <a:gd name="connsiteY6" fmla="*/ 118459 h 481725"/>
                <a:gd name="connsiteX7" fmla="*/ 401208 w 401207"/>
                <a:gd name="connsiteY7" fmla="*/ 118459 h 481725"/>
                <a:gd name="connsiteX8" fmla="*/ 401208 w 401207"/>
                <a:gd name="connsiteY8" fmla="*/ 481726 h 481725"/>
                <a:gd name="connsiteX9" fmla="*/ 301831 w 401207"/>
                <a:gd name="connsiteY9" fmla="*/ 481726 h 481725"/>
                <a:gd name="connsiteX10" fmla="*/ 301831 w 401207"/>
                <a:gd name="connsiteY10" fmla="*/ 240076 h 481725"/>
                <a:gd name="connsiteX11" fmla="*/ 78759 w 401207"/>
                <a:gd name="connsiteY11" fmla="*/ 0 h 481725"/>
                <a:gd name="connsiteX12" fmla="*/ 158051 w 401207"/>
                <a:gd name="connsiteY12" fmla="*/ 0 h 481725"/>
                <a:gd name="connsiteX13" fmla="*/ 170211 w 401207"/>
                <a:gd name="connsiteY13" fmla="*/ 30009 h 481725"/>
                <a:gd name="connsiteX14" fmla="*/ 201933 w 401207"/>
                <a:gd name="connsiteY14" fmla="*/ 38959 h 481725"/>
                <a:gd name="connsiteX15" fmla="*/ 233642 w 401207"/>
                <a:gd name="connsiteY15" fmla="*/ 30009 h 481725"/>
                <a:gd name="connsiteX16" fmla="*/ 245268 w 401207"/>
                <a:gd name="connsiteY16" fmla="*/ 0 h 481725"/>
                <a:gd name="connsiteX17" fmla="*/ 325095 w 401207"/>
                <a:gd name="connsiteY17" fmla="*/ 0 h 481725"/>
                <a:gd name="connsiteX18" fmla="*/ 293373 w 401207"/>
                <a:gd name="connsiteY18" fmla="*/ 68970 h 481725"/>
                <a:gd name="connsiteX19" fmla="*/ 201933 w 401207"/>
                <a:gd name="connsiteY19" fmla="*/ 92134 h 481725"/>
                <a:gd name="connsiteX20" fmla="*/ 110480 w 401207"/>
                <a:gd name="connsiteY20" fmla="*/ 68970 h 481725"/>
                <a:gd name="connsiteX21" fmla="*/ 78759 w 401207"/>
                <a:gd name="connsiteY21" fmla="*/ 0 h 48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207" h="481725">
                  <a:moveTo>
                    <a:pt x="301831" y="240076"/>
                  </a:moveTo>
                  <a:lnTo>
                    <a:pt x="106779" y="481726"/>
                  </a:lnTo>
                  <a:lnTo>
                    <a:pt x="0" y="481726"/>
                  </a:lnTo>
                  <a:lnTo>
                    <a:pt x="0" y="118459"/>
                  </a:lnTo>
                  <a:lnTo>
                    <a:pt x="99377" y="118459"/>
                  </a:lnTo>
                  <a:lnTo>
                    <a:pt x="99377" y="360114"/>
                  </a:lnTo>
                  <a:lnTo>
                    <a:pt x="294429" y="118459"/>
                  </a:lnTo>
                  <a:lnTo>
                    <a:pt x="401208" y="118459"/>
                  </a:lnTo>
                  <a:lnTo>
                    <a:pt x="401208" y="481726"/>
                  </a:lnTo>
                  <a:lnTo>
                    <a:pt x="301831" y="481726"/>
                  </a:lnTo>
                  <a:lnTo>
                    <a:pt x="301831" y="240076"/>
                  </a:lnTo>
                  <a:close/>
                  <a:moveTo>
                    <a:pt x="78759" y="0"/>
                  </a:moveTo>
                  <a:lnTo>
                    <a:pt x="158051" y="0"/>
                  </a:lnTo>
                  <a:cubicBezTo>
                    <a:pt x="159107" y="14215"/>
                    <a:pt x="163342" y="24218"/>
                    <a:pt x="170211" y="30009"/>
                  </a:cubicBezTo>
                  <a:cubicBezTo>
                    <a:pt x="177080" y="35801"/>
                    <a:pt x="187662" y="38959"/>
                    <a:pt x="201933" y="38959"/>
                  </a:cubicBezTo>
                  <a:cubicBezTo>
                    <a:pt x="216204" y="38959"/>
                    <a:pt x="226774" y="35801"/>
                    <a:pt x="233642" y="30009"/>
                  </a:cubicBezTo>
                  <a:cubicBezTo>
                    <a:pt x="240511" y="24218"/>
                    <a:pt x="244747" y="14215"/>
                    <a:pt x="245268" y="0"/>
                  </a:cubicBezTo>
                  <a:lnTo>
                    <a:pt x="325095" y="0"/>
                  </a:lnTo>
                  <a:cubicBezTo>
                    <a:pt x="324040" y="30536"/>
                    <a:pt x="313457" y="53702"/>
                    <a:pt x="293373" y="68970"/>
                  </a:cubicBezTo>
                  <a:cubicBezTo>
                    <a:pt x="273289" y="84238"/>
                    <a:pt x="242635" y="92134"/>
                    <a:pt x="201933" y="92134"/>
                  </a:cubicBezTo>
                  <a:cubicBezTo>
                    <a:pt x="161231" y="92134"/>
                    <a:pt x="130565" y="84238"/>
                    <a:pt x="110480" y="68970"/>
                  </a:cubicBezTo>
                  <a:cubicBezTo>
                    <a:pt x="89863" y="53702"/>
                    <a:pt x="79293" y="30536"/>
                    <a:pt x="78759" y="0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1A34A5CB-F97A-A515-A005-62F4B74773DB}"/>
                </a:ext>
              </a:extLst>
            </p:cNvPr>
            <p:cNvSpPr/>
            <p:nvPr/>
          </p:nvSpPr>
          <p:spPr>
            <a:xfrm>
              <a:off x="7120274" y="1415987"/>
              <a:ext cx="540266" cy="379246"/>
            </a:xfrm>
            <a:custGeom>
              <a:avLst/>
              <a:gdLst>
                <a:gd name="connsiteX0" fmla="*/ 0 w 517501"/>
                <a:gd name="connsiteY0" fmla="*/ 0 h 363266"/>
                <a:gd name="connsiteX1" fmla="*/ 99377 w 517501"/>
                <a:gd name="connsiteY1" fmla="*/ 0 h 363266"/>
                <a:gd name="connsiteX2" fmla="*/ 99377 w 517501"/>
                <a:gd name="connsiteY2" fmla="*/ 112667 h 363266"/>
                <a:gd name="connsiteX3" fmla="*/ 248436 w 517501"/>
                <a:gd name="connsiteY3" fmla="*/ 112667 h 363266"/>
                <a:gd name="connsiteX4" fmla="*/ 348868 w 517501"/>
                <a:gd name="connsiteY4" fmla="*/ 145836 h 363266"/>
                <a:gd name="connsiteX5" fmla="*/ 381111 w 517501"/>
                <a:gd name="connsiteY5" fmla="*/ 238496 h 363266"/>
                <a:gd name="connsiteX6" fmla="*/ 348868 w 517501"/>
                <a:gd name="connsiteY6" fmla="*/ 330101 h 363266"/>
                <a:gd name="connsiteX7" fmla="*/ 248436 w 517501"/>
                <a:gd name="connsiteY7" fmla="*/ 363267 h 363266"/>
                <a:gd name="connsiteX8" fmla="*/ 0 w 517501"/>
                <a:gd name="connsiteY8" fmla="*/ 363267 h 363266"/>
                <a:gd name="connsiteX9" fmla="*/ 0 w 517501"/>
                <a:gd name="connsiteY9" fmla="*/ 0 h 363266"/>
                <a:gd name="connsiteX10" fmla="*/ 280158 w 517501"/>
                <a:gd name="connsiteY10" fmla="*/ 245867 h 363266"/>
                <a:gd name="connsiteX11" fmla="*/ 280158 w 517501"/>
                <a:gd name="connsiteY11" fmla="*/ 229546 h 363266"/>
                <a:gd name="connsiteX12" fmla="*/ 269053 w 517501"/>
                <a:gd name="connsiteY12" fmla="*/ 201116 h 363266"/>
                <a:gd name="connsiteX13" fmla="*/ 233109 w 517501"/>
                <a:gd name="connsiteY13" fmla="*/ 190587 h 363266"/>
                <a:gd name="connsiteX14" fmla="*/ 99377 w 517501"/>
                <a:gd name="connsiteY14" fmla="*/ 190587 h 363266"/>
                <a:gd name="connsiteX15" fmla="*/ 99377 w 517501"/>
                <a:gd name="connsiteY15" fmla="*/ 285356 h 363266"/>
                <a:gd name="connsiteX16" fmla="*/ 233109 w 517501"/>
                <a:gd name="connsiteY16" fmla="*/ 285356 h 363266"/>
                <a:gd name="connsiteX17" fmla="*/ 269053 w 517501"/>
                <a:gd name="connsiteY17" fmla="*/ 274296 h 363266"/>
                <a:gd name="connsiteX18" fmla="*/ 280158 w 517501"/>
                <a:gd name="connsiteY18" fmla="*/ 245867 h 363266"/>
                <a:gd name="connsiteX19" fmla="*/ 418125 w 517501"/>
                <a:gd name="connsiteY19" fmla="*/ 0 h 363266"/>
                <a:gd name="connsiteX20" fmla="*/ 517502 w 517501"/>
                <a:gd name="connsiteY20" fmla="*/ 0 h 363266"/>
                <a:gd name="connsiteX21" fmla="*/ 517502 w 517501"/>
                <a:gd name="connsiteY21" fmla="*/ 363267 h 363266"/>
                <a:gd name="connsiteX22" fmla="*/ 418125 w 517501"/>
                <a:gd name="connsiteY22" fmla="*/ 363267 h 363266"/>
                <a:gd name="connsiteX23" fmla="*/ 418125 w 517501"/>
                <a:gd name="connsiteY23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7501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36" y="112667"/>
                  </a:lnTo>
                  <a:cubicBezTo>
                    <a:pt x="293373" y="112667"/>
                    <a:pt x="327194" y="123723"/>
                    <a:pt x="348868" y="145836"/>
                  </a:cubicBezTo>
                  <a:cubicBezTo>
                    <a:pt x="370542" y="167948"/>
                    <a:pt x="381111" y="199010"/>
                    <a:pt x="381111" y="238496"/>
                  </a:cubicBezTo>
                  <a:cubicBezTo>
                    <a:pt x="381111" y="277451"/>
                    <a:pt x="370542" y="307994"/>
                    <a:pt x="348868" y="330101"/>
                  </a:cubicBezTo>
                  <a:cubicBezTo>
                    <a:pt x="327194" y="352220"/>
                    <a:pt x="293373" y="363267"/>
                    <a:pt x="248436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7" y="208487"/>
                    <a:pt x="269053" y="201116"/>
                  </a:cubicBezTo>
                  <a:cubicBezTo>
                    <a:pt x="261129" y="194272"/>
                    <a:pt x="249491" y="190587"/>
                    <a:pt x="233109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09" y="285356"/>
                  </a:lnTo>
                  <a:cubicBezTo>
                    <a:pt x="249491" y="285356"/>
                    <a:pt x="261129" y="281669"/>
                    <a:pt x="269053" y="274296"/>
                  </a:cubicBezTo>
                  <a:cubicBezTo>
                    <a:pt x="276457" y="267455"/>
                    <a:pt x="280158" y="257977"/>
                    <a:pt x="280158" y="245867"/>
                  </a:cubicBezTo>
                  <a:close/>
                  <a:moveTo>
                    <a:pt x="418125" y="0"/>
                  </a:moveTo>
                  <a:lnTo>
                    <a:pt x="517502" y="0"/>
                  </a:lnTo>
                  <a:lnTo>
                    <a:pt x="517502" y="363267"/>
                  </a:lnTo>
                  <a:lnTo>
                    <a:pt x="418125" y="363267"/>
                  </a:lnTo>
                  <a:lnTo>
                    <a:pt x="418125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C15598F6-5765-A83C-BC4B-C99206AD2B59}"/>
                </a:ext>
              </a:extLst>
            </p:cNvPr>
            <p:cNvSpPr/>
            <p:nvPr/>
          </p:nvSpPr>
          <p:spPr>
            <a:xfrm>
              <a:off x="6604959" y="1415987"/>
              <a:ext cx="409468" cy="379246"/>
            </a:xfrm>
            <a:custGeom>
              <a:avLst/>
              <a:gdLst>
                <a:gd name="connsiteX0" fmla="*/ 0 w 392215"/>
                <a:gd name="connsiteY0" fmla="*/ 0 h 363266"/>
                <a:gd name="connsiteX1" fmla="*/ 99377 w 392215"/>
                <a:gd name="connsiteY1" fmla="*/ 0 h 363266"/>
                <a:gd name="connsiteX2" fmla="*/ 99377 w 392215"/>
                <a:gd name="connsiteY2" fmla="*/ 136358 h 363266"/>
                <a:gd name="connsiteX3" fmla="*/ 292839 w 392215"/>
                <a:gd name="connsiteY3" fmla="*/ 136358 h 363266"/>
                <a:gd name="connsiteX4" fmla="*/ 292839 w 392215"/>
                <a:gd name="connsiteY4" fmla="*/ 0 h 363266"/>
                <a:gd name="connsiteX5" fmla="*/ 392216 w 392215"/>
                <a:gd name="connsiteY5" fmla="*/ 0 h 363266"/>
                <a:gd name="connsiteX6" fmla="*/ 392216 w 392215"/>
                <a:gd name="connsiteY6" fmla="*/ 363267 h 363266"/>
                <a:gd name="connsiteX7" fmla="*/ 292839 w 392215"/>
                <a:gd name="connsiteY7" fmla="*/ 363267 h 363266"/>
                <a:gd name="connsiteX8" fmla="*/ 292839 w 392215"/>
                <a:gd name="connsiteY8" fmla="*/ 216911 h 363266"/>
                <a:gd name="connsiteX9" fmla="*/ 99377 w 392215"/>
                <a:gd name="connsiteY9" fmla="*/ 216911 h 363266"/>
                <a:gd name="connsiteX10" fmla="*/ 99377 w 392215"/>
                <a:gd name="connsiteY10" fmla="*/ 363267 h 363266"/>
                <a:gd name="connsiteX11" fmla="*/ 0 w 392215"/>
                <a:gd name="connsiteY11" fmla="*/ 363267 h 363266"/>
                <a:gd name="connsiteX12" fmla="*/ 0 w 392215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15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39" y="136358"/>
                  </a:lnTo>
                  <a:lnTo>
                    <a:pt x="292839" y="0"/>
                  </a:lnTo>
                  <a:lnTo>
                    <a:pt x="392216" y="0"/>
                  </a:lnTo>
                  <a:lnTo>
                    <a:pt x="392216" y="363267"/>
                  </a:lnTo>
                  <a:lnTo>
                    <a:pt x="292839" y="363267"/>
                  </a:lnTo>
                  <a:lnTo>
                    <a:pt x="292839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9416242-5E71-6EF8-345A-BA7DEF041C9D}"/>
                </a:ext>
              </a:extLst>
            </p:cNvPr>
            <p:cNvSpPr/>
            <p:nvPr/>
          </p:nvSpPr>
          <p:spPr>
            <a:xfrm>
              <a:off x="6136784" y="1415987"/>
              <a:ext cx="397889" cy="379246"/>
            </a:xfrm>
            <a:custGeom>
              <a:avLst/>
              <a:gdLst>
                <a:gd name="connsiteX0" fmla="*/ 0 w 381124"/>
                <a:gd name="connsiteY0" fmla="*/ 0 h 363266"/>
                <a:gd name="connsiteX1" fmla="*/ 99377 w 381124"/>
                <a:gd name="connsiteY1" fmla="*/ 0 h 363266"/>
                <a:gd name="connsiteX2" fmla="*/ 99377 w 381124"/>
                <a:gd name="connsiteY2" fmla="*/ 112667 h 363266"/>
                <a:gd name="connsiteX3" fmla="*/ 248448 w 381124"/>
                <a:gd name="connsiteY3" fmla="*/ 112667 h 363266"/>
                <a:gd name="connsiteX4" fmla="*/ 348880 w 381124"/>
                <a:gd name="connsiteY4" fmla="*/ 145836 h 363266"/>
                <a:gd name="connsiteX5" fmla="*/ 381124 w 381124"/>
                <a:gd name="connsiteY5" fmla="*/ 238496 h 363266"/>
                <a:gd name="connsiteX6" fmla="*/ 348880 w 381124"/>
                <a:gd name="connsiteY6" fmla="*/ 330101 h 363266"/>
                <a:gd name="connsiteX7" fmla="*/ 248448 w 381124"/>
                <a:gd name="connsiteY7" fmla="*/ 363267 h 363266"/>
                <a:gd name="connsiteX8" fmla="*/ 0 w 381124"/>
                <a:gd name="connsiteY8" fmla="*/ 363267 h 363266"/>
                <a:gd name="connsiteX9" fmla="*/ 0 w 381124"/>
                <a:gd name="connsiteY9" fmla="*/ 0 h 363266"/>
                <a:gd name="connsiteX10" fmla="*/ 280158 w 381124"/>
                <a:gd name="connsiteY10" fmla="*/ 245867 h 363266"/>
                <a:gd name="connsiteX11" fmla="*/ 280158 w 381124"/>
                <a:gd name="connsiteY11" fmla="*/ 229546 h 363266"/>
                <a:gd name="connsiteX12" fmla="*/ 269066 w 381124"/>
                <a:gd name="connsiteY12" fmla="*/ 201116 h 363266"/>
                <a:gd name="connsiteX13" fmla="*/ 233121 w 381124"/>
                <a:gd name="connsiteY13" fmla="*/ 190587 h 363266"/>
                <a:gd name="connsiteX14" fmla="*/ 99377 w 381124"/>
                <a:gd name="connsiteY14" fmla="*/ 190587 h 363266"/>
                <a:gd name="connsiteX15" fmla="*/ 99377 w 381124"/>
                <a:gd name="connsiteY15" fmla="*/ 285356 h 363266"/>
                <a:gd name="connsiteX16" fmla="*/ 233121 w 381124"/>
                <a:gd name="connsiteY16" fmla="*/ 285356 h 363266"/>
                <a:gd name="connsiteX17" fmla="*/ 269066 w 381124"/>
                <a:gd name="connsiteY17" fmla="*/ 274296 h 363266"/>
                <a:gd name="connsiteX18" fmla="*/ 280158 w 381124"/>
                <a:gd name="connsiteY18" fmla="*/ 245867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124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48" y="112667"/>
                  </a:lnTo>
                  <a:cubicBezTo>
                    <a:pt x="293373" y="112667"/>
                    <a:pt x="327207" y="123723"/>
                    <a:pt x="348880" y="145836"/>
                  </a:cubicBezTo>
                  <a:cubicBezTo>
                    <a:pt x="370554" y="167948"/>
                    <a:pt x="381124" y="199010"/>
                    <a:pt x="381124" y="238496"/>
                  </a:cubicBezTo>
                  <a:cubicBezTo>
                    <a:pt x="381124" y="277451"/>
                    <a:pt x="370554" y="307994"/>
                    <a:pt x="348880" y="330101"/>
                  </a:cubicBezTo>
                  <a:cubicBezTo>
                    <a:pt x="327207" y="352220"/>
                    <a:pt x="293373" y="363267"/>
                    <a:pt x="248448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6" y="208487"/>
                    <a:pt x="269066" y="201116"/>
                  </a:cubicBezTo>
                  <a:cubicBezTo>
                    <a:pt x="261129" y="194272"/>
                    <a:pt x="249504" y="190587"/>
                    <a:pt x="233121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21" y="285356"/>
                  </a:lnTo>
                  <a:cubicBezTo>
                    <a:pt x="249504" y="285356"/>
                    <a:pt x="261129" y="281669"/>
                    <a:pt x="269066" y="274296"/>
                  </a:cubicBezTo>
                  <a:cubicBezTo>
                    <a:pt x="276456" y="267455"/>
                    <a:pt x="280158" y="257977"/>
                    <a:pt x="280158" y="24586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BCE4396-77A2-8732-609D-BF8539E022C4}"/>
                </a:ext>
              </a:extLst>
            </p:cNvPr>
            <p:cNvSpPr/>
            <p:nvPr/>
          </p:nvSpPr>
          <p:spPr>
            <a:xfrm>
              <a:off x="5605175" y="1415987"/>
              <a:ext cx="425470" cy="379246"/>
            </a:xfrm>
            <a:custGeom>
              <a:avLst/>
              <a:gdLst>
                <a:gd name="connsiteX0" fmla="*/ 0 w 407542"/>
                <a:gd name="connsiteY0" fmla="*/ 276399 h 363266"/>
                <a:gd name="connsiteX1" fmla="*/ 10036 w 407542"/>
                <a:gd name="connsiteY1" fmla="*/ 276399 h 363266"/>
                <a:gd name="connsiteX2" fmla="*/ 54973 w 407542"/>
                <a:gd name="connsiteY2" fmla="*/ 246394 h 363266"/>
                <a:gd name="connsiteX3" fmla="*/ 64487 w 407542"/>
                <a:gd name="connsiteY3" fmla="*/ 150574 h 363266"/>
                <a:gd name="connsiteX4" fmla="*/ 64487 w 407542"/>
                <a:gd name="connsiteY4" fmla="*/ 0 h 363266"/>
                <a:gd name="connsiteX5" fmla="*/ 407542 w 407542"/>
                <a:gd name="connsiteY5" fmla="*/ 0 h 363266"/>
                <a:gd name="connsiteX6" fmla="*/ 407542 w 407542"/>
                <a:gd name="connsiteY6" fmla="*/ 363267 h 363266"/>
                <a:gd name="connsiteX7" fmla="*/ 308166 w 407542"/>
                <a:gd name="connsiteY7" fmla="*/ 363267 h 363266"/>
                <a:gd name="connsiteX8" fmla="*/ 308166 w 407542"/>
                <a:gd name="connsiteY8" fmla="*/ 80552 h 363266"/>
                <a:gd name="connsiteX9" fmla="*/ 156983 w 407542"/>
                <a:gd name="connsiteY9" fmla="*/ 80552 h 363266"/>
                <a:gd name="connsiteX10" fmla="*/ 156983 w 407542"/>
                <a:gd name="connsiteY10" fmla="*/ 150574 h 363266"/>
                <a:gd name="connsiteX11" fmla="*/ 151704 w 407542"/>
                <a:gd name="connsiteY11" fmla="*/ 249552 h 363266"/>
                <a:gd name="connsiteX12" fmla="*/ 132142 w 407542"/>
                <a:gd name="connsiteY12" fmla="*/ 315367 h 363266"/>
                <a:gd name="connsiteX13" fmla="*/ 92496 w 407542"/>
                <a:gd name="connsiteY13" fmla="*/ 351688 h 363266"/>
                <a:gd name="connsiteX14" fmla="*/ 27486 w 407542"/>
                <a:gd name="connsiteY14" fmla="*/ 363267 h 363266"/>
                <a:gd name="connsiteX15" fmla="*/ 0 w 407542"/>
                <a:gd name="connsiteY15" fmla="*/ 363267 h 363266"/>
                <a:gd name="connsiteX16" fmla="*/ 0 w 407542"/>
                <a:gd name="connsiteY16" fmla="*/ 276399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7542" h="363266">
                  <a:moveTo>
                    <a:pt x="0" y="276399"/>
                  </a:moveTo>
                  <a:lnTo>
                    <a:pt x="10036" y="276399"/>
                  </a:lnTo>
                  <a:cubicBezTo>
                    <a:pt x="33299" y="276399"/>
                    <a:pt x="48092" y="266404"/>
                    <a:pt x="54973" y="246394"/>
                  </a:cubicBezTo>
                  <a:cubicBezTo>
                    <a:pt x="61308" y="226387"/>
                    <a:pt x="64487" y="194272"/>
                    <a:pt x="64487" y="150574"/>
                  </a:cubicBezTo>
                  <a:lnTo>
                    <a:pt x="64487" y="0"/>
                  </a:lnTo>
                  <a:lnTo>
                    <a:pt x="407542" y="0"/>
                  </a:lnTo>
                  <a:lnTo>
                    <a:pt x="407542" y="363267"/>
                  </a:lnTo>
                  <a:lnTo>
                    <a:pt x="308166" y="363267"/>
                  </a:lnTo>
                  <a:lnTo>
                    <a:pt x="308166" y="80552"/>
                  </a:lnTo>
                  <a:lnTo>
                    <a:pt x="156983" y="80552"/>
                  </a:lnTo>
                  <a:lnTo>
                    <a:pt x="156983" y="150574"/>
                  </a:lnTo>
                  <a:cubicBezTo>
                    <a:pt x="156983" y="189534"/>
                    <a:pt x="155406" y="222701"/>
                    <a:pt x="151704" y="249552"/>
                  </a:cubicBezTo>
                  <a:cubicBezTo>
                    <a:pt x="148003" y="276931"/>
                    <a:pt x="141656" y="299038"/>
                    <a:pt x="132142" y="315367"/>
                  </a:cubicBezTo>
                  <a:cubicBezTo>
                    <a:pt x="122106" y="332216"/>
                    <a:pt x="108891" y="344315"/>
                    <a:pt x="92496" y="351688"/>
                  </a:cubicBezTo>
                  <a:cubicBezTo>
                    <a:pt x="75579" y="359593"/>
                    <a:pt x="53917" y="363267"/>
                    <a:pt x="27486" y="363267"/>
                  </a:cubicBezTo>
                  <a:lnTo>
                    <a:pt x="0" y="363267"/>
                  </a:lnTo>
                  <a:lnTo>
                    <a:pt x="0" y="27639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3A8A521E-AA04-AE65-B13F-486A829CB990}"/>
                </a:ext>
              </a:extLst>
            </p:cNvPr>
            <p:cNvSpPr/>
            <p:nvPr/>
          </p:nvSpPr>
          <p:spPr>
            <a:xfrm>
              <a:off x="5096605" y="1415987"/>
              <a:ext cx="471282" cy="379246"/>
            </a:xfrm>
            <a:custGeom>
              <a:avLst/>
              <a:gdLst>
                <a:gd name="connsiteX0" fmla="*/ 157517 w 451424"/>
                <a:gd name="connsiteY0" fmla="*/ 0 h 363266"/>
                <a:gd name="connsiteX1" fmla="*/ 294429 w 451424"/>
                <a:gd name="connsiteY1" fmla="*/ 0 h 363266"/>
                <a:gd name="connsiteX2" fmla="*/ 451424 w 451424"/>
                <a:gd name="connsiteY2" fmla="*/ 363267 h 363266"/>
                <a:gd name="connsiteX3" fmla="*/ 347812 w 451424"/>
                <a:gd name="connsiteY3" fmla="*/ 363267 h 363266"/>
                <a:gd name="connsiteX4" fmla="*/ 313457 w 451424"/>
                <a:gd name="connsiteY4" fmla="*/ 282721 h 363266"/>
                <a:gd name="connsiteX5" fmla="*/ 127385 w 451424"/>
                <a:gd name="connsiteY5" fmla="*/ 282721 h 363266"/>
                <a:gd name="connsiteX6" fmla="*/ 93030 w 451424"/>
                <a:gd name="connsiteY6" fmla="*/ 363267 h 363266"/>
                <a:gd name="connsiteX7" fmla="*/ 0 w 451424"/>
                <a:gd name="connsiteY7" fmla="*/ 363267 h 363266"/>
                <a:gd name="connsiteX8" fmla="*/ 157517 w 451424"/>
                <a:gd name="connsiteY8" fmla="*/ 0 h 363266"/>
                <a:gd name="connsiteX9" fmla="*/ 158051 w 451424"/>
                <a:gd name="connsiteY9" fmla="*/ 211120 h 363266"/>
                <a:gd name="connsiteX10" fmla="*/ 282803 w 451424"/>
                <a:gd name="connsiteY10" fmla="*/ 211120 h 363266"/>
                <a:gd name="connsiteX11" fmla="*/ 220428 w 451424"/>
                <a:gd name="connsiteY11" fmla="*/ 64757 h 363266"/>
                <a:gd name="connsiteX12" fmla="*/ 158051 w 451424"/>
                <a:gd name="connsiteY12" fmla="*/ 21112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1424" h="363266">
                  <a:moveTo>
                    <a:pt x="157517" y="0"/>
                  </a:moveTo>
                  <a:lnTo>
                    <a:pt x="294429" y="0"/>
                  </a:lnTo>
                  <a:lnTo>
                    <a:pt x="451424" y="363267"/>
                  </a:lnTo>
                  <a:lnTo>
                    <a:pt x="347812" y="363267"/>
                  </a:lnTo>
                  <a:lnTo>
                    <a:pt x="313457" y="282721"/>
                  </a:lnTo>
                  <a:lnTo>
                    <a:pt x="127385" y="282721"/>
                  </a:lnTo>
                  <a:lnTo>
                    <a:pt x="93030" y="363267"/>
                  </a:lnTo>
                  <a:lnTo>
                    <a:pt x="0" y="363267"/>
                  </a:lnTo>
                  <a:lnTo>
                    <a:pt x="157517" y="0"/>
                  </a:lnTo>
                  <a:close/>
                  <a:moveTo>
                    <a:pt x="158051" y="211120"/>
                  </a:moveTo>
                  <a:lnTo>
                    <a:pt x="282803" y="211120"/>
                  </a:lnTo>
                  <a:lnTo>
                    <a:pt x="220428" y="64757"/>
                  </a:lnTo>
                  <a:lnTo>
                    <a:pt x="158051" y="21112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C9300A3-3C38-F0F5-1A2D-9D00DCD71C7C}"/>
                </a:ext>
              </a:extLst>
            </p:cNvPr>
            <p:cNvSpPr/>
            <p:nvPr/>
          </p:nvSpPr>
          <p:spPr>
            <a:xfrm>
              <a:off x="4704280" y="1415987"/>
              <a:ext cx="398433" cy="379246"/>
            </a:xfrm>
            <a:custGeom>
              <a:avLst/>
              <a:gdLst>
                <a:gd name="connsiteX0" fmla="*/ 0 w 381645"/>
                <a:gd name="connsiteY0" fmla="*/ 0 h 363266"/>
                <a:gd name="connsiteX1" fmla="*/ 248969 w 381645"/>
                <a:gd name="connsiteY1" fmla="*/ 0 h 363266"/>
                <a:gd name="connsiteX2" fmla="*/ 349402 w 381645"/>
                <a:gd name="connsiteY2" fmla="*/ 33169 h 363266"/>
                <a:gd name="connsiteX3" fmla="*/ 381646 w 381645"/>
                <a:gd name="connsiteY3" fmla="*/ 124777 h 363266"/>
                <a:gd name="connsiteX4" fmla="*/ 349402 w 381645"/>
                <a:gd name="connsiteY4" fmla="*/ 217963 h 363266"/>
                <a:gd name="connsiteX5" fmla="*/ 248969 w 381645"/>
                <a:gd name="connsiteY5" fmla="*/ 251132 h 363266"/>
                <a:gd name="connsiteX6" fmla="*/ 99377 w 381645"/>
                <a:gd name="connsiteY6" fmla="*/ 251132 h 363266"/>
                <a:gd name="connsiteX7" fmla="*/ 99377 w 381645"/>
                <a:gd name="connsiteY7" fmla="*/ 363267 h 363266"/>
                <a:gd name="connsiteX8" fmla="*/ 0 w 381645"/>
                <a:gd name="connsiteY8" fmla="*/ 363267 h 363266"/>
                <a:gd name="connsiteX9" fmla="*/ 0 w 381645"/>
                <a:gd name="connsiteY9" fmla="*/ 0 h 363266"/>
                <a:gd name="connsiteX10" fmla="*/ 280679 w 381645"/>
                <a:gd name="connsiteY10" fmla="*/ 132673 h 363266"/>
                <a:gd name="connsiteX11" fmla="*/ 280679 w 381645"/>
                <a:gd name="connsiteY11" fmla="*/ 117932 h 363266"/>
                <a:gd name="connsiteX12" fmla="*/ 270109 w 381645"/>
                <a:gd name="connsiteY12" fmla="*/ 88449 h 363266"/>
                <a:gd name="connsiteX13" fmla="*/ 234698 w 381645"/>
                <a:gd name="connsiteY13" fmla="*/ 76866 h 363266"/>
                <a:gd name="connsiteX14" fmla="*/ 99377 w 381645"/>
                <a:gd name="connsiteY14" fmla="*/ 76866 h 363266"/>
                <a:gd name="connsiteX15" fmla="*/ 99377 w 381645"/>
                <a:gd name="connsiteY15" fmla="*/ 174266 h 363266"/>
                <a:gd name="connsiteX16" fmla="*/ 234698 w 381645"/>
                <a:gd name="connsiteY16" fmla="*/ 174266 h 363266"/>
                <a:gd name="connsiteX17" fmla="*/ 270109 w 381645"/>
                <a:gd name="connsiteY17" fmla="*/ 162683 h 363266"/>
                <a:gd name="connsiteX18" fmla="*/ 280679 w 381645"/>
                <a:gd name="connsiteY18" fmla="*/ 132673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45" h="363266">
                  <a:moveTo>
                    <a:pt x="0" y="0"/>
                  </a:moveTo>
                  <a:lnTo>
                    <a:pt x="248969" y="0"/>
                  </a:lnTo>
                  <a:cubicBezTo>
                    <a:pt x="293894" y="0"/>
                    <a:pt x="327728" y="11056"/>
                    <a:pt x="349402" y="33169"/>
                  </a:cubicBezTo>
                  <a:cubicBezTo>
                    <a:pt x="371076" y="55280"/>
                    <a:pt x="381646" y="85816"/>
                    <a:pt x="381646" y="124777"/>
                  </a:cubicBezTo>
                  <a:cubicBezTo>
                    <a:pt x="381646" y="164789"/>
                    <a:pt x="371076" y="195852"/>
                    <a:pt x="349402" y="217963"/>
                  </a:cubicBezTo>
                  <a:cubicBezTo>
                    <a:pt x="327728" y="240076"/>
                    <a:pt x="293894" y="251132"/>
                    <a:pt x="248969" y="251132"/>
                  </a:cubicBezTo>
                  <a:lnTo>
                    <a:pt x="99377" y="251132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679" y="132673"/>
                  </a:moveTo>
                  <a:lnTo>
                    <a:pt x="280679" y="117932"/>
                  </a:lnTo>
                  <a:cubicBezTo>
                    <a:pt x="280679" y="105823"/>
                    <a:pt x="276990" y="96346"/>
                    <a:pt x="270109" y="88449"/>
                  </a:cubicBezTo>
                  <a:cubicBezTo>
                    <a:pt x="262707" y="80552"/>
                    <a:pt x="251081" y="76866"/>
                    <a:pt x="234698" y="76866"/>
                  </a:cubicBezTo>
                  <a:lnTo>
                    <a:pt x="99377" y="76866"/>
                  </a:lnTo>
                  <a:lnTo>
                    <a:pt x="99377" y="174266"/>
                  </a:lnTo>
                  <a:lnTo>
                    <a:pt x="234698" y="174266"/>
                  </a:lnTo>
                  <a:cubicBezTo>
                    <a:pt x="251081" y="174266"/>
                    <a:pt x="262707" y="170581"/>
                    <a:pt x="270109" y="162683"/>
                  </a:cubicBezTo>
                  <a:cubicBezTo>
                    <a:pt x="276990" y="155313"/>
                    <a:pt x="280679" y="145308"/>
                    <a:pt x="280679" y="13267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8764FAE-FF39-6767-C537-5A60C6A493D4}"/>
                </a:ext>
              </a:extLst>
            </p:cNvPr>
            <p:cNvSpPr/>
            <p:nvPr/>
          </p:nvSpPr>
          <p:spPr>
            <a:xfrm>
              <a:off x="4222746" y="1415987"/>
              <a:ext cx="406162" cy="379246"/>
            </a:xfrm>
            <a:custGeom>
              <a:avLst/>
              <a:gdLst>
                <a:gd name="connsiteX0" fmla="*/ 144836 w 389048"/>
                <a:gd name="connsiteY0" fmla="*/ 80552 h 363266"/>
                <a:gd name="connsiteX1" fmla="*/ 0 w 389048"/>
                <a:gd name="connsiteY1" fmla="*/ 80552 h 363266"/>
                <a:gd name="connsiteX2" fmla="*/ 0 w 389048"/>
                <a:gd name="connsiteY2" fmla="*/ 0 h 363266"/>
                <a:gd name="connsiteX3" fmla="*/ 389048 w 389048"/>
                <a:gd name="connsiteY3" fmla="*/ 0 h 363266"/>
                <a:gd name="connsiteX4" fmla="*/ 389048 w 389048"/>
                <a:gd name="connsiteY4" fmla="*/ 80552 h 363266"/>
                <a:gd name="connsiteX5" fmla="*/ 244212 w 389048"/>
                <a:gd name="connsiteY5" fmla="*/ 80552 h 363266"/>
                <a:gd name="connsiteX6" fmla="*/ 244212 w 389048"/>
                <a:gd name="connsiteY6" fmla="*/ 363267 h 363266"/>
                <a:gd name="connsiteX7" fmla="*/ 144836 w 389048"/>
                <a:gd name="connsiteY7" fmla="*/ 363267 h 363266"/>
                <a:gd name="connsiteX8" fmla="*/ 144836 w 389048"/>
                <a:gd name="connsiteY8" fmla="*/ 80552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6">
                  <a:moveTo>
                    <a:pt x="144836" y="80552"/>
                  </a:moveTo>
                  <a:lnTo>
                    <a:pt x="0" y="80552"/>
                  </a:lnTo>
                  <a:lnTo>
                    <a:pt x="0" y="0"/>
                  </a:lnTo>
                  <a:lnTo>
                    <a:pt x="389048" y="0"/>
                  </a:lnTo>
                  <a:lnTo>
                    <a:pt x="389048" y="80552"/>
                  </a:lnTo>
                  <a:lnTo>
                    <a:pt x="244212" y="80552"/>
                  </a:lnTo>
                  <a:lnTo>
                    <a:pt x="244212" y="363267"/>
                  </a:lnTo>
                  <a:lnTo>
                    <a:pt x="144836" y="363267"/>
                  </a:lnTo>
                  <a:lnTo>
                    <a:pt x="144836" y="8055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6E6A798-29C6-195D-8312-E22B04D46A2E}"/>
                </a:ext>
              </a:extLst>
            </p:cNvPr>
            <p:cNvSpPr/>
            <p:nvPr/>
          </p:nvSpPr>
          <p:spPr>
            <a:xfrm>
              <a:off x="3743297" y="1415987"/>
              <a:ext cx="409482" cy="379246"/>
            </a:xfrm>
            <a:custGeom>
              <a:avLst/>
              <a:gdLst>
                <a:gd name="connsiteX0" fmla="*/ 0 w 392228"/>
                <a:gd name="connsiteY0" fmla="*/ 0 h 363266"/>
                <a:gd name="connsiteX1" fmla="*/ 99377 w 392228"/>
                <a:gd name="connsiteY1" fmla="*/ 0 h 363266"/>
                <a:gd name="connsiteX2" fmla="*/ 99377 w 392228"/>
                <a:gd name="connsiteY2" fmla="*/ 136358 h 363266"/>
                <a:gd name="connsiteX3" fmla="*/ 292852 w 392228"/>
                <a:gd name="connsiteY3" fmla="*/ 136358 h 363266"/>
                <a:gd name="connsiteX4" fmla="*/ 292852 w 392228"/>
                <a:gd name="connsiteY4" fmla="*/ 0 h 363266"/>
                <a:gd name="connsiteX5" fmla="*/ 392228 w 392228"/>
                <a:gd name="connsiteY5" fmla="*/ 0 h 363266"/>
                <a:gd name="connsiteX6" fmla="*/ 392228 w 392228"/>
                <a:gd name="connsiteY6" fmla="*/ 363267 h 363266"/>
                <a:gd name="connsiteX7" fmla="*/ 292852 w 392228"/>
                <a:gd name="connsiteY7" fmla="*/ 363267 h 363266"/>
                <a:gd name="connsiteX8" fmla="*/ 292852 w 392228"/>
                <a:gd name="connsiteY8" fmla="*/ 216911 h 363266"/>
                <a:gd name="connsiteX9" fmla="*/ 99377 w 392228"/>
                <a:gd name="connsiteY9" fmla="*/ 216911 h 363266"/>
                <a:gd name="connsiteX10" fmla="*/ 99377 w 392228"/>
                <a:gd name="connsiteY10" fmla="*/ 363267 h 363266"/>
                <a:gd name="connsiteX11" fmla="*/ 0 w 392228"/>
                <a:gd name="connsiteY11" fmla="*/ 363267 h 363266"/>
                <a:gd name="connsiteX12" fmla="*/ 0 w 392228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52" y="136358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7"/>
                  </a:lnTo>
                  <a:lnTo>
                    <a:pt x="292852" y="363267"/>
                  </a:lnTo>
                  <a:lnTo>
                    <a:pt x="292852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14E53DB1-426F-94A5-4F1A-DAC121A22EA5}"/>
                </a:ext>
              </a:extLst>
            </p:cNvPr>
            <p:cNvSpPr/>
            <p:nvPr/>
          </p:nvSpPr>
          <p:spPr>
            <a:xfrm>
              <a:off x="3309489" y="1415987"/>
              <a:ext cx="349328" cy="379246"/>
            </a:xfrm>
            <a:custGeom>
              <a:avLst/>
              <a:gdLst>
                <a:gd name="connsiteX0" fmla="*/ 0 w 334609"/>
                <a:gd name="connsiteY0" fmla="*/ 0 h 363266"/>
                <a:gd name="connsiteX1" fmla="*/ 332498 w 334609"/>
                <a:gd name="connsiteY1" fmla="*/ 0 h 363266"/>
                <a:gd name="connsiteX2" fmla="*/ 332498 w 334609"/>
                <a:gd name="connsiteY2" fmla="*/ 75813 h 363266"/>
                <a:gd name="connsiteX3" fmla="*/ 99377 w 334609"/>
                <a:gd name="connsiteY3" fmla="*/ 75813 h 363266"/>
                <a:gd name="connsiteX4" fmla="*/ 99377 w 334609"/>
                <a:gd name="connsiteY4" fmla="*/ 141098 h 363266"/>
                <a:gd name="connsiteX5" fmla="*/ 279102 w 334609"/>
                <a:gd name="connsiteY5" fmla="*/ 141098 h 363266"/>
                <a:gd name="connsiteX6" fmla="*/ 279102 w 334609"/>
                <a:gd name="connsiteY6" fmla="*/ 214278 h 363266"/>
                <a:gd name="connsiteX7" fmla="*/ 99377 w 334609"/>
                <a:gd name="connsiteY7" fmla="*/ 214278 h 363266"/>
                <a:gd name="connsiteX8" fmla="*/ 99377 w 334609"/>
                <a:gd name="connsiteY8" fmla="*/ 287459 h 363266"/>
                <a:gd name="connsiteX9" fmla="*/ 334609 w 334609"/>
                <a:gd name="connsiteY9" fmla="*/ 287459 h 363266"/>
                <a:gd name="connsiteX10" fmla="*/ 334609 w 334609"/>
                <a:gd name="connsiteY10" fmla="*/ 363267 h 363266"/>
                <a:gd name="connsiteX11" fmla="*/ 0 w 334609"/>
                <a:gd name="connsiteY11" fmla="*/ 363267 h 363266"/>
                <a:gd name="connsiteX12" fmla="*/ 0 w 334609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6">
                  <a:moveTo>
                    <a:pt x="0" y="0"/>
                  </a:moveTo>
                  <a:lnTo>
                    <a:pt x="332498" y="0"/>
                  </a:lnTo>
                  <a:lnTo>
                    <a:pt x="332498" y="75813"/>
                  </a:lnTo>
                  <a:lnTo>
                    <a:pt x="99377" y="75813"/>
                  </a:lnTo>
                  <a:lnTo>
                    <a:pt x="99377" y="141098"/>
                  </a:lnTo>
                  <a:lnTo>
                    <a:pt x="279102" y="141098"/>
                  </a:lnTo>
                  <a:lnTo>
                    <a:pt x="279102" y="214278"/>
                  </a:lnTo>
                  <a:lnTo>
                    <a:pt x="99377" y="214278"/>
                  </a:lnTo>
                  <a:lnTo>
                    <a:pt x="99377" y="287459"/>
                  </a:lnTo>
                  <a:lnTo>
                    <a:pt x="334609" y="287459"/>
                  </a:lnTo>
                  <a:lnTo>
                    <a:pt x="334609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553C1B8-3B9C-FD3D-F70A-D0310B608D5A}"/>
                </a:ext>
              </a:extLst>
            </p:cNvPr>
            <p:cNvSpPr/>
            <p:nvPr/>
          </p:nvSpPr>
          <p:spPr>
            <a:xfrm>
              <a:off x="2776937" y="1415987"/>
              <a:ext cx="451417" cy="461695"/>
            </a:xfrm>
            <a:custGeom>
              <a:avLst/>
              <a:gdLst>
                <a:gd name="connsiteX0" fmla="*/ 339354 w 432396"/>
                <a:gd name="connsiteY0" fmla="*/ 442242 h 442241"/>
                <a:gd name="connsiteX1" fmla="*/ 339354 w 432396"/>
                <a:gd name="connsiteY1" fmla="*/ 363267 h 442241"/>
                <a:gd name="connsiteX2" fmla="*/ 0 w 432396"/>
                <a:gd name="connsiteY2" fmla="*/ 363267 h 442241"/>
                <a:gd name="connsiteX3" fmla="*/ 0 w 432396"/>
                <a:gd name="connsiteY3" fmla="*/ 0 h 442241"/>
                <a:gd name="connsiteX4" fmla="*/ 99377 w 432396"/>
                <a:gd name="connsiteY4" fmla="*/ 0 h 442241"/>
                <a:gd name="connsiteX5" fmla="*/ 99377 w 432396"/>
                <a:gd name="connsiteY5" fmla="*/ 282721 h 442241"/>
                <a:gd name="connsiteX6" fmla="*/ 283859 w 432396"/>
                <a:gd name="connsiteY6" fmla="*/ 282721 h 442241"/>
                <a:gd name="connsiteX7" fmla="*/ 283859 w 432396"/>
                <a:gd name="connsiteY7" fmla="*/ 0 h 442241"/>
                <a:gd name="connsiteX8" fmla="*/ 383236 w 432396"/>
                <a:gd name="connsiteY8" fmla="*/ 0 h 442241"/>
                <a:gd name="connsiteX9" fmla="*/ 383236 w 432396"/>
                <a:gd name="connsiteY9" fmla="*/ 282721 h 442241"/>
                <a:gd name="connsiteX10" fmla="*/ 432396 w 432396"/>
                <a:gd name="connsiteY10" fmla="*/ 282721 h 442241"/>
                <a:gd name="connsiteX11" fmla="*/ 432396 w 432396"/>
                <a:gd name="connsiteY11" fmla="*/ 442242 h 442241"/>
                <a:gd name="connsiteX12" fmla="*/ 339354 w 432396"/>
                <a:gd name="connsiteY12" fmla="*/ 442242 h 44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2396" h="442241">
                  <a:moveTo>
                    <a:pt x="339354" y="442242"/>
                  </a:moveTo>
                  <a:lnTo>
                    <a:pt x="339354" y="363267"/>
                  </a:lnTo>
                  <a:lnTo>
                    <a:pt x="0" y="363267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82721"/>
                  </a:lnTo>
                  <a:lnTo>
                    <a:pt x="283859" y="282721"/>
                  </a:lnTo>
                  <a:lnTo>
                    <a:pt x="283859" y="0"/>
                  </a:lnTo>
                  <a:lnTo>
                    <a:pt x="383236" y="0"/>
                  </a:lnTo>
                  <a:lnTo>
                    <a:pt x="383236" y="282721"/>
                  </a:lnTo>
                  <a:lnTo>
                    <a:pt x="432396" y="282721"/>
                  </a:lnTo>
                  <a:lnTo>
                    <a:pt x="432396" y="442242"/>
                  </a:lnTo>
                  <a:lnTo>
                    <a:pt x="339354" y="44224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CB08559A-1E9A-31AC-C628-9DB1DA857E00}"/>
                </a:ext>
              </a:extLst>
            </p:cNvPr>
            <p:cNvSpPr/>
            <p:nvPr/>
          </p:nvSpPr>
          <p:spPr>
            <a:xfrm>
              <a:off x="8890749" y="1646657"/>
              <a:ext cx="346430" cy="350551"/>
            </a:xfrm>
            <a:custGeom>
              <a:avLst/>
              <a:gdLst>
                <a:gd name="connsiteX0" fmla="*/ 0 w 331833"/>
                <a:gd name="connsiteY0" fmla="*/ 335781 h 335780"/>
                <a:gd name="connsiteX1" fmla="*/ 331833 w 331833"/>
                <a:gd name="connsiteY1" fmla="*/ 0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335781"/>
                  </a:moveTo>
                  <a:lnTo>
                    <a:pt x="331833" y="0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00204D7F-3BC3-A5B7-A30C-55EA87A6A757}"/>
                </a:ext>
              </a:extLst>
            </p:cNvPr>
            <p:cNvSpPr/>
            <p:nvPr/>
          </p:nvSpPr>
          <p:spPr>
            <a:xfrm>
              <a:off x="8898872" y="1641559"/>
              <a:ext cx="346430" cy="350551"/>
            </a:xfrm>
            <a:custGeom>
              <a:avLst/>
              <a:gdLst>
                <a:gd name="connsiteX0" fmla="*/ 0 w 331833"/>
                <a:gd name="connsiteY0" fmla="*/ 0 h 335780"/>
                <a:gd name="connsiteX1" fmla="*/ 331833 w 331833"/>
                <a:gd name="connsiteY1" fmla="*/ 335781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0"/>
                  </a:moveTo>
                  <a:lnTo>
                    <a:pt x="331833" y="335781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74518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43619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95728" y="609600"/>
            <a:ext cx="1003293" cy="65134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3441411" y="5842000"/>
            <a:ext cx="0" cy="41354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3737029" y="5553946"/>
            <a:ext cx="784862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3441411" y="602456"/>
            <a:ext cx="0" cy="465182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28" y="2351748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5728" y="4091215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4095728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6487" y="592110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spc="5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628710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5122" y="609600"/>
            <a:ext cx="1003293" cy="651345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625122" y="1547112"/>
            <a:ext cx="74923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8364739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8364739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122" y="2919730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22" y="4659197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390023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92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413904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4876767" cy="5638800"/>
          </a:xfrm>
          <a:prstGeom prst="round2DiagRect">
            <a:avLst>
              <a:gd name="adj1" fmla="val 9499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6191218" y="609600"/>
            <a:ext cx="4555868" cy="4135338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18" y="5218037"/>
            <a:ext cx="53944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39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254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164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699076"/>
            <a:ext cx="734056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99654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0479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609597" y="5473700"/>
            <a:ext cx="10972743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288980"/>
            <a:ext cx="10742801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8856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902" y="2672383"/>
            <a:ext cx="8928016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4772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2006590" y="2762250"/>
            <a:ext cx="7575511" cy="203835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2762250"/>
            <a:ext cx="84715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1148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3606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1638300"/>
            <a:ext cx="8471551" cy="33093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5339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6077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8286707" y="6248720"/>
            <a:ext cx="3290815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8286707" y="617363"/>
            <a:ext cx="259713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7966922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7067513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86707" y="4676970"/>
            <a:ext cx="3525812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4278057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224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224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24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224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386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386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386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386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86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276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3365" y="103546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365" y="208648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83365" y="314571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365" y="420084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5" y="5255969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325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609597" y="1568450"/>
            <a:ext cx="4203678" cy="42545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2243" y="1568450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2243" y="249657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34247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435282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069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1698625"/>
            <a:ext cx="4540226" cy="15875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40889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2464295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3214301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392336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478108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563880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E6E6E6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E6E6E6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677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836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6180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36180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20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058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98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6" y="4443413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48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563379"/>
            <a:ext cx="426656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0721" y="172583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0720" y="3859432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21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94073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24553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28802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2592820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363349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3938294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3364" y="497778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528258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422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839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609597" y="1879600"/>
            <a:ext cx="5391122" cy="43688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597" y="1879600"/>
            <a:ext cx="5391122" cy="939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6191218" y="1879600"/>
            <a:ext cx="5391122" cy="43688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3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91218" y="1879600"/>
            <a:ext cx="5391122" cy="9398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2136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20954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4085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74085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4085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4085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74085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5706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5706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55706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5706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5706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456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5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6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12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91757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286145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380534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474922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569311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17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5428" y="5093726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4039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039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4039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4039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039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168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68168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8168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8168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8168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3727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269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460" y="1295401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2365417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343345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450148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556952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375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80035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8654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9322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182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9339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38967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8967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8967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8967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65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3" y="2800350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2243" y="36454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2243" y="44836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90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8572" y="913183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1855" y="2042329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8204" y="317147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1855" y="430062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8572" y="5429765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709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864749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6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6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18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18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18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24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624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24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786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786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786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4624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4624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624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786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786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786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117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301750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85658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52600"/>
            <a:ext cx="191991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2057400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175260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66213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35733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446055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41557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325897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95417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66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11431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8383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3722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0674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39625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36577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25528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2480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5499977" y="20121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34218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5499977" y="48315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62412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99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434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181013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50533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3364" y="3088747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3364" y="279087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364" y="436736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364" y="406948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3364" y="564597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364" y="534810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31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1578873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8093" y="27091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093" y="4189085"/>
            <a:ext cx="445886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7122" y="270917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7122" y="3183769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7122" y="365833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7122" y="4132896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37122" y="460191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37122" y="508202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148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03582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7568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5203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03582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7568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203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302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606346" y="1725805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606346" y="2854668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606346" y="5112393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606346" y="6241257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606346" y="3983530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2" y="920917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2" y="204867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2" y="317643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2" y="430419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2" y="5431959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2722" y="84755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2722" y="1976449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2722" y="310531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92722" y="423417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92722" y="536303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931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5625376" y="6248720"/>
            <a:ext cx="596027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5625375" y="617363"/>
            <a:ext cx="528656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5305590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4406179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4246" y="14624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4246" y="115767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4246" y="506720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4246" y="476240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84246" y="386562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84246" y="356082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4246" y="266405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4246" y="235925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664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981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0247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981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0247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059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445127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1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141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60959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441957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441957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822955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822955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4189580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957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955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57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955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8000958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868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51231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8867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32852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31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8867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16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5363605" cy="5645944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8978853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6184868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8978853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6184868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609597" y="5638800"/>
            <a:ext cx="736596" cy="6096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8867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2852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852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38867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8867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852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867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867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285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3285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8867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762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433067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433067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805175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805175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32913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9870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273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solidFill>
            <a:schemeClr val="accent2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3375953" y="2577363"/>
            <a:ext cx="449941" cy="45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38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5757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467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05757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3596" y="863600"/>
            <a:ext cx="2962299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600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5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467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5757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467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467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5757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575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359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3595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18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9A84E0-AE76-00E8-18F0-E58FBF6EE8C3}"/>
              </a:ext>
            </a:extLst>
          </p:cNvPr>
          <p:cNvSpPr>
            <a:spLocks/>
          </p:cNvSpPr>
          <p:nvPr userDrawn="1"/>
        </p:nvSpPr>
        <p:spPr>
          <a:xfrm>
            <a:off x="606346" y="602457"/>
            <a:ext cx="5426162" cy="5653087"/>
          </a:xfrm>
          <a:prstGeom prst="roundRect">
            <a:avLst>
              <a:gd name="adj" fmla="val 264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678F4ED-1A92-0DD2-0C01-95ACA8BD8513}"/>
              </a:ext>
            </a:extLst>
          </p:cNvPr>
          <p:cNvSpPr>
            <a:spLocks/>
          </p:cNvSpPr>
          <p:nvPr userDrawn="1"/>
        </p:nvSpPr>
        <p:spPr>
          <a:xfrm>
            <a:off x="6159492" y="602457"/>
            <a:ext cx="5426162" cy="2763044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098D041A-721D-EDDA-2831-AC05F61087CA}"/>
              </a:ext>
            </a:extLst>
          </p:cNvPr>
          <p:cNvSpPr>
            <a:spLocks/>
          </p:cNvSpPr>
          <p:nvPr userDrawn="1"/>
        </p:nvSpPr>
        <p:spPr>
          <a:xfrm>
            <a:off x="6159492" y="3492500"/>
            <a:ext cx="5426162" cy="2763044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pic>
        <p:nvPicPr>
          <p:cNvPr id="8" name="Image 5" descr=" ">
            <a:extLst>
              <a:ext uri="{FF2B5EF4-FFF2-40B4-BE49-F238E27FC236}">
                <a16:creationId xmlns:a16="http://schemas.microsoft.com/office/drawing/2014/main" id="{CE79D942-62A0-ACF4-8136-02B80410D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27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FE8FE32B-1932-884F-6F2A-D187D721968D}"/>
              </a:ext>
            </a:extLst>
          </p:cNvPr>
          <p:cNvSpPr>
            <a:spLocks/>
          </p:cNvSpPr>
          <p:nvPr userDrawn="1"/>
        </p:nvSpPr>
        <p:spPr>
          <a:xfrm>
            <a:off x="8010540" y="602457"/>
            <a:ext cx="3575114" cy="5653087"/>
          </a:xfrm>
          <a:prstGeom prst="roundRect">
            <a:avLst>
              <a:gd name="adj" fmla="val 3525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6D6C3964-F5DA-0CD9-59A3-58032D54457C}"/>
              </a:ext>
            </a:extLst>
          </p:cNvPr>
          <p:cNvSpPr>
            <a:spLocks/>
          </p:cNvSpPr>
          <p:nvPr userDrawn="1"/>
        </p:nvSpPr>
        <p:spPr>
          <a:xfrm>
            <a:off x="4308443" y="602457"/>
            <a:ext cx="357511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BE920037-2C8F-77D6-B56D-254306F510CC}"/>
              </a:ext>
            </a:extLst>
          </p:cNvPr>
          <p:cNvSpPr>
            <a:spLocks/>
          </p:cNvSpPr>
          <p:nvPr userDrawn="1"/>
        </p:nvSpPr>
        <p:spPr>
          <a:xfrm>
            <a:off x="614773" y="602457"/>
            <a:ext cx="357511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2404266B-BE6C-B47E-45B9-F5DB746614B8}"/>
              </a:ext>
            </a:extLst>
          </p:cNvPr>
          <p:cNvSpPr>
            <a:spLocks/>
          </p:cNvSpPr>
          <p:nvPr userDrawn="1"/>
        </p:nvSpPr>
        <p:spPr>
          <a:xfrm>
            <a:off x="614773" y="3492500"/>
            <a:ext cx="726878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4" name="Image 5" descr=" ">
            <a:extLst>
              <a:ext uri="{FF2B5EF4-FFF2-40B4-BE49-F238E27FC236}">
                <a16:creationId xmlns:a16="http://schemas.microsoft.com/office/drawing/2014/main" id="{89D5D9E2-7B2C-BD27-CCBA-323763C154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34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70" name="Скругленный прямоугольник 69">
            <a:extLst>
              <a:ext uri="{FF2B5EF4-FFF2-40B4-BE49-F238E27FC236}">
                <a16:creationId xmlns:a16="http://schemas.microsoft.com/office/drawing/2014/main" id="{95186B71-2B65-99D7-2682-38B5A7274A34}"/>
              </a:ext>
            </a:extLst>
          </p:cNvPr>
          <p:cNvSpPr>
            <a:spLocks/>
          </p:cNvSpPr>
          <p:nvPr userDrawn="1"/>
        </p:nvSpPr>
        <p:spPr>
          <a:xfrm>
            <a:off x="606346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1" name="Скругленный прямоугольник 70">
            <a:extLst>
              <a:ext uri="{FF2B5EF4-FFF2-40B4-BE49-F238E27FC236}">
                <a16:creationId xmlns:a16="http://schemas.microsoft.com/office/drawing/2014/main" id="{C986305F-409F-11A9-D726-1C9693268832}"/>
              </a:ext>
            </a:extLst>
          </p:cNvPr>
          <p:cNvSpPr>
            <a:spLocks/>
          </p:cNvSpPr>
          <p:nvPr userDrawn="1"/>
        </p:nvSpPr>
        <p:spPr>
          <a:xfrm>
            <a:off x="3382090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6157834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8933578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4" name="Скругленный прямоугольник 73">
            <a:extLst>
              <a:ext uri="{FF2B5EF4-FFF2-40B4-BE49-F238E27FC236}">
                <a16:creationId xmlns:a16="http://schemas.microsoft.com/office/drawing/2014/main" id="{7FB3ADC7-89F0-F046-8AD7-68D5A23AB2BF}"/>
              </a:ext>
            </a:extLst>
          </p:cNvPr>
          <p:cNvSpPr>
            <a:spLocks/>
          </p:cNvSpPr>
          <p:nvPr userDrawn="1"/>
        </p:nvSpPr>
        <p:spPr>
          <a:xfrm>
            <a:off x="606346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5" name="Скругленный прямоугольник 74">
            <a:extLst>
              <a:ext uri="{FF2B5EF4-FFF2-40B4-BE49-F238E27FC236}">
                <a16:creationId xmlns:a16="http://schemas.microsoft.com/office/drawing/2014/main" id="{EEF35B2C-1167-0532-87D7-01523EECE8AC}"/>
              </a:ext>
            </a:extLst>
          </p:cNvPr>
          <p:cNvSpPr>
            <a:spLocks/>
          </p:cNvSpPr>
          <p:nvPr userDrawn="1"/>
        </p:nvSpPr>
        <p:spPr>
          <a:xfrm>
            <a:off x="3382090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6157834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7" name="Скругленный прямоугольник 76">
            <a:extLst>
              <a:ext uri="{FF2B5EF4-FFF2-40B4-BE49-F238E27FC236}">
                <a16:creationId xmlns:a16="http://schemas.microsoft.com/office/drawing/2014/main" id="{B8048FA0-A8A9-6638-1CB8-AC26AE745EFD}"/>
              </a:ext>
            </a:extLst>
          </p:cNvPr>
          <p:cNvSpPr>
            <a:spLocks/>
          </p:cNvSpPr>
          <p:nvPr userDrawn="1"/>
        </p:nvSpPr>
        <p:spPr>
          <a:xfrm>
            <a:off x="8933578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79" name="Image 5" descr=" ">
            <a:extLst>
              <a:ext uri="{FF2B5EF4-FFF2-40B4-BE49-F238E27FC236}">
                <a16:creationId xmlns:a16="http://schemas.microsoft.com/office/drawing/2014/main" id="{CCD7DFCC-DEDB-140E-4F88-80404929FD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063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6157834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8933578" y="602457"/>
            <a:ext cx="2648761" cy="5653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6157834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5966DB57-2E53-8F13-95BA-B461DCDDA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826C759-E335-15DB-C5DA-E8DBB310BE2E}"/>
              </a:ext>
            </a:extLst>
          </p:cNvPr>
          <p:cNvGrpSpPr/>
          <p:nvPr userDrawn="1"/>
        </p:nvGrpSpPr>
        <p:grpSpPr>
          <a:xfrm>
            <a:off x="606346" y="602457"/>
            <a:ext cx="5424505" cy="2763044"/>
            <a:chOff x="1212850" y="1204914"/>
            <a:chExt cx="10850422" cy="5526088"/>
          </a:xfrm>
        </p:grpSpPr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F38F61DD-CB3B-FB56-17C6-14BF4BD39F7E}"/>
                </a:ext>
              </a:extLst>
            </p:cNvPr>
            <p:cNvSpPr>
              <a:spLocks/>
            </p:cNvSpPr>
            <p:nvPr userDrawn="1"/>
          </p:nvSpPr>
          <p:spPr>
            <a:xfrm>
              <a:off x="1212850" y="1204914"/>
              <a:ext cx="10850422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83CDA8F5-B362-7C52-5B09-F856CD4402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212850" y="4094958"/>
              <a:ext cx="5298211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BF565CF2-56DB-D2DD-A087-7039E94F5F09}"/>
                </a:ext>
              </a:extLst>
            </p:cNvPr>
            <p:cNvSpPr>
              <a:spLocks/>
            </p:cNvSpPr>
            <p:nvPr userDrawn="1"/>
          </p:nvSpPr>
          <p:spPr>
            <a:xfrm>
              <a:off x="6765061" y="4094958"/>
              <a:ext cx="5298211" cy="2636044"/>
            </a:xfrm>
            <a:prstGeom prst="roundRect">
              <a:avLst>
                <a:gd name="adj" fmla="val 9299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04809B9F-8420-FCD2-3082-AE5A6EDF1989}"/>
              </a:ext>
            </a:extLst>
          </p:cNvPr>
          <p:cNvSpPr>
            <a:spLocks/>
          </p:cNvSpPr>
          <p:nvPr userDrawn="1"/>
        </p:nvSpPr>
        <p:spPr>
          <a:xfrm>
            <a:off x="606346" y="3492500"/>
            <a:ext cx="5424505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5B31F761-9E04-F471-0527-7556ACE8CAA0}"/>
              </a:ext>
            </a:extLst>
          </p:cNvPr>
          <p:cNvSpPr>
            <a:spLocks/>
          </p:cNvSpPr>
          <p:nvPr userDrawn="1"/>
        </p:nvSpPr>
        <p:spPr>
          <a:xfrm>
            <a:off x="606346" y="4937522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75E1566C-6286-E8C6-727E-7CF454CFE4C2}"/>
              </a:ext>
            </a:extLst>
          </p:cNvPr>
          <p:cNvSpPr>
            <a:spLocks/>
          </p:cNvSpPr>
          <p:nvPr userDrawn="1"/>
        </p:nvSpPr>
        <p:spPr>
          <a:xfrm>
            <a:off x="3382090" y="4937522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628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9A84E0-AE76-00E8-18F0-E58FBF6EE8C3}"/>
              </a:ext>
            </a:extLst>
          </p:cNvPr>
          <p:cNvSpPr>
            <a:spLocks/>
          </p:cNvSpPr>
          <p:nvPr userDrawn="1"/>
        </p:nvSpPr>
        <p:spPr>
          <a:xfrm>
            <a:off x="606346" y="602457"/>
            <a:ext cx="5426162" cy="5653087"/>
          </a:xfrm>
          <a:prstGeom prst="roundRect">
            <a:avLst>
              <a:gd name="adj" fmla="val 264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678F4ED-1A92-0DD2-0C01-95ACA8BD8513}"/>
              </a:ext>
            </a:extLst>
          </p:cNvPr>
          <p:cNvSpPr>
            <a:spLocks/>
          </p:cNvSpPr>
          <p:nvPr userDrawn="1"/>
        </p:nvSpPr>
        <p:spPr>
          <a:xfrm>
            <a:off x="6159492" y="602457"/>
            <a:ext cx="5426162" cy="2763044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098D041A-721D-EDDA-2831-AC05F61087CA}"/>
              </a:ext>
            </a:extLst>
          </p:cNvPr>
          <p:cNvSpPr>
            <a:spLocks/>
          </p:cNvSpPr>
          <p:nvPr userDrawn="1"/>
        </p:nvSpPr>
        <p:spPr>
          <a:xfrm>
            <a:off x="6159492" y="3492500"/>
            <a:ext cx="5426162" cy="2763044"/>
          </a:xfrm>
          <a:prstGeom prst="roundRect">
            <a:avLst>
              <a:gd name="adj" fmla="val 4247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pic>
        <p:nvPicPr>
          <p:cNvPr id="3" name="Image 5" descr=" ">
            <a:extLst>
              <a:ext uri="{FF2B5EF4-FFF2-40B4-BE49-F238E27FC236}">
                <a16:creationId xmlns:a16="http://schemas.microsoft.com/office/drawing/2014/main" id="{D33C20B8-36F5-9D8E-6ACB-9D0F8E1691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80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FE8FE32B-1932-884F-6F2A-D187D721968D}"/>
              </a:ext>
            </a:extLst>
          </p:cNvPr>
          <p:cNvSpPr>
            <a:spLocks/>
          </p:cNvSpPr>
          <p:nvPr userDrawn="1"/>
        </p:nvSpPr>
        <p:spPr>
          <a:xfrm>
            <a:off x="8010540" y="602457"/>
            <a:ext cx="3575114" cy="5653087"/>
          </a:xfrm>
          <a:prstGeom prst="roundRect">
            <a:avLst>
              <a:gd name="adj" fmla="val 3525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6D6C3964-F5DA-0CD9-59A3-58032D54457C}"/>
              </a:ext>
            </a:extLst>
          </p:cNvPr>
          <p:cNvSpPr>
            <a:spLocks/>
          </p:cNvSpPr>
          <p:nvPr userDrawn="1"/>
        </p:nvSpPr>
        <p:spPr>
          <a:xfrm>
            <a:off x="4308443" y="602457"/>
            <a:ext cx="357511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BE920037-2C8F-77D6-B56D-254306F510CC}"/>
              </a:ext>
            </a:extLst>
          </p:cNvPr>
          <p:cNvSpPr>
            <a:spLocks/>
          </p:cNvSpPr>
          <p:nvPr userDrawn="1"/>
        </p:nvSpPr>
        <p:spPr>
          <a:xfrm>
            <a:off x="614773" y="602457"/>
            <a:ext cx="357511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2404266B-BE6C-B47E-45B9-F5DB746614B8}"/>
              </a:ext>
            </a:extLst>
          </p:cNvPr>
          <p:cNvSpPr>
            <a:spLocks/>
          </p:cNvSpPr>
          <p:nvPr userDrawn="1"/>
        </p:nvSpPr>
        <p:spPr>
          <a:xfrm>
            <a:off x="614773" y="3492500"/>
            <a:ext cx="7268784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D3B58FE3-9D3E-3C7D-AE0C-12EB57F6E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63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70" name="Скругленный прямоугольник 69">
            <a:extLst>
              <a:ext uri="{FF2B5EF4-FFF2-40B4-BE49-F238E27FC236}">
                <a16:creationId xmlns:a16="http://schemas.microsoft.com/office/drawing/2014/main" id="{95186B71-2B65-99D7-2682-38B5A7274A34}"/>
              </a:ext>
            </a:extLst>
          </p:cNvPr>
          <p:cNvSpPr>
            <a:spLocks/>
          </p:cNvSpPr>
          <p:nvPr userDrawn="1"/>
        </p:nvSpPr>
        <p:spPr>
          <a:xfrm>
            <a:off x="606346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1" name="Скругленный прямоугольник 70">
            <a:extLst>
              <a:ext uri="{FF2B5EF4-FFF2-40B4-BE49-F238E27FC236}">
                <a16:creationId xmlns:a16="http://schemas.microsoft.com/office/drawing/2014/main" id="{C986305F-409F-11A9-D726-1C9693268832}"/>
              </a:ext>
            </a:extLst>
          </p:cNvPr>
          <p:cNvSpPr>
            <a:spLocks/>
          </p:cNvSpPr>
          <p:nvPr userDrawn="1"/>
        </p:nvSpPr>
        <p:spPr>
          <a:xfrm>
            <a:off x="3382090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6157834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8933578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4" name="Скругленный прямоугольник 73">
            <a:extLst>
              <a:ext uri="{FF2B5EF4-FFF2-40B4-BE49-F238E27FC236}">
                <a16:creationId xmlns:a16="http://schemas.microsoft.com/office/drawing/2014/main" id="{7FB3ADC7-89F0-F046-8AD7-68D5A23AB2BF}"/>
              </a:ext>
            </a:extLst>
          </p:cNvPr>
          <p:cNvSpPr>
            <a:spLocks/>
          </p:cNvSpPr>
          <p:nvPr userDrawn="1"/>
        </p:nvSpPr>
        <p:spPr>
          <a:xfrm>
            <a:off x="606346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5" name="Скругленный прямоугольник 74">
            <a:extLst>
              <a:ext uri="{FF2B5EF4-FFF2-40B4-BE49-F238E27FC236}">
                <a16:creationId xmlns:a16="http://schemas.microsoft.com/office/drawing/2014/main" id="{EEF35B2C-1167-0532-87D7-01523EECE8AC}"/>
              </a:ext>
            </a:extLst>
          </p:cNvPr>
          <p:cNvSpPr>
            <a:spLocks/>
          </p:cNvSpPr>
          <p:nvPr userDrawn="1"/>
        </p:nvSpPr>
        <p:spPr>
          <a:xfrm>
            <a:off x="3382090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6157834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7" name="Скругленный прямоугольник 76">
            <a:extLst>
              <a:ext uri="{FF2B5EF4-FFF2-40B4-BE49-F238E27FC236}">
                <a16:creationId xmlns:a16="http://schemas.microsoft.com/office/drawing/2014/main" id="{B8048FA0-A8A9-6638-1CB8-AC26AE745EFD}"/>
              </a:ext>
            </a:extLst>
          </p:cNvPr>
          <p:cNvSpPr>
            <a:spLocks/>
          </p:cNvSpPr>
          <p:nvPr userDrawn="1"/>
        </p:nvSpPr>
        <p:spPr>
          <a:xfrm>
            <a:off x="8933578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931FA2D5-524C-4A92-DC28-981468CFC7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87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енто_1.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4FA79-54CD-F941-F21C-682017D0A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72" name="Скругленный прямоугольник 71">
            <a:extLst>
              <a:ext uri="{FF2B5EF4-FFF2-40B4-BE49-F238E27FC236}">
                <a16:creationId xmlns:a16="http://schemas.microsoft.com/office/drawing/2014/main" id="{DF58F6E3-C521-2CB6-0D1B-F1D94B30204F}"/>
              </a:ext>
            </a:extLst>
          </p:cNvPr>
          <p:cNvSpPr>
            <a:spLocks/>
          </p:cNvSpPr>
          <p:nvPr userDrawn="1"/>
        </p:nvSpPr>
        <p:spPr>
          <a:xfrm>
            <a:off x="6157834" y="602457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3" name="Скругленный прямоугольник 72">
            <a:extLst>
              <a:ext uri="{FF2B5EF4-FFF2-40B4-BE49-F238E27FC236}">
                <a16:creationId xmlns:a16="http://schemas.microsoft.com/office/drawing/2014/main" id="{6D84CA0C-51D5-014C-CB98-95798181B8CA}"/>
              </a:ext>
            </a:extLst>
          </p:cNvPr>
          <p:cNvSpPr>
            <a:spLocks/>
          </p:cNvSpPr>
          <p:nvPr userDrawn="1"/>
        </p:nvSpPr>
        <p:spPr>
          <a:xfrm>
            <a:off x="8933578" y="602457"/>
            <a:ext cx="2648761" cy="5653087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6" name="Скругленный прямоугольник 75">
            <a:extLst>
              <a:ext uri="{FF2B5EF4-FFF2-40B4-BE49-F238E27FC236}">
                <a16:creationId xmlns:a16="http://schemas.microsoft.com/office/drawing/2014/main" id="{4A72AE24-C840-378A-1D4E-7FCE352F29F7}"/>
              </a:ext>
            </a:extLst>
          </p:cNvPr>
          <p:cNvSpPr>
            <a:spLocks/>
          </p:cNvSpPr>
          <p:nvPr userDrawn="1"/>
        </p:nvSpPr>
        <p:spPr>
          <a:xfrm>
            <a:off x="6157834" y="3492500"/>
            <a:ext cx="2648761" cy="2763044"/>
          </a:xfrm>
          <a:prstGeom prst="roundRect">
            <a:avLst>
              <a:gd name="adj" fmla="val 445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" name="Image 5" descr=" ">
            <a:extLst>
              <a:ext uri="{FF2B5EF4-FFF2-40B4-BE49-F238E27FC236}">
                <a16:creationId xmlns:a16="http://schemas.microsoft.com/office/drawing/2014/main" id="{5966DB57-2E53-8F13-95BA-B461DCDDA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390" y="740971"/>
            <a:ext cx="482598" cy="317500"/>
          </a:xfrm>
          <a:prstGeom prst="rect">
            <a:avLst/>
          </a:prstGeom>
        </p:spPr>
      </p:pic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F38F61DD-CB3B-FB56-17C6-14BF4BD39F7E}"/>
              </a:ext>
            </a:extLst>
          </p:cNvPr>
          <p:cNvSpPr>
            <a:spLocks/>
          </p:cNvSpPr>
          <p:nvPr userDrawn="1"/>
        </p:nvSpPr>
        <p:spPr>
          <a:xfrm>
            <a:off x="606346" y="602457"/>
            <a:ext cx="5424505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83CDA8F5-B362-7C52-5B09-F856CD440205}"/>
              </a:ext>
            </a:extLst>
          </p:cNvPr>
          <p:cNvSpPr>
            <a:spLocks/>
          </p:cNvSpPr>
          <p:nvPr userDrawn="1"/>
        </p:nvSpPr>
        <p:spPr>
          <a:xfrm>
            <a:off x="606346" y="2047479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BF565CF2-56DB-D2DD-A087-7039E94F5F09}"/>
              </a:ext>
            </a:extLst>
          </p:cNvPr>
          <p:cNvSpPr>
            <a:spLocks/>
          </p:cNvSpPr>
          <p:nvPr userDrawn="1"/>
        </p:nvSpPr>
        <p:spPr>
          <a:xfrm>
            <a:off x="3382090" y="2047479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Скругленный прямоугольник 32">
            <a:extLst>
              <a:ext uri="{FF2B5EF4-FFF2-40B4-BE49-F238E27FC236}">
                <a16:creationId xmlns:a16="http://schemas.microsoft.com/office/drawing/2014/main" id="{04809B9F-8420-FCD2-3082-AE5A6EDF1989}"/>
              </a:ext>
            </a:extLst>
          </p:cNvPr>
          <p:cNvSpPr>
            <a:spLocks/>
          </p:cNvSpPr>
          <p:nvPr userDrawn="1"/>
        </p:nvSpPr>
        <p:spPr>
          <a:xfrm>
            <a:off x="606346" y="3492500"/>
            <a:ext cx="5424505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5B31F761-9E04-F471-0527-7556ACE8CAA0}"/>
              </a:ext>
            </a:extLst>
          </p:cNvPr>
          <p:cNvSpPr>
            <a:spLocks/>
          </p:cNvSpPr>
          <p:nvPr userDrawn="1"/>
        </p:nvSpPr>
        <p:spPr>
          <a:xfrm>
            <a:off x="606346" y="4937522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75E1566C-6286-E8C6-727E-7CF454CFE4C2}"/>
              </a:ext>
            </a:extLst>
          </p:cNvPr>
          <p:cNvSpPr>
            <a:spLocks/>
          </p:cNvSpPr>
          <p:nvPr userDrawn="1"/>
        </p:nvSpPr>
        <p:spPr>
          <a:xfrm>
            <a:off x="3382090" y="4937522"/>
            <a:ext cx="2648761" cy="1318022"/>
          </a:xfrm>
          <a:prstGeom prst="roundRect">
            <a:avLst>
              <a:gd name="adj" fmla="val 9299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775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0719" y="557958"/>
            <a:ext cx="5584935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Наконец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можем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без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основной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к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которому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этом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1200" dirty="0">
                <a:latin typeface="Graphik LC Regular" panose="020B0503030202060203" pitchFamily="34" charset="0"/>
              </a:rPr>
              <a:t>. </a:t>
            </a:r>
            <a:r>
              <a:rPr lang="en-US" sz="1200" dirty="0" err="1">
                <a:latin typeface="Graphik LC Regular" panose="020B0503030202060203" pitchFamily="34" charset="0"/>
              </a:rPr>
              <a:t>Как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выше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чисел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все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имеют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решения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7468" y="1508404"/>
            <a:ext cx="5584935" cy="345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ts val="1560"/>
              </a:lnSpc>
              <a:buNone/>
              <a:defRPr lang="ru-RU" sz="13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70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38450"/>
            <a:ext cx="3097954" cy="8720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18" y="1175259"/>
            <a:ext cx="5394436" cy="3050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ts val="1700"/>
              </a:lnSpc>
              <a:spcAft>
                <a:spcPts val="900"/>
              </a:spcAft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12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13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6000719" y="648209"/>
            <a:ext cx="1206494" cy="37465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6051519" y="597409"/>
            <a:ext cx="380998" cy="1143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723" y="608522"/>
            <a:ext cx="80590" cy="92075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980" y="608522"/>
            <a:ext cx="92075" cy="92075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075" y="608522"/>
            <a:ext cx="87883" cy="92075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6000719" y="904784"/>
            <a:ext cx="0" cy="1849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78304" y="766285"/>
            <a:ext cx="10513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900" spc="50" baseline="0" dirty="0">
                <a:latin typeface="Graphik LC Medium" panose="020B0503030202060203" pitchFamily="34" charset="0"/>
              </a:defRPr>
            </a:lvl1pPr>
          </a:lstStyle>
          <a:p>
            <a:pPr marL="0" lvl="0" defTabSz="742847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70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1611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21611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21611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77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321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321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088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088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456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56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2456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56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928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369" y="1565275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369" y="3425825"/>
            <a:ext cx="5591285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94369" y="4358460"/>
            <a:ext cx="4851513" cy="973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517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067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5175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3067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5175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812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7588211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3403582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718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902414" y="0"/>
            <a:ext cx="5289586" cy="6858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320" y="161327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320" y="191807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20" y="28536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20" y="315845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5320" y="411962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5320" y="442442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5320" y="536511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95320" y="5669916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055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6734" y="0"/>
            <a:ext cx="3501168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3206733" cy="6858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58006" y="807469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6882" y="2509951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6882" y="3401210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36882" y="4298015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6882" y="5194819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8448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7" y="398145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7" y="51181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7" y="33813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7" y="451802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56546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1593850"/>
            <a:ext cx="2235188" cy="792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368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6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067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3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4676" y="268300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756" y="559765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4416" y="86360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496" y="377825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760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6889714" y="0"/>
            <a:ext cx="5302223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269" y="0"/>
            <a:ext cx="5289668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596198" y="615925"/>
            <a:ext cx="2484299" cy="2504325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1369149" y="1679969"/>
            <a:ext cx="97789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75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807" y="4968931"/>
            <a:ext cx="2484351" cy="643502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807" y="4342551"/>
            <a:ext cx="2484351" cy="643502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807" y="3711966"/>
            <a:ext cx="2484226" cy="1274527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807" y="4968497"/>
            <a:ext cx="2484351" cy="1274527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666" y="3757560"/>
            <a:ext cx="94029" cy="94029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2105" y="4310599"/>
            <a:ext cx="94029" cy="94029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9482" y="5547856"/>
            <a:ext cx="94029" cy="94029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6666" y="6106235"/>
            <a:ext cx="94029" cy="94029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1351810" y="4788083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3731758" y="622300"/>
            <a:ext cx="2506809" cy="2506198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4439733" y="1687280"/>
            <a:ext cx="112030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66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66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613968" y="609898"/>
            <a:ext cx="5637767" cy="5638502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2861985" y="3185915"/>
            <a:ext cx="1107011" cy="427516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3739320" y="3711966"/>
            <a:ext cx="2491685" cy="252989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4458056" y="4788792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FFDD2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DD2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7711" y="462915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97711" y="4978400"/>
            <a:ext cx="4184629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519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37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95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0677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1758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2298" y="352425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678" y="3524250"/>
            <a:ext cx="539112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7" y="3524250"/>
            <a:ext cx="353058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013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10845743" y="60960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919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807488" y="1014163"/>
            <a:ext cx="8888768" cy="5387029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01696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070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311952" y="602456"/>
            <a:ext cx="9568096" cy="5798736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287082" y="795403"/>
            <a:ext cx="7617835" cy="495557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240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587780" y="1014163"/>
            <a:ext cx="8888768" cy="5387029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481987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014163"/>
            <a:ext cx="356181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2410602"/>
            <a:ext cx="3300587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1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852637" y="1268557"/>
            <a:ext cx="7129600" cy="4320887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579651" y="1419926"/>
            <a:ext cx="5695128" cy="373224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077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2178" y="619390"/>
            <a:ext cx="2761717" cy="5660400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65110" y="720682"/>
            <a:ext cx="2515850" cy="5457817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18599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879510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3184310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439441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4699216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951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7998" y="925009"/>
            <a:ext cx="4057565" cy="8316362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621723" y="1092386"/>
            <a:ext cx="3690874" cy="800688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757877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367989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863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06319" y="619391"/>
            <a:ext cx="2431818" cy="498424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029" y="720682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7120" y="1271303"/>
            <a:ext cx="2431818" cy="4984241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59830" y="1372594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127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11878" y="1119231"/>
            <a:ext cx="2253880" cy="4619539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2207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290497" y="1119231"/>
            <a:ext cx="2253880" cy="4619539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082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669117" y="1119231"/>
            <a:ext cx="2253880" cy="4619539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6944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029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889777" y="0"/>
            <a:ext cx="5302223" cy="6858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66" y="2563379"/>
            <a:ext cx="371798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742" y="73679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742" y="100381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5742" y="221065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55742" y="2498570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742" y="370540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5742" y="3993326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42" y="520016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5742" y="548808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261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236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8828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7657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4236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8829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7657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638199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6889714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2006590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6889714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2006590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8159" y="1809750"/>
            <a:ext cx="1521056" cy="152106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8159" y="3527189"/>
            <a:ext cx="1521056" cy="152106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92650" y="1809750"/>
            <a:ext cx="1521056" cy="152106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92650" y="3527189"/>
            <a:ext cx="1521056" cy="152106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7363197" y="2180462"/>
            <a:ext cx="57996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5579536" y="4059155"/>
            <a:ext cx="5164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5662085" y="2180462"/>
            <a:ext cx="43391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7545121" y="4058935"/>
            <a:ext cx="4148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11370" y="4381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786372" y="3186004"/>
            <a:ext cx="5177133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60588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0588" y="377825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08563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563" y="3785175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440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8323" y="3429000"/>
            <a:ext cx="10974081" cy="0"/>
          </a:xfrm>
          <a:prstGeom prst="line">
            <a:avLst/>
          </a:prstGeom>
          <a:ln w="25400">
            <a:solidFill>
              <a:schemeClr val="accent2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153669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4298927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706116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3107073" y="3204000"/>
            <a:ext cx="449941" cy="45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5869308" y="3204000"/>
            <a:ext cx="449941" cy="45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8631543" y="3204000"/>
            <a:ext cx="449941" cy="45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6094278" y="2154996"/>
            <a:ext cx="0" cy="1049005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8856513" y="2154996"/>
            <a:ext cx="0" cy="1049005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3332044" y="2154996"/>
            <a:ext cx="0" cy="1049005"/>
          </a:xfrm>
          <a:prstGeom prst="line">
            <a:avLst/>
          </a:prstGeom>
          <a:ln w="25400">
            <a:solidFill>
              <a:schemeClr val="accent2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951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4603726" y="1879600"/>
            <a:ext cx="6280117" cy="139065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6699215" y="4794250"/>
            <a:ext cx="2089139" cy="145415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5645121" y="3333750"/>
            <a:ext cx="4190978" cy="1397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7518814" y="2436736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7518814" y="3783939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7518814" y="5241264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438150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2324822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08094" y="2654170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8094" y="5604032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8093" y="5267759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08093" y="3810434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08094" y="4146707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216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2192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12192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0969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0969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7804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87804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36580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6580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85355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85355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595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57960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7960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52504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2504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047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7047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407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89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9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56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2456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2CB9FF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2CB9FF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298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1097281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94151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328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6889777" y="0"/>
            <a:ext cx="5302223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548647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609597" y="408890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4048" y="1885950"/>
            <a:ext cx="4411607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048" y="4019550"/>
            <a:ext cx="4411607" cy="1525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936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606346" y="60628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606346" y="533135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606346" y="459983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606346" y="386831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606346" y="313679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606346" y="24052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597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597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597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7232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97232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7232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97232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97232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84868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4868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84868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868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4868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2503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72503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2503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2503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2503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9597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97232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84868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72503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3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28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609597" y="1879600"/>
            <a:ext cx="10972743" cy="43688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235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609597" y="925443"/>
            <a:ext cx="10972743" cy="53301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787396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9651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11429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609597" y="1331160"/>
            <a:ext cx="109727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05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4692334" y="1490813"/>
            <a:ext cx="6893320" cy="4262287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411888"/>
            <a:ext cx="37332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526627"/>
            <a:ext cx="373323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91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6006318" y="2069802"/>
            <a:ext cx="5579336" cy="4185743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6184118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6361917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6539716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6006318" y="2475518"/>
            <a:ext cx="557933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00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6006318" y="1051282"/>
            <a:ext cx="5579336" cy="1847942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06318" y="3331369"/>
            <a:ext cx="5579336" cy="2924175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55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609597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3402380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6195163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8987945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13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2079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5080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1429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2079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75080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81429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7663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0663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7013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7663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0663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013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9340"/>
            <a:ext cx="3069826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109411"/>
            <a:ext cx="3069826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33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7467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0467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6817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7467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0467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817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072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8072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54422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75072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072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4422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332940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05941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12290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32940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05941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12290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364781" y="3841252"/>
            <a:ext cx="4333799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3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954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086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9307" y="1115705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9307" y="237755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9307" y="363248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9307" y="4887409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78C6205A-F00F-3209-F25B-4CC51A15D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9307" y="1451294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F10DB5C1-28F0-B252-B55B-C7016BCA98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99307" y="2713145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19796346-E457-D99C-285B-D8002F095D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9307" y="3968071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C68D3BC7-FEC3-15AD-B52C-F4DE29724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99307" y="5222997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48066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178468"/>
            <a:ext cx="3663771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1147316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1976967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2806618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3636269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0460" y="4465920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0460" y="5295571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835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6969120" y="1457325"/>
            <a:ext cx="3943330" cy="394335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1232365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819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E131CDC-1CE1-D98B-CB10-85DFF3003586}"/>
              </a:ext>
            </a:extLst>
          </p:cNvPr>
          <p:cNvSpPr/>
          <p:nvPr userDrawn="1"/>
        </p:nvSpPr>
        <p:spPr>
          <a:xfrm>
            <a:off x="6713435" y="1456509"/>
            <a:ext cx="3944469" cy="3944983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7821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509" y="1423852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3690147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068571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7147" y="609600"/>
            <a:ext cx="5659675" cy="5654778"/>
          </a:xfrm>
          <a:prstGeom prst="round2DiagRect">
            <a:avLst>
              <a:gd name="adj1" fmla="val 6473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047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808851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609597" y="408890"/>
            <a:ext cx="831117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Как использовать шаблон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827283" y="1899235"/>
            <a:ext cx="3219028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8244067" y="3597192"/>
            <a:ext cx="3069652" cy="1000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удобнее работать с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фигмой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– шаблон презентаций лежит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макета в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выбираем вкладку «файл»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«экспорт»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формат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Вопросы по шаблону можно задать в тайм –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p.s.filimonova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827283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2452859" y="3377131"/>
            <a:ext cx="1033958" cy="370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корректный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2452859" y="5022398"/>
            <a:ext cx="1249083" cy="370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некорректный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827283" y="5870600"/>
            <a:ext cx="3219028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3"/>
              </a:rPr>
              <a:t>Скачать шрифт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283" y="3921751"/>
            <a:ext cx="1344134" cy="146529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7283" y="2276484"/>
            <a:ext cx="1344134" cy="146529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6661" y="4093284"/>
            <a:ext cx="283247" cy="283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8244067" y="1899235"/>
            <a:ext cx="321902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следующих слайдах подробно описано,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как пользоваться шаблоном: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палитра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типографика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сетка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8023131" y="1337473"/>
            <a:ext cx="3575114" cy="1834352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8244067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4529380" y="1899235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Границы рабочей зоны на слайдах выделены направляющими, контент не должен выходить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3575114" cy="3039094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4529380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529380" y="2446648"/>
            <a:ext cx="3150580" cy="1813741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4529380" y="5131166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правильных настроек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 копируй, а дублируй слайды (или отдельные элементы на слайде) сочетанием клавиш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command+D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(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или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Ctrl+D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)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4308443" y="4569404"/>
            <a:ext cx="3575114" cy="168614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4529380" y="4814586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9584343" y="2245484"/>
            <a:ext cx="1878752" cy="7309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иконок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иллюстраций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фото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3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8023131" y="3352010"/>
            <a:ext cx="3575114" cy="2903534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11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609597" y="408890"/>
            <a:ext cx="519732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Образец слайдов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785391" y="1576397"/>
            <a:ext cx="3214588" cy="1601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Подходящий шаблон для слайда выбирается через вкладку «главная»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«слайды»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785391" y="4084511"/>
            <a:ext cx="3214588" cy="17170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шаблонах слайдов могут находиться фиксированные элементы, которые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контента можно менять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размеру или цвету, для изменения таких элементов выбираем вкладку «вид»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«образец слайдов»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находим подходящий шаблон и нажимаем правой кнопкой «дублировать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лайд»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 созданном дубликате меняем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размер/цвет необходимых элементов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606346" y="3860009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4326962" y="1337473"/>
            <a:ext cx="7258692" cy="491807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FB9E6E-7C09-DBAF-1D0C-A685056F2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76960" y="1487551"/>
            <a:ext cx="5057001" cy="2596960"/>
          </a:xfrm>
          <a:prstGeom prst="roundRect">
            <a:avLst>
              <a:gd name="adj" fmla="val 3589"/>
            </a:avLst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BC3A4F-F3B0-C4FC-3653-0E44D36018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75847" y="4229992"/>
            <a:ext cx="3396068" cy="1920978"/>
          </a:xfrm>
          <a:prstGeom prst="roundRect">
            <a:avLst>
              <a:gd name="adj" fmla="val 3886"/>
            </a:avLst>
          </a:prstGeom>
          <a:ln w="25400">
            <a:noFill/>
          </a:ln>
        </p:spPr>
      </p:pic>
    </p:spTree>
    <p:extLst>
      <p:ext uri="{BB962C8B-B14F-4D97-AF65-F5344CB8AC3E}">
        <p14:creationId xmlns:p14="http://schemas.microsoft.com/office/powerpoint/2010/main" val="1820554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609597" y="408890"/>
            <a:ext cx="33760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Логотип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785391" y="1576397"/>
            <a:ext cx="3200271" cy="18324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используется полная версия логотипа на кириллице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 используется на титульном слайде, закрывающем слайде и разделителях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(для разделов)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логотипа подобран под размер слайдов и не изменяется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842107" y="3795754"/>
            <a:ext cx="3143556" cy="821399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540" y="5235212"/>
            <a:ext cx="2500689" cy="4394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4614075" y="1576397"/>
            <a:ext cx="6098923" cy="4089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партнерства и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кобрендинга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используется знак умножения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4614075" y="4088577"/>
            <a:ext cx="3119218" cy="202478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всех контентных слайдах используется сокращенная версия логотипа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умолчанию размещается в верхнем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правом углу слайда 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верстки и контента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слайде, может быть перемещена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верхний левый, нижний правый или нижний левый углы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8711859" y="4542994"/>
            <a:ext cx="1241496" cy="1001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91309" y="4912818"/>
            <a:ext cx="482598" cy="3175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16436" y="4912818"/>
            <a:ext cx="482598" cy="317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70349" y="2298617"/>
            <a:ext cx="7007481" cy="1374528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4308443" y="3850777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039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7986F343-A46C-D96B-AD90-CBF98E382C9D}"/>
              </a:ext>
            </a:extLst>
          </p:cNvPr>
          <p:cNvSpPr/>
          <p:nvPr userDrawn="1"/>
        </p:nvSpPr>
        <p:spPr>
          <a:xfrm>
            <a:off x="3923516" y="609600"/>
            <a:ext cx="7677110" cy="3354238"/>
          </a:xfrm>
          <a:prstGeom prst="roundRect">
            <a:avLst>
              <a:gd name="adj" fmla="val 2665"/>
            </a:avLst>
          </a:prstGeom>
          <a:solidFill>
            <a:schemeClr val="tx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62F898-C00E-11C6-3C4D-A84F20851F79}"/>
              </a:ext>
            </a:extLst>
          </p:cNvPr>
          <p:cNvSpPr/>
          <p:nvPr userDrawn="1"/>
        </p:nvSpPr>
        <p:spPr>
          <a:xfrm>
            <a:off x="3923516" y="4114801"/>
            <a:ext cx="7677110" cy="1124712"/>
          </a:xfrm>
          <a:prstGeom prst="roundRect">
            <a:avLst>
              <a:gd name="adj" fmla="val 794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93E5CD0-0257-9AF7-54BA-60580E0089A3}"/>
              </a:ext>
            </a:extLst>
          </p:cNvPr>
          <p:cNvSpPr>
            <a:spLocks/>
          </p:cNvSpPr>
          <p:nvPr userDrawn="1"/>
        </p:nvSpPr>
        <p:spPr>
          <a:xfrm>
            <a:off x="392351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FFF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DDAE8B-1828-DABE-CFE4-634CA0448D96}"/>
              </a:ext>
            </a:extLst>
          </p:cNvPr>
          <p:cNvSpPr>
            <a:spLocks/>
          </p:cNvSpPr>
          <p:nvPr userDrawn="1"/>
        </p:nvSpPr>
        <p:spPr>
          <a:xfrm>
            <a:off x="452383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6F6F6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AF048EE-8BD5-2CCE-CF09-95B9A0FA1310}"/>
              </a:ext>
            </a:extLst>
          </p:cNvPr>
          <p:cNvSpPr>
            <a:spLocks/>
          </p:cNvSpPr>
          <p:nvPr userDrawn="1"/>
        </p:nvSpPr>
        <p:spPr>
          <a:xfrm>
            <a:off x="512414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E6E6E6"/>
          </a:solidFill>
          <a:ln w="12700">
            <a:solidFill>
              <a:schemeClr val="tx1"/>
            </a:solidFill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BD49F94-FA96-E40E-BBA3-22E7EAFBF8E0}"/>
              </a:ext>
            </a:extLst>
          </p:cNvPr>
          <p:cNvSpPr>
            <a:spLocks/>
          </p:cNvSpPr>
          <p:nvPr userDrawn="1"/>
        </p:nvSpPr>
        <p:spPr>
          <a:xfrm>
            <a:off x="572446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D1D1D1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FEBF27D-9DCF-4D5A-E698-257FE9A14690}"/>
              </a:ext>
            </a:extLst>
          </p:cNvPr>
          <p:cNvSpPr>
            <a:spLocks/>
          </p:cNvSpPr>
          <p:nvPr userDrawn="1"/>
        </p:nvSpPr>
        <p:spPr>
          <a:xfrm>
            <a:off x="632477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B0B0B0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86ED343-23B2-8A08-7B4E-7D09B5748107}"/>
              </a:ext>
            </a:extLst>
          </p:cNvPr>
          <p:cNvSpPr>
            <a:spLocks/>
          </p:cNvSpPr>
          <p:nvPr userDrawn="1"/>
        </p:nvSpPr>
        <p:spPr>
          <a:xfrm>
            <a:off x="692509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888888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7AC550-E920-53C8-FBA1-42CB7C12F393}"/>
              </a:ext>
            </a:extLst>
          </p:cNvPr>
          <p:cNvSpPr>
            <a:spLocks/>
          </p:cNvSpPr>
          <p:nvPr userDrawn="1"/>
        </p:nvSpPr>
        <p:spPr>
          <a:xfrm>
            <a:off x="752540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6D6D6D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C70DA98D-1D18-B006-8FB0-41AA6C37D61F}"/>
              </a:ext>
            </a:extLst>
          </p:cNvPr>
          <p:cNvSpPr>
            <a:spLocks/>
          </p:cNvSpPr>
          <p:nvPr userDrawn="1"/>
        </p:nvSpPr>
        <p:spPr>
          <a:xfrm>
            <a:off x="812572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5D5D5D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ACFFF24D-EFAA-EA10-FA01-D70988DAD5DF}"/>
              </a:ext>
            </a:extLst>
          </p:cNvPr>
          <p:cNvSpPr>
            <a:spLocks/>
          </p:cNvSpPr>
          <p:nvPr userDrawn="1"/>
        </p:nvSpPr>
        <p:spPr>
          <a:xfrm>
            <a:off x="872603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F4F4F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B6D38D8-97CC-8A81-A5D2-2A10FAE38CE5}"/>
              </a:ext>
            </a:extLst>
          </p:cNvPr>
          <p:cNvSpPr>
            <a:spLocks/>
          </p:cNvSpPr>
          <p:nvPr userDrawn="1"/>
        </p:nvSpPr>
        <p:spPr>
          <a:xfrm>
            <a:off x="932635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54545"/>
          </a:solidFill>
          <a:ln/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0D224C8-E79C-3D30-EC8E-33401E583C71}"/>
              </a:ext>
            </a:extLst>
          </p:cNvPr>
          <p:cNvSpPr>
            <a:spLocks/>
          </p:cNvSpPr>
          <p:nvPr userDrawn="1"/>
        </p:nvSpPr>
        <p:spPr>
          <a:xfrm>
            <a:off x="992666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3D3D3D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0DCBDDF-3975-5478-90DA-DF3ADE2FAB16}"/>
              </a:ext>
            </a:extLst>
          </p:cNvPr>
          <p:cNvSpPr>
            <a:spLocks/>
          </p:cNvSpPr>
          <p:nvPr userDrawn="1"/>
        </p:nvSpPr>
        <p:spPr>
          <a:xfrm>
            <a:off x="10526979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chemeClr val="tx1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57CB240-D9AE-8A29-E665-C5D377EC94A3}"/>
              </a:ext>
            </a:extLst>
          </p:cNvPr>
          <p:cNvSpPr>
            <a:spLocks/>
          </p:cNvSpPr>
          <p:nvPr userDrawn="1"/>
        </p:nvSpPr>
        <p:spPr>
          <a:xfrm>
            <a:off x="11127294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000000"/>
          </a:solidFill>
          <a:ln/>
        </p:spPr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156B8320-7005-B2A8-42A5-E82DE6B887FD}"/>
              </a:ext>
            </a:extLst>
          </p:cNvPr>
          <p:cNvSpPr/>
          <p:nvPr userDrawn="1"/>
        </p:nvSpPr>
        <p:spPr>
          <a:xfrm>
            <a:off x="609597" y="408890"/>
            <a:ext cx="30416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Основная 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727D7-B2A6-F305-ADF8-97AB4C4CE1EB}"/>
              </a:ext>
            </a:extLst>
          </p:cNvPr>
          <p:cNvSpPr txBox="1"/>
          <p:nvPr userDrawn="1"/>
        </p:nvSpPr>
        <p:spPr>
          <a:xfrm>
            <a:off x="609597" y="1825779"/>
            <a:ext cx="3200271" cy="17554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Base black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основной фоновый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 акцентный цвет Центрального университета 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коммуникациях.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Base grey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основной фоновый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 акцентный цвет Центрального университета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коммуникациях. 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F1EB858-4FBD-850F-714B-6EC13C3CA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2018" y="3838152"/>
            <a:ext cx="1334335" cy="2417393"/>
          </a:xfrm>
          <a:prstGeom prst="roundRect">
            <a:avLst>
              <a:gd name="adj" fmla="val 3444"/>
            </a:avLst>
          </a:prstGeom>
          <a:ln w="127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D9E401-9FC4-0F05-05F3-84AC1C9BB086}"/>
              </a:ext>
            </a:extLst>
          </p:cNvPr>
          <p:cNvSpPr txBox="1"/>
          <p:nvPr userDrawn="1"/>
        </p:nvSpPr>
        <p:spPr>
          <a:xfrm>
            <a:off x="609597" y="3826198"/>
            <a:ext cx="1617498" cy="5628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Фирменная палитра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закреплена в данном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шаблоне презентаций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4DABABCE-DD08-EFA9-5E52-D32E480D1F2A}"/>
              </a:ext>
            </a:extLst>
          </p:cNvPr>
          <p:cNvSpPr/>
          <p:nvPr userDrawn="1"/>
        </p:nvSpPr>
        <p:spPr>
          <a:xfrm>
            <a:off x="4159228" y="66879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1FCB125-F04B-1C14-8366-E078D96F30D2}"/>
              </a:ext>
            </a:extLst>
          </p:cNvPr>
          <p:cNvSpPr/>
          <p:nvPr userDrawn="1"/>
        </p:nvSpPr>
        <p:spPr>
          <a:xfrm>
            <a:off x="4159228" y="76023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Black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83C739C4-0174-C1DE-9EA8-D28D08A3B343}"/>
              </a:ext>
            </a:extLst>
          </p:cNvPr>
          <p:cNvSpPr/>
          <p:nvPr userDrawn="1"/>
        </p:nvSpPr>
        <p:spPr>
          <a:xfrm>
            <a:off x="4159229" y="101423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#141414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35086F2-D6AA-39DF-4D8A-18A80F0170E5}"/>
              </a:ext>
            </a:extLst>
          </p:cNvPr>
          <p:cNvSpPr/>
          <p:nvPr userDrawn="1"/>
        </p:nvSpPr>
        <p:spPr>
          <a:xfrm>
            <a:off x="4159228" y="421844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F9B8D04-9918-A79F-EA30-DB4FA281CA4A}"/>
              </a:ext>
            </a:extLst>
          </p:cNvPr>
          <p:cNvSpPr/>
          <p:nvPr userDrawn="1"/>
        </p:nvSpPr>
        <p:spPr>
          <a:xfrm>
            <a:off x="4159228" y="421844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Grey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DE8B4A21-B416-DC6A-D52D-FE815A388BF0}"/>
              </a:ext>
            </a:extLst>
          </p:cNvPr>
          <p:cNvSpPr/>
          <p:nvPr userDrawn="1"/>
        </p:nvSpPr>
        <p:spPr>
          <a:xfrm>
            <a:off x="4159229" y="447244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#E6E6E6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D38EBDE-7076-450E-B02C-AAB461A18E81}"/>
              </a:ext>
            </a:extLst>
          </p:cNvPr>
          <p:cNvSpPr/>
          <p:nvPr userDrawn="1"/>
        </p:nvSpPr>
        <p:spPr>
          <a:xfrm>
            <a:off x="4004786" y="5463049"/>
            <a:ext cx="2624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#FFFFFF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B58C1321-00F2-C751-A62A-00035998C6B9}"/>
              </a:ext>
            </a:extLst>
          </p:cNvPr>
          <p:cNvSpPr/>
          <p:nvPr userDrawn="1"/>
        </p:nvSpPr>
        <p:spPr>
          <a:xfrm>
            <a:off x="4605100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#F6F6F6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266907E-0650-54D0-2EE6-691C71A6739A}"/>
              </a:ext>
            </a:extLst>
          </p:cNvPr>
          <p:cNvSpPr/>
          <p:nvPr userDrawn="1"/>
        </p:nvSpPr>
        <p:spPr>
          <a:xfrm>
            <a:off x="5205416" y="5463049"/>
            <a:ext cx="2942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#E6E6E6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grey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7CCEF170-E150-8B50-97E6-462D74141C1F}"/>
              </a:ext>
            </a:extLst>
          </p:cNvPr>
          <p:cNvSpPr/>
          <p:nvPr userDrawn="1"/>
        </p:nvSpPr>
        <p:spPr>
          <a:xfrm>
            <a:off x="5805731" y="5463049"/>
            <a:ext cx="2624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#D1D1D1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AF85B8-F563-8F83-0D8F-C5A03B96271E}"/>
              </a:ext>
            </a:extLst>
          </p:cNvPr>
          <p:cNvSpPr/>
          <p:nvPr userDrawn="1"/>
        </p:nvSpPr>
        <p:spPr>
          <a:xfrm>
            <a:off x="640604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#B0B0B0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EA8441E-2A58-F7EA-5543-C9DB25C0381D}"/>
              </a:ext>
            </a:extLst>
          </p:cNvPr>
          <p:cNvSpPr/>
          <p:nvPr userDrawn="1"/>
        </p:nvSpPr>
        <p:spPr>
          <a:xfrm>
            <a:off x="7006360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#888888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2C20BFD5-0D3F-2735-E112-E5BE461F459D}"/>
              </a:ext>
            </a:extLst>
          </p:cNvPr>
          <p:cNvSpPr/>
          <p:nvPr userDrawn="1"/>
        </p:nvSpPr>
        <p:spPr>
          <a:xfrm>
            <a:off x="760667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#6D6D6D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7CE66338-CB58-CBDB-EAB1-94033C2A8CBD}"/>
              </a:ext>
            </a:extLst>
          </p:cNvPr>
          <p:cNvSpPr/>
          <p:nvPr userDrawn="1"/>
        </p:nvSpPr>
        <p:spPr>
          <a:xfrm>
            <a:off x="8206990" y="5463049"/>
            <a:ext cx="3005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#5D5D5D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89D00A81-57D2-4399-F18B-FC83A4D197A2}"/>
              </a:ext>
            </a:extLst>
          </p:cNvPr>
          <p:cNvSpPr/>
          <p:nvPr userDrawn="1"/>
        </p:nvSpPr>
        <p:spPr>
          <a:xfrm>
            <a:off x="8807304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#4F4F4F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177338D-809F-8B52-F422-FD4EB209A822}"/>
              </a:ext>
            </a:extLst>
          </p:cNvPr>
          <p:cNvSpPr/>
          <p:nvPr userDrawn="1"/>
        </p:nvSpPr>
        <p:spPr>
          <a:xfrm>
            <a:off x="9407619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#454545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0ED6393-F8AA-F990-BF31-46E47E1BC4C0}"/>
              </a:ext>
            </a:extLst>
          </p:cNvPr>
          <p:cNvSpPr/>
          <p:nvPr userDrawn="1"/>
        </p:nvSpPr>
        <p:spPr>
          <a:xfrm>
            <a:off x="10007934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#3D3D3D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6B07A622-C44A-2914-D1FD-B3C46EC9E006}"/>
              </a:ext>
            </a:extLst>
          </p:cNvPr>
          <p:cNvSpPr/>
          <p:nvPr userDrawn="1"/>
        </p:nvSpPr>
        <p:spPr>
          <a:xfrm>
            <a:off x="10608249" y="5463049"/>
            <a:ext cx="2561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950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#141414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black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88A0A92-DCCE-9695-3147-86B34E53D3B4}"/>
              </a:ext>
            </a:extLst>
          </p:cNvPr>
          <p:cNvSpPr/>
          <p:nvPr userDrawn="1"/>
        </p:nvSpPr>
        <p:spPr>
          <a:xfrm>
            <a:off x="11208563" y="5463049"/>
            <a:ext cx="3132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#000000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422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F016BF-E8ED-1000-5B46-D46CD32B59C8}"/>
              </a:ext>
            </a:extLst>
          </p:cNvPr>
          <p:cNvSpPr/>
          <p:nvPr userDrawn="1"/>
        </p:nvSpPr>
        <p:spPr>
          <a:xfrm>
            <a:off x="609597" y="408890"/>
            <a:ext cx="3579115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Дополни-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тельная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CEA4A-E0B9-77DE-77A8-BBA64DCFAEB0}"/>
              </a:ext>
            </a:extLst>
          </p:cNvPr>
          <p:cNvSpPr txBox="1"/>
          <p:nvPr userDrawn="1"/>
        </p:nvSpPr>
        <p:spPr>
          <a:xfrm>
            <a:off x="609597" y="2399358"/>
            <a:ext cx="3200271" cy="321741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учебных презентаций рекомендуется использовать первый уровень яркости –  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1-2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для выступлений рекомендуется использовать второй уровень яркости –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2-3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Все дополнительные цвета используются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равной степени как акцидентные.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Обратите внимание на то, какого цвета текст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цветных плашках, — это рекомендации по цвету текста и логотипов, которые вы захотите разместить на этом фоне.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08E6440-514E-2EE7-EB02-1AA76F5EEFAB}"/>
              </a:ext>
            </a:extLst>
          </p:cNvPr>
          <p:cNvSpPr/>
          <p:nvPr userDrawn="1"/>
        </p:nvSpPr>
        <p:spPr>
          <a:xfrm>
            <a:off x="4704203" y="609600"/>
            <a:ext cx="6896423" cy="1033288"/>
          </a:xfrm>
          <a:prstGeom prst="rect">
            <a:avLst/>
          </a:prstGeom>
          <a:noFill/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5E5073-558F-B9C1-2FBB-0EF639A333FF}"/>
              </a:ext>
            </a:extLst>
          </p:cNvPr>
          <p:cNvSpPr/>
          <p:nvPr userDrawn="1"/>
        </p:nvSpPr>
        <p:spPr>
          <a:xfrm>
            <a:off x="4704203" y="609600"/>
            <a:ext cx="6896423" cy="661305"/>
          </a:xfrm>
          <a:prstGeom prst="roundRect">
            <a:avLst>
              <a:gd name="adj" fmla="val 8988"/>
            </a:avLst>
          </a:prstGeom>
          <a:solidFill>
            <a:srgbClr val="FFDD2D"/>
          </a:solidFill>
          <a:ln/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12D8999-C78E-A87F-59AE-973012F39996}"/>
              </a:ext>
            </a:extLst>
          </p:cNvPr>
          <p:cNvSpPr/>
          <p:nvPr userDrawn="1"/>
        </p:nvSpPr>
        <p:spPr>
          <a:xfrm>
            <a:off x="4810484" y="715881"/>
            <a:ext cx="6683863" cy="448742"/>
          </a:xfrm>
          <a:prstGeom prst="rect">
            <a:avLst/>
          </a:prstGeom>
          <a:noFill/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E059CE8-CC0C-B95A-49B7-22A854A627BD}"/>
              </a:ext>
            </a:extLst>
          </p:cNvPr>
          <p:cNvSpPr/>
          <p:nvPr userDrawn="1"/>
        </p:nvSpPr>
        <p:spPr>
          <a:xfrm>
            <a:off x="4810485" y="715881"/>
            <a:ext cx="177134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0DE5FCF-24DD-942D-3A95-D8C577546642}"/>
              </a:ext>
            </a:extLst>
          </p:cNvPr>
          <p:cNvSpPr/>
          <p:nvPr userDrawn="1"/>
        </p:nvSpPr>
        <p:spPr>
          <a:xfrm>
            <a:off x="4810485" y="933676"/>
            <a:ext cx="175559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40E412D-9E9C-AC0C-D214-FAC437CD97FE}"/>
              </a:ext>
            </a:extLst>
          </p:cNvPr>
          <p:cNvSpPr/>
          <p:nvPr userDrawn="1"/>
        </p:nvSpPr>
        <p:spPr>
          <a:xfrm>
            <a:off x="4810484" y="1058894"/>
            <a:ext cx="767195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Shape 34">
            <a:extLst>
              <a:ext uri="{FF2B5EF4-FFF2-40B4-BE49-F238E27FC236}">
                <a16:creationId xmlns:a16="http://schemas.microsoft.com/office/drawing/2014/main" id="{AB45AF9D-A419-68E1-DE37-701BCF8B43F9}"/>
              </a:ext>
            </a:extLst>
          </p:cNvPr>
          <p:cNvSpPr/>
          <p:nvPr userDrawn="1"/>
        </p:nvSpPr>
        <p:spPr>
          <a:xfrm>
            <a:off x="4704203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6" name="Shape 35">
            <a:extLst>
              <a:ext uri="{FF2B5EF4-FFF2-40B4-BE49-F238E27FC236}">
                <a16:creationId xmlns:a16="http://schemas.microsoft.com/office/drawing/2014/main" id="{356B3DCC-EF4B-AFD9-2187-F8C1EC5FB25A}"/>
              </a:ext>
            </a:extLst>
          </p:cNvPr>
          <p:cNvSpPr/>
          <p:nvPr userDrawn="1"/>
        </p:nvSpPr>
        <p:spPr>
          <a:xfrm>
            <a:off x="4704203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712DF23E-6707-8C30-C2B9-6BE6EB9E67A7}"/>
              </a:ext>
            </a:extLst>
          </p:cNvPr>
          <p:cNvSpPr/>
          <p:nvPr userDrawn="1"/>
        </p:nvSpPr>
        <p:spPr>
          <a:xfrm>
            <a:off x="4822293" y="1867259"/>
            <a:ext cx="8282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Text 39">
            <a:extLst>
              <a:ext uri="{FF2B5EF4-FFF2-40B4-BE49-F238E27FC236}">
                <a16:creationId xmlns:a16="http://schemas.microsoft.com/office/drawing/2014/main" id="{D25C80E7-DE75-760B-8615-6EA94DB4FD7B}"/>
              </a:ext>
            </a:extLst>
          </p:cNvPr>
          <p:cNvSpPr/>
          <p:nvPr userDrawn="1"/>
        </p:nvSpPr>
        <p:spPr>
          <a:xfrm>
            <a:off x="4822293" y="2085054"/>
            <a:ext cx="40613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Text 40">
            <a:extLst>
              <a:ext uri="{FF2B5EF4-FFF2-40B4-BE49-F238E27FC236}">
                <a16:creationId xmlns:a16="http://schemas.microsoft.com/office/drawing/2014/main" id="{B2383A33-1360-8168-D435-B364AF53837D}"/>
              </a:ext>
            </a:extLst>
          </p:cNvPr>
          <p:cNvSpPr/>
          <p:nvPr userDrawn="1"/>
        </p:nvSpPr>
        <p:spPr>
          <a:xfrm>
            <a:off x="4822293" y="2210272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A879BD2-FEEA-8CB1-AA1A-EFA0A868AAD2}"/>
              </a:ext>
            </a:extLst>
          </p:cNvPr>
          <p:cNvGrpSpPr/>
          <p:nvPr userDrawn="1"/>
        </p:nvGrpSpPr>
        <p:grpSpPr>
          <a:xfrm>
            <a:off x="4704203" y="2481327"/>
            <a:ext cx="803008" cy="312939"/>
            <a:chOff x="9409631" y="4962654"/>
            <a:chExt cx="1606226" cy="625877"/>
          </a:xfrm>
        </p:grpSpPr>
        <p:sp>
          <p:nvSpPr>
            <p:cNvPr id="31" name="Shape 42">
              <a:extLst>
                <a:ext uri="{FF2B5EF4-FFF2-40B4-BE49-F238E27FC236}">
                  <a16:creationId xmlns:a16="http://schemas.microsoft.com/office/drawing/2014/main" id="{8781A8B1-F269-B42E-5BC6-A5463BEC8E39}"/>
                </a:ext>
              </a:extLst>
            </p:cNvPr>
            <p:cNvSpPr/>
            <p:nvPr/>
          </p:nvSpPr>
          <p:spPr>
            <a:xfrm>
              <a:off x="9409631" y="4962654"/>
              <a:ext cx="1606226" cy="625877"/>
            </a:xfrm>
            <a:prstGeom prst="roundRect">
              <a:avLst>
                <a:gd name="adj" fmla="val 18993"/>
              </a:avLst>
            </a:prstGeom>
            <a:solidFill>
              <a:srgbClr val="D5D4FF">
                <a:alpha val="100000"/>
              </a:srgbClr>
            </a:solidFill>
            <a:ln/>
          </p:spPr>
        </p:sp>
        <p:sp>
          <p:nvSpPr>
            <p:cNvPr id="32" name="Text 43">
              <a:extLst>
                <a:ext uri="{FF2B5EF4-FFF2-40B4-BE49-F238E27FC236}">
                  <a16:creationId xmlns:a16="http://schemas.microsoft.com/office/drawing/2014/main" id="{086FE670-AC2E-B6AF-3164-34EB8F46C224}"/>
                </a:ext>
              </a:extLst>
            </p:cNvPr>
            <p:cNvSpPr/>
            <p:nvPr/>
          </p:nvSpPr>
          <p:spPr>
            <a:xfrm>
              <a:off x="9574978" y="5072393"/>
              <a:ext cx="753703" cy="461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457109" rtl="0" eaLnBrk="1" fontAlgn="auto" latinLnBrk="0" hangingPunct="1">
                <a:lnSpc>
                  <a:spcPts val="78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1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>
                      <a:alpha val="100000"/>
                    </a:srgbClr>
                  </a:solidFill>
                  <a:effectLst/>
                  <a:uLnTx/>
                  <a:uFillTx/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200</a:t>
              </a:r>
              <a:endPara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  <a:p>
              <a:pPr marL="0" marR="0" lvl="0" indent="0" algn="l" defTabSz="457109" rtl="0" eaLnBrk="1" fontAlgn="auto" latinLnBrk="0" hangingPunct="1">
                <a:lnSpc>
                  <a:spcPts val="78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1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>
                      <a:alpha val="100000"/>
                    </a:srgbClr>
                  </a:solidFill>
                  <a:effectLst/>
                  <a:uLnTx/>
                  <a:uFillTx/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#D5D4FF</a:t>
              </a:r>
              <a:endPara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33" name="Shape 44">
            <a:extLst>
              <a:ext uri="{FF2B5EF4-FFF2-40B4-BE49-F238E27FC236}">
                <a16:creationId xmlns:a16="http://schemas.microsoft.com/office/drawing/2014/main" id="{AF18CF20-5D97-1EB1-CAD7-0E20DC946836}"/>
              </a:ext>
            </a:extLst>
          </p:cNvPr>
          <p:cNvSpPr/>
          <p:nvPr userDrawn="1"/>
        </p:nvSpPr>
        <p:spPr>
          <a:xfrm>
            <a:off x="5566256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34" name="Text 45">
            <a:extLst>
              <a:ext uri="{FF2B5EF4-FFF2-40B4-BE49-F238E27FC236}">
                <a16:creationId xmlns:a16="http://schemas.microsoft.com/office/drawing/2014/main" id="{9E7923D3-6BC2-CECD-7189-DC4C3B6743D9}"/>
              </a:ext>
            </a:extLst>
          </p:cNvPr>
          <p:cNvSpPr/>
          <p:nvPr userDrawn="1"/>
        </p:nvSpPr>
        <p:spPr>
          <a:xfrm>
            <a:off x="5648919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Shape 46">
            <a:extLst>
              <a:ext uri="{FF2B5EF4-FFF2-40B4-BE49-F238E27FC236}">
                <a16:creationId xmlns:a16="http://schemas.microsoft.com/office/drawing/2014/main" id="{4A9CE066-FE33-5F01-EF09-E3AEB8DC9616}"/>
              </a:ext>
            </a:extLst>
          </p:cNvPr>
          <p:cNvSpPr/>
          <p:nvPr userDrawn="1"/>
        </p:nvSpPr>
        <p:spPr>
          <a:xfrm>
            <a:off x="6428309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36" name="Text 47">
            <a:extLst>
              <a:ext uri="{FF2B5EF4-FFF2-40B4-BE49-F238E27FC236}">
                <a16:creationId xmlns:a16="http://schemas.microsoft.com/office/drawing/2014/main" id="{43397095-EBE0-8A5A-4379-32BE73E0B703}"/>
              </a:ext>
            </a:extLst>
          </p:cNvPr>
          <p:cNvSpPr/>
          <p:nvPr userDrawn="1"/>
        </p:nvSpPr>
        <p:spPr>
          <a:xfrm>
            <a:off x="651097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Shape 48">
            <a:extLst>
              <a:ext uri="{FF2B5EF4-FFF2-40B4-BE49-F238E27FC236}">
                <a16:creationId xmlns:a16="http://schemas.microsoft.com/office/drawing/2014/main" id="{CD69128C-DDDC-494A-A0FD-D5F58C6EA385}"/>
              </a:ext>
            </a:extLst>
          </p:cNvPr>
          <p:cNvSpPr/>
          <p:nvPr userDrawn="1"/>
        </p:nvSpPr>
        <p:spPr>
          <a:xfrm>
            <a:off x="7290362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38" name="Text 49">
            <a:extLst>
              <a:ext uri="{FF2B5EF4-FFF2-40B4-BE49-F238E27FC236}">
                <a16:creationId xmlns:a16="http://schemas.microsoft.com/office/drawing/2014/main" id="{EF144CE8-812B-E3CC-6721-717019F0694A}"/>
              </a:ext>
            </a:extLst>
          </p:cNvPr>
          <p:cNvSpPr/>
          <p:nvPr userDrawn="1"/>
        </p:nvSpPr>
        <p:spPr>
          <a:xfrm>
            <a:off x="7373025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9" name="Shape 50">
            <a:extLst>
              <a:ext uri="{FF2B5EF4-FFF2-40B4-BE49-F238E27FC236}">
                <a16:creationId xmlns:a16="http://schemas.microsoft.com/office/drawing/2014/main" id="{B8946E9F-AB48-36DC-129F-47A2FF970FC4}"/>
              </a:ext>
            </a:extLst>
          </p:cNvPr>
          <p:cNvSpPr/>
          <p:nvPr userDrawn="1"/>
        </p:nvSpPr>
        <p:spPr>
          <a:xfrm>
            <a:off x="8211459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40" name="Shape 51">
            <a:extLst>
              <a:ext uri="{FF2B5EF4-FFF2-40B4-BE49-F238E27FC236}">
                <a16:creationId xmlns:a16="http://schemas.microsoft.com/office/drawing/2014/main" id="{3267FAC5-92AD-993A-7BE1-ABF7E6BBFEC4}"/>
              </a:ext>
            </a:extLst>
          </p:cNvPr>
          <p:cNvSpPr/>
          <p:nvPr userDrawn="1"/>
        </p:nvSpPr>
        <p:spPr>
          <a:xfrm>
            <a:off x="8211459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41" name="Text 53">
            <a:extLst>
              <a:ext uri="{FF2B5EF4-FFF2-40B4-BE49-F238E27FC236}">
                <a16:creationId xmlns:a16="http://schemas.microsoft.com/office/drawing/2014/main" id="{145B8216-388C-79FD-8E54-A60CBB7F1629}"/>
              </a:ext>
            </a:extLst>
          </p:cNvPr>
          <p:cNvSpPr/>
          <p:nvPr userDrawn="1"/>
        </p:nvSpPr>
        <p:spPr>
          <a:xfrm>
            <a:off x="8329548" y="1879068"/>
            <a:ext cx="103148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2" name="Text 55">
            <a:extLst>
              <a:ext uri="{FF2B5EF4-FFF2-40B4-BE49-F238E27FC236}">
                <a16:creationId xmlns:a16="http://schemas.microsoft.com/office/drawing/2014/main" id="{98D46F5D-62D9-0215-6B34-1ABA14A33C7C}"/>
              </a:ext>
            </a:extLst>
          </p:cNvPr>
          <p:cNvSpPr/>
          <p:nvPr userDrawn="1"/>
        </p:nvSpPr>
        <p:spPr>
          <a:xfrm>
            <a:off x="8329548" y="2096864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3" name="Text 56">
            <a:extLst>
              <a:ext uri="{FF2B5EF4-FFF2-40B4-BE49-F238E27FC236}">
                <a16:creationId xmlns:a16="http://schemas.microsoft.com/office/drawing/2014/main" id="{B4188FD8-7711-8181-7C01-6B636E30A449}"/>
              </a:ext>
            </a:extLst>
          </p:cNvPr>
          <p:cNvSpPr/>
          <p:nvPr userDrawn="1"/>
        </p:nvSpPr>
        <p:spPr>
          <a:xfrm>
            <a:off x="8329548" y="2222082"/>
            <a:ext cx="7617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4" name="Shape 58">
            <a:extLst>
              <a:ext uri="{FF2B5EF4-FFF2-40B4-BE49-F238E27FC236}">
                <a16:creationId xmlns:a16="http://schemas.microsoft.com/office/drawing/2014/main" id="{93C72E71-C6E8-492E-BCC6-5724EF32DE9C}"/>
              </a:ext>
            </a:extLst>
          </p:cNvPr>
          <p:cNvSpPr/>
          <p:nvPr userDrawn="1"/>
        </p:nvSpPr>
        <p:spPr>
          <a:xfrm>
            <a:off x="8211460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45" name="Text 59">
            <a:extLst>
              <a:ext uri="{FF2B5EF4-FFF2-40B4-BE49-F238E27FC236}">
                <a16:creationId xmlns:a16="http://schemas.microsoft.com/office/drawing/2014/main" id="{F369D562-AF21-3A01-1994-B02D8E1AF43F}"/>
              </a:ext>
            </a:extLst>
          </p:cNvPr>
          <p:cNvSpPr/>
          <p:nvPr userDrawn="1"/>
        </p:nvSpPr>
        <p:spPr>
          <a:xfrm>
            <a:off x="829412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6" name="Shape 60">
            <a:extLst>
              <a:ext uri="{FF2B5EF4-FFF2-40B4-BE49-F238E27FC236}">
                <a16:creationId xmlns:a16="http://schemas.microsoft.com/office/drawing/2014/main" id="{0E473260-3F60-DD3C-DBEB-F812FBBD4668}"/>
              </a:ext>
            </a:extLst>
          </p:cNvPr>
          <p:cNvSpPr/>
          <p:nvPr userDrawn="1"/>
        </p:nvSpPr>
        <p:spPr>
          <a:xfrm>
            <a:off x="9073512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47" name="Text 61">
            <a:extLst>
              <a:ext uri="{FF2B5EF4-FFF2-40B4-BE49-F238E27FC236}">
                <a16:creationId xmlns:a16="http://schemas.microsoft.com/office/drawing/2014/main" id="{E8029DE1-2226-0032-12EC-BD8A3BA2D539}"/>
              </a:ext>
            </a:extLst>
          </p:cNvPr>
          <p:cNvSpPr/>
          <p:nvPr userDrawn="1"/>
        </p:nvSpPr>
        <p:spPr>
          <a:xfrm>
            <a:off x="9156175" y="2536197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8" name="Shape 62">
            <a:extLst>
              <a:ext uri="{FF2B5EF4-FFF2-40B4-BE49-F238E27FC236}">
                <a16:creationId xmlns:a16="http://schemas.microsoft.com/office/drawing/2014/main" id="{AA931E6B-7740-3F12-FCAF-A3BE80AC8482}"/>
              </a:ext>
            </a:extLst>
          </p:cNvPr>
          <p:cNvSpPr/>
          <p:nvPr userDrawn="1"/>
        </p:nvSpPr>
        <p:spPr>
          <a:xfrm>
            <a:off x="9935566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49" name="Text 63">
            <a:extLst>
              <a:ext uri="{FF2B5EF4-FFF2-40B4-BE49-F238E27FC236}">
                <a16:creationId xmlns:a16="http://schemas.microsoft.com/office/drawing/2014/main" id="{C3FCDCCA-6280-119A-ADB4-85081EB04623}"/>
              </a:ext>
            </a:extLst>
          </p:cNvPr>
          <p:cNvSpPr/>
          <p:nvPr userDrawn="1"/>
        </p:nvSpPr>
        <p:spPr>
          <a:xfrm>
            <a:off x="10018228" y="2536197"/>
            <a:ext cx="3260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0" name="Shape 64">
            <a:extLst>
              <a:ext uri="{FF2B5EF4-FFF2-40B4-BE49-F238E27FC236}">
                <a16:creationId xmlns:a16="http://schemas.microsoft.com/office/drawing/2014/main" id="{BCC84D5F-1579-B21C-5062-1E1912F6411A}"/>
              </a:ext>
            </a:extLst>
          </p:cNvPr>
          <p:cNvSpPr/>
          <p:nvPr userDrawn="1"/>
        </p:nvSpPr>
        <p:spPr>
          <a:xfrm>
            <a:off x="10797618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51" name="Text 65">
            <a:extLst>
              <a:ext uri="{FF2B5EF4-FFF2-40B4-BE49-F238E27FC236}">
                <a16:creationId xmlns:a16="http://schemas.microsoft.com/office/drawing/2014/main" id="{1A219760-A147-3100-CAB3-B0B5ABF1C96D}"/>
              </a:ext>
            </a:extLst>
          </p:cNvPr>
          <p:cNvSpPr/>
          <p:nvPr userDrawn="1"/>
        </p:nvSpPr>
        <p:spPr>
          <a:xfrm>
            <a:off x="10880281" y="2536197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2" name="Shape 82">
            <a:extLst>
              <a:ext uri="{FF2B5EF4-FFF2-40B4-BE49-F238E27FC236}">
                <a16:creationId xmlns:a16="http://schemas.microsoft.com/office/drawing/2014/main" id="{ECDA37F5-F572-DC98-8C6A-847265C7A639}"/>
              </a:ext>
            </a:extLst>
          </p:cNvPr>
          <p:cNvSpPr/>
          <p:nvPr userDrawn="1"/>
        </p:nvSpPr>
        <p:spPr>
          <a:xfrm>
            <a:off x="4704203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53" name="Shape 83">
            <a:extLst>
              <a:ext uri="{FF2B5EF4-FFF2-40B4-BE49-F238E27FC236}">
                <a16:creationId xmlns:a16="http://schemas.microsoft.com/office/drawing/2014/main" id="{1AEF5601-0AD4-FB94-3AFC-695F9A4A899B}"/>
              </a:ext>
            </a:extLst>
          </p:cNvPr>
          <p:cNvSpPr/>
          <p:nvPr userDrawn="1"/>
        </p:nvSpPr>
        <p:spPr>
          <a:xfrm>
            <a:off x="4704203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54" name="Text 85">
            <a:extLst>
              <a:ext uri="{FF2B5EF4-FFF2-40B4-BE49-F238E27FC236}">
                <a16:creationId xmlns:a16="http://schemas.microsoft.com/office/drawing/2014/main" id="{525CC3B2-29E6-3834-F9C5-9248374FB1AA}"/>
              </a:ext>
            </a:extLst>
          </p:cNvPr>
          <p:cNvSpPr/>
          <p:nvPr userDrawn="1"/>
        </p:nvSpPr>
        <p:spPr>
          <a:xfrm>
            <a:off x="4822293" y="3018637"/>
            <a:ext cx="1336279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4" name="Text 87">
            <a:extLst>
              <a:ext uri="{FF2B5EF4-FFF2-40B4-BE49-F238E27FC236}">
                <a16:creationId xmlns:a16="http://schemas.microsoft.com/office/drawing/2014/main" id="{96A97684-31C5-4F63-979E-6BEA78239BA7}"/>
              </a:ext>
            </a:extLst>
          </p:cNvPr>
          <p:cNvSpPr/>
          <p:nvPr userDrawn="1"/>
        </p:nvSpPr>
        <p:spPr>
          <a:xfrm>
            <a:off x="4822293" y="3236432"/>
            <a:ext cx="4378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5" name="Text 88">
            <a:extLst>
              <a:ext uri="{FF2B5EF4-FFF2-40B4-BE49-F238E27FC236}">
                <a16:creationId xmlns:a16="http://schemas.microsoft.com/office/drawing/2014/main" id="{0E72458F-4101-3B9E-F41F-4CD334A00325}"/>
              </a:ext>
            </a:extLst>
          </p:cNvPr>
          <p:cNvSpPr/>
          <p:nvPr userDrawn="1"/>
        </p:nvSpPr>
        <p:spPr>
          <a:xfrm>
            <a:off x="4822293" y="3361651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6" name="Shape 90">
            <a:extLst>
              <a:ext uri="{FF2B5EF4-FFF2-40B4-BE49-F238E27FC236}">
                <a16:creationId xmlns:a16="http://schemas.microsoft.com/office/drawing/2014/main" id="{A1761B51-2DE5-E6C0-510C-31F97ABCFCFF}"/>
              </a:ext>
            </a:extLst>
          </p:cNvPr>
          <p:cNvSpPr/>
          <p:nvPr userDrawn="1"/>
        </p:nvSpPr>
        <p:spPr>
          <a:xfrm>
            <a:off x="4704204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AFFFD5"/>
          </a:solidFill>
          <a:ln/>
        </p:spPr>
      </p:sp>
      <p:sp>
        <p:nvSpPr>
          <p:cNvPr id="177" name="Text 91">
            <a:extLst>
              <a:ext uri="{FF2B5EF4-FFF2-40B4-BE49-F238E27FC236}">
                <a16:creationId xmlns:a16="http://schemas.microsoft.com/office/drawing/2014/main" id="{67E1CE00-98F0-C104-D4B2-F0702332B40D}"/>
              </a:ext>
            </a:extLst>
          </p:cNvPr>
          <p:cNvSpPr/>
          <p:nvPr userDrawn="1"/>
        </p:nvSpPr>
        <p:spPr>
          <a:xfrm>
            <a:off x="4786866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8" name="Shape 92">
            <a:extLst>
              <a:ext uri="{FF2B5EF4-FFF2-40B4-BE49-F238E27FC236}">
                <a16:creationId xmlns:a16="http://schemas.microsoft.com/office/drawing/2014/main" id="{D89B918E-753A-33B8-9076-EB8086A1326F}"/>
              </a:ext>
            </a:extLst>
          </p:cNvPr>
          <p:cNvSpPr/>
          <p:nvPr userDrawn="1"/>
        </p:nvSpPr>
        <p:spPr>
          <a:xfrm>
            <a:off x="556625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DFB90"/>
          </a:solidFill>
          <a:ln/>
        </p:spPr>
      </p:sp>
      <p:sp>
        <p:nvSpPr>
          <p:cNvPr id="179" name="Text 93">
            <a:extLst>
              <a:ext uri="{FF2B5EF4-FFF2-40B4-BE49-F238E27FC236}">
                <a16:creationId xmlns:a16="http://schemas.microsoft.com/office/drawing/2014/main" id="{37DD3E5A-3985-B721-8B92-5F20E8708DB9}"/>
              </a:ext>
            </a:extLst>
          </p:cNvPr>
          <p:cNvSpPr/>
          <p:nvPr userDrawn="1"/>
        </p:nvSpPr>
        <p:spPr>
          <a:xfrm>
            <a:off x="5648919" y="3687575"/>
            <a:ext cx="50965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0" name="Shape 94">
            <a:extLst>
              <a:ext uri="{FF2B5EF4-FFF2-40B4-BE49-F238E27FC236}">
                <a16:creationId xmlns:a16="http://schemas.microsoft.com/office/drawing/2014/main" id="{4C35984E-E795-4483-191E-D9105D98A373}"/>
              </a:ext>
            </a:extLst>
          </p:cNvPr>
          <p:cNvSpPr/>
          <p:nvPr userDrawn="1"/>
        </p:nvSpPr>
        <p:spPr>
          <a:xfrm>
            <a:off x="6428310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02E570"/>
          </a:solidFill>
          <a:ln/>
        </p:spPr>
      </p:sp>
      <p:sp>
        <p:nvSpPr>
          <p:cNvPr id="181" name="Text 95">
            <a:extLst>
              <a:ext uri="{FF2B5EF4-FFF2-40B4-BE49-F238E27FC236}">
                <a16:creationId xmlns:a16="http://schemas.microsoft.com/office/drawing/2014/main" id="{BE024669-9B6B-ED23-D736-8396FE2A076B}"/>
              </a:ext>
            </a:extLst>
          </p:cNvPr>
          <p:cNvSpPr/>
          <p:nvPr userDrawn="1"/>
        </p:nvSpPr>
        <p:spPr>
          <a:xfrm>
            <a:off x="6510972" y="3687575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2" name="Shape 96">
            <a:extLst>
              <a:ext uri="{FF2B5EF4-FFF2-40B4-BE49-F238E27FC236}">
                <a16:creationId xmlns:a16="http://schemas.microsoft.com/office/drawing/2014/main" id="{BF6B256A-0F91-B41B-30FD-5DFB35E1D57C}"/>
              </a:ext>
            </a:extLst>
          </p:cNvPr>
          <p:cNvSpPr/>
          <p:nvPr userDrawn="1"/>
        </p:nvSpPr>
        <p:spPr>
          <a:xfrm>
            <a:off x="729036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chemeClr val="accent1"/>
          </a:solidFill>
          <a:ln/>
        </p:spPr>
      </p:sp>
      <p:sp>
        <p:nvSpPr>
          <p:cNvPr id="183" name="Text 97">
            <a:extLst>
              <a:ext uri="{FF2B5EF4-FFF2-40B4-BE49-F238E27FC236}">
                <a16:creationId xmlns:a16="http://schemas.microsoft.com/office/drawing/2014/main" id="{94217484-9C5B-CFDD-345D-DA2C69D70A1C}"/>
              </a:ext>
            </a:extLst>
          </p:cNvPr>
          <p:cNvSpPr/>
          <p:nvPr userDrawn="1"/>
        </p:nvSpPr>
        <p:spPr>
          <a:xfrm>
            <a:off x="7373025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4" name="Shape 66">
            <a:extLst>
              <a:ext uri="{FF2B5EF4-FFF2-40B4-BE49-F238E27FC236}">
                <a16:creationId xmlns:a16="http://schemas.microsoft.com/office/drawing/2014/main" id="{DDF44B0D-4F34-3950-587C-034973EBD0C8}"/>
              </a:ext>
            </a:extLst>
          </p:cNvPr>
          <p:cNvSpPr/>
          <p:nvPr userDrawn="1"/>
        </p:nvSpPr>
        <p:spPr>
          <a:xfrm>
            <a:off x="8211459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85" name="Shape 67">
            <a:extLst>
              <a:ext uri="{FF2B5EF4-FFF2-40B4-BE49-F238E27FC236}">
                <a16:creationId xmlns:a16="http://schemas.microsoft.com/office/drawing/2014/main" id="{E4D99BE2-F575-469E-9F32-807D546DE757}"/>
              </a:ext>
            </a:extLst>
          </p:cNvPr>
          <p:cNvSpPr/>
          <p:nvPr userDrawn="1"/>
        </p:nvSpPr>
        <p:spPr>
          <a:xfrm>
            <a:off x="8211459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186" name="Text 69">
            <a:extLst>
              <a:ext uri="{FF2B5EF4-FFF2-40B4-BE49-F238E27FC236}">
                <a16:creationId xmlns:a16="http://schemas.microsoft.com/office/drawing/2014/main" id="{9E6DFBFE-5915-1ABB-36E7-BB4BAEC20B2C}"/>
              </a:ext>
            </a:extLst>
          </p:cNvPr>
          <p:cNvSpPr/>
          <p:nvPr userDrawn="1"/>
        </p:nvSpPr>
        <p:spPr>
          <a:xfrm>
            <a:off x="8329548" y="3018637"/>
            <a:ext cx="1120380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7" name="Text 71">
            <a:extLst>
              <a:ext uri="{FF2B5EF4-FFF2-40B4-BE49-F238E27FC236}">
                <a16:creationId xmlns:a16="http://schemas.microsoft.com/office/drawing/2014/main" id="{CFDD8C51-CC92-5BD3-1F14-98A7A3940B87}"/>
              </a:ext>
            </a:extLst>
          </p:cNvPr>
          <p:cNvSpPr/>
          <p:nvPr userDrawn="1"/>
        </p:nvSpPr>
        <p:spPr>
          <a:xfrm>
            <a:off x="8329549" y="3236432"/>
            <a:ext cx="4124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8" name="Text 72">
            <a:extLst>
              <a:ext uri="{FF2B5EF4-FFF2-40B4-BE49-F238E27FC236}">
                <a16:creationId xmlns:a16="http://schemas.microsoft.com/office/drawing/2014/main" id="{4D971B42-17BD-47A8-230D-AD9F76D19E3D}"/>
              </a:ext>
            </a:extLst>
          </p:cNvPr>
          <p:cNvSpPr/>
          <p:nvPr userDrawn="1"/>
        </p:nvSpPr>
        <p:spPr>
          <a:xfrm>
            <a:off x="8329548" y="3361651"/>
            <a:ext cx="7871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9" name="Shape 74">
            <a:extLst>
              <a:ext uri="{FF2B5EF4-FFF2-40B4-BE49-F238E27FC236}">
                <a16:creationId xmlns:a16="http://schemas.microsoft.com/office/drawing/2014/main" id="{B330D9B4-ADC8-446E-65F6-D2EE7377031F}"/>
              </a:ext>
            </a:extLst>
          </p:cNvPr>
          <p:cNvSpPr/>
          <p:nvPr userDrawn="1"/>
        </p:nvSpPr>
        <p:spPr>
          <a:xfrm>
            <a:off x="8211459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90" name="Text 75">
            <a:extLst>
              <a:ext uri="{FF2B5EF4-FFF2-40B4-BE49-F238E27FC236}">
                <a16:creationId xmlns:a16="http://schemas.microsoft.com/office/drawing/2014/main" id="{29907659-458F-2904-0E8B-07992974E3EF}"/>
              </a:ext>
            </a:extLst>
          </p:cNvPr>
          <p:cNvSpPr/>
          <p:nvPr userDrawn="1"/>
        </p:nvSpPr>
        <p:spPr>
          <a:xfrm>
            <a:off x="8294122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F15349DF-E29D-A5F5-5866-4B7DED77648F}"/>
              </a:ext>
            </a:extLst>
          </p:cNvPr>
          <p:cNvSpPr/>
          <p:nvPr userDrawn="1"/>
        </p:nvSpPr>
        <p:spPr>
          <a:xfrm>
            <a:off x="907351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92" name="Text 77">
            <a:extLst>
              <a:ext uri="{FF2B5EF4-FFF2-40B4-BE49-F238E27FC236}">
                <a16:creationId xmlns:a16="http://schemas.microsoft.com/office/drawing/2014/main" id="{5E687788-29CF-82FC-32D1-DCECDAD65E3C}"/>
              </a:ext>
            </a:extLst>
          </p:cNvPr>
          <p:cNvSpPr/>
          <p:nvPr userDrawn="1"/>
        </p:nvSpPr>
        <p:spPr>
          <a:xfrm>
            <a:off x="9156175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3" name="Shape 78">
            <a:extLst>
              <a:ext uri="{FF2B5EF4-FFF2-40B4-BE49-F238E27FC236}">
                <a16:creationId xmlns:a16="http://schemas.microsoft.com/office/drawing/2014/main" id="{9CD6D82E-FAC9-211E-3177-D9E2D05653B2}"/>
              </a:ext>
            </a:extLst>
          </p:cNvPr>
          <p:cNvSpPr/>
          <p:nvPr userDrawn="1"/>
        </p:nvSpPr>
        <p:spPr>
          <a:xfrm>
            <a:off x="9935565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94" name="Text 79">
            <a:extLst>
              <a:ext uri="{FF2B5EF4-FFF2-40B4-BE49-F238E27FC236}">
                <a16:creationId xmlns:a16="http://schemas.microsoft.com/office/drawing/2014/main" id="{32B8E9A3-1721-6017-A60B-3EF8E0702976}"/>
              </a:ext>
            </a:extLst>
          </p:cNvPr>
          <p:cNvSpPr/>
          <p:nvPr userDrawn="1"/>
        </p:nvSpPr>
        <p:spPr>
          <a:xfrm>
            <a:off x="10018228" y="3687575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5" name="Shape 80">
            <a:extLst>
              <a:ext uri="{FF2B5EF4-FFF2-40B4-BE49-F238E27FC236}">
                <a16:creationId xmlns:a16="http://schemas.microsoft.com/office/drawing/2014/main" id="{1F44890E-1E9A-F601-3BC4-57C408DF889B}"/>
              </a:ext>
            </a:extLst>
          </p:cNvPr>
          <p:cNvSpPr/>
          <p:nvPr userDrawn="1"/>
        </p:nvSpPr>
        <p:spPr>
          <a:xfrm>
            <a:off x="10797618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96" name="Text 81">
            <a:extLst>
              <a:ext uri="{FF2B5EF4-FFF2-40B4-BE49-F238E27FC236}">
                <a16:creationId xmlns:a16="http://schemas.microsoft.com/office/drawing/2014/main" id="{894351BF-03D9-EC36-744B-6F5FEBF0BA31}"/>
              </a:ext>
            </a:extLst>
          </p:cNvPr>
          <p:cNvSpPr/>
          <p:nvPr userDrawn="1"/>
        </p:nvSpPr>
        <p:spPr>
          <a:xfrm>
            <a:off x="10880281" y="3687575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7" name="Shape 98">
            <a:extLst>
              <a:ext uri="{FF2B5EF4-FFF2-40B4-BE49-F238E27FC236}">
                <a16:creationId xmlns:a16="http://schemas.microsoft.com/office/drawing/2014/main" id="{4BBED6F6-39D4-C82B-9BA3-56B5E7FE45C1}"/>
              </a:ext>
            </a:extLst>
          </p:cNvPr>
          <p:cNvSpPr/>
          <p:nvPr userDrawn="1"/>
        </p:nvSpPr>
        <p:spPr>
          <a:xfrm>
            <a:off x="4704203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98" name="Shape 99">
            <a:extLst>
              <a:ext uri="{FF2B5EF4-FFF2-40B4-BE49-F238E27FC236}">
                <a16:creationId xmlns:a16="http://schemas.microsoft.com/office/drawing/2014/main" id="{FB194FD9-2516-6FBA-69CF-2E41BEC904D4}"/>
              </a:ext>
            </a:extLst>
          </p:cNvPr>
          <p:cNvSpPr/>
          <p:nvPr userDrawn="1"/>
        </p:nvSpPr>
        <p:spPr>
          <a:xfrm>
            <a:off x="4704203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99" name="Text 101">
            <a:extLst>
              <a:ext uri="{FF2B5EF4-FFF2-40B4-BE49-F238E27FC236}">
                <a16:creationId xmlns:a16="http://schemas.microsoft.com/office/drawing/2014/main" id="{9623C231-26D9-7FAF-2299-E04F3DBFB4A4}"/>
              </a:ext>
            </a:extLst>
          </p:cNvPr>
          <p:cNvSpPr/>
          <p:nvPr userDrawn="1"/>
        </p:nvSpPr>
        <p:spPr>
          <a:xfrm>
            <a:off x="4822292" y="4170015"/>
            <a:ext cx="6949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0" name="Text 103">
            <a:extLst>
              <a:ext uri="{FF2B5EF4-FFF2-40B4-BE49-F238E27FC236}">
                <a16:creationId xmlns:a16="http://schemas.microsoft.com/office/drawing/2014/main" id="{D3DD7E1F-AFEB-DE5D-BA4E-DDE17060CFFC}"/>
              </a:ext>
            </a:extLst>
          </p:cNvPr>
          <p:cNvSpPr/>
          <p:nvPr userDrawn="1"/>
        </p:nvSpPr>
        <p:spPr>
          <a:xfrm>
            <a:off x="4822292" y="4387811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1" name="Text 104">
            <a:extLst>
              <a:ext uri="{FF2B5EF4-FFF2-40B4-BE49-F238E27FC236}">
                <a16:creationId xmlns:a16="http://schemas.microsoft.com/office/drawing/2014/main" id="{C7D28793-DAB9-ACDC-AF03-699A8BDAA66E}"/>
              </a:ext>
            </a:extLst>
          </p:cNvPr>
          <p:cNvSpPr/>
          <p:nvPr userDrawn="1"/>
        </p:nvSpPr>
        <p:spPr>
          <a:xfrm>
            <a:off x="4822292" y="4513029"/>
            <a:ext cx="7553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2" name="Shape 106">
            <a:extLst>
              <a:ext uri="{FF2B5EF4-FFF2-40B4-BE49-F238E27FC236}">
                <a16:creationId xmlns:a16="http://schemas.microsoft.com/office/drawing/2014/main" id="{669F4C9A-5206-632C-E62E-CEFC4E79D151}"/>
              </a:ext>
            </a:extLst>
          </p:cNvPr>
          <p:cNvSpPr/>
          <p:nvPr userDrawn="1"/>
        </p:nvSpPr>
        <p:spPr>
          <a:xfrm>
            <a:off x="4704203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203" name="Text 107">
            <a:extLst>
              <a:ext uri="{FF2B5EF4-FFF2-40B4-BE49-F238E27FC236}">
                <a16:creationId xmlns:a16="http://schemas.microsoft.com/office/drawing/2014/main" id="{FA86938F-EB08-80D3-1AE7-0887EE2451F0}"/>
              </a:ext>
            </a:extLst>
          </p:cNvPr>
          <p:cNvSpPr/>
          <p:nvPr userDrawn="1"/>
        </p:nvSpPr>
        <p:spPr>
          <a:xfrm>
            <a:off x="4786866" y="4838953"/>
            <a:ext cx="34505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4" name="Shape 108">
            <a:extLst>
              <a:ext uri="{FF2B5EF4-FFF2-40B4-BE49-F238E27FC236}">
                <a16:creationId xmlns:a16="http://schemas.microsoft.com/office/drawing/2014/main" id="{054C5BF2-0551-3F54-C925-381F96DDC753}"/>
              </a:ext>
            </a:extLst>
          </p:cNvPr>
          <p:cNvSpPr/>
          <p:nvPr userDrawn="1"/>
        </p:nvSpPr>
        <p:spPr>
          <a:xfrm>
            <a:off x="556625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205" name="Text 109">
            <a:extLst>
              <a:ext uri="{FF2B5EF4-FFF2-40B4-BE49-F238E27FC236}">
                <a16:creationId xmlns:a16="http://schemas.microsoft.com/office/drawing/2014/main" id="{9219ABC4-3AB6-8B96-39D1-E87E9801ED3D}"/>
              </a:ext>
            </a:extLst>
          </p:cNvPr>
          <p:cNvSpPr/>
          <p:nvPr userDrawn="1"/>
        </p:nvSpPr>
        <p:spPr>
          <a:xfrm>
            <a:off x="5648919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6" name="Shape 110">
            <a:extLst>
              <a:ext uri="{FF2B5EF4-FFF2-40B4-BE49-F238E27FC236}">
                <a16:creationId xmlns:a16="http://schemas.microsoft.com/office/drawing/2014/main" id="{4F0F21BE-DA5C-5D24-CDA7-E5673786A189}"/>
              </a:ext>
            </a:extLst>
          </p:cNvPr>
          <p:cNvSpPr/>
          <p:nvPr userDrawn="1"/>
        </p:nvSpPr>
        <p:spPr>
          <a:xfrm>
            <a:off x="6428309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207" name="Text 111">
            <a:extLst>
              <a:ext uri="{FF2B5EF4-FFF2-40B4-BE49-F238E27FC236}">
                <a16:creationId xmlns:a16="http://schemas.microsoft.com/office/drawing/2014/main" id="{51627691-EF37-098C-5F29-D6BAE4E4A426}"/>
              </a:ext>
            </a:extLst>
          </p:cNvPr>
          <p:cNvSpPr/>
          <p:nvPr userDrawn="1"/>
        </p:nvSpPr>
        <p:spPr>
          <a:xfrm>
            <a:off x="6510972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8" name="Shape 112">
            <a:extLst>
              <a:ext uri="{FF2B5EF4-FFF2-40B4-BE49-F238E27FC236}">
                <a16:creationId xmlns:a16="http://schemas.microsoft.com/office/drawing/2014/main" id="{DD83EB38-926A-7C15-CC11-1288E72B4A24}"/>
              </a:ext>
            </a:extLst>
          </p:cNvPr>
          <p:cNvSpPr/>
          <p:nvPr userDrawn="1"/>
        </p:nvSpPr>
        <p:spPr>
          <a:xfrm>
            <a:off x="729036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209" name="Text 113">
            <a:extLst>
              <a:ext uri="{FF2B5EF4-FFF2-40B4-BE49-F238E27FC236}">
                <a16:creationId xmlns:a16="http://schemas.microsoft.com/office/drawing/2014/main" id="{CDE129DD-94BB-93AC-6A1A-D6EED7EB4D79}"/>
              </a:ext>
            </a:extLst>
          </p:cNvPr>
          <p:cNvSpPr/>
          <p:nvPr userDrawn="1"/>
        </p:nvSpPr>
        <p:spPr>
          <a:xfrm>
            <a:off x="7373025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0" name="Shape 114">
            <a:extLst>
              <a:ext uri="{FF2B5EF4-FFF2-40B4-BE49-F238E27FC236}">
                <a16:creationId xmlns:a16="http://schemas.microsoft.com/office/drawing/2014/main" id="{638C7867-ADD1-B679-95EA-998AA0F2652B}"/>
              </a:ext>
            </a:extLst>
          </p:cNvPr>
          <p:cNvSpPr/>
          <p:nvPr userDrawn="1"/>
        </p:nvSpPr>
        <p:spPr>
          <a:xfrm>
            <a:off x="8211459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11" name="Shape 115">
            <a:extLst>
              <a:ext uri="{FF2B5EF4-FFF2-40B4-BE49-F238E27FC236}">
                <a16:creationId xmlns:a16="http://schemas.microsoft.com/office/drawing/2014/main" id="{5ABC2701-64E1-DC40-1082-B69FAB5F2A9C}"/>
              </a:ext>
            </a:extLst>
          </p:cNvPr>
          <p:cNvSpPr/>
          <p:nvPr userDrawn="1"/>
        </p:nvSpPr>
        <p:spPr>
          <a:xfrm>
            <a:off x="8211459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212" name="Text 117">
            <a:extLst>
              <a:ext uri="{FF2B5EF4-FFF2-40B4-BE49-F238E27FC236}">
                <a16:creationId xmlns:a16="http://schemas.microsoft.com/office/drawing/2014/main" id="{551261C8-8631-31B6-9A1F-ABB68FFEDFA7}"/>
              </a:ext>
            </a:extLst>
          </p:cNvPr>
          <p:cNvSpPr/>
          <p:nvPr userDrawn="1"/>
        </p:nvSpPr>
        <p:spPr>
          <a:xfrm>
            <a:off x="8329549" y="4170015"/>
            <a:ext cx="6822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3" name="Text 119">
            <a:extLst>
              <a:ext uri="{FF2B5EF4-FFF2-40B4-BE49-F238E27FC236}">
                <a16:creationId xmlns:a16="http://schemas.microsoft.com/office/drawing/2014/main" id="{35CB1B02-A256-0945-5828-175F4A40C622}"/>
              </a:ext>
            </a:extLst>
          </p:cNvPr>
          <p:cNvSpPr/>
          <p:nvPr userDrawn="1"/>
        </p:nvSpPr>
        <p:spPr>
          <a:xfrm>
            <a:off x="8329549" y="4387811"/>
            <a:ext cx="41883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4" name="Text 120">
            <a:extLst>
              <a:ext uri="{FF2B5EF4-FFF2-40B4-BE49-F238E27FC236}">
                <a16:creationId xmlns:a16="http://schemas.microsoft.com/office/drawing/2014/main" id="{D38B41F4-E390-42EF-5E39-FC0AB8736FC8}"/>
              </a:ext>
            </a:extLst>
          </p:cNvPr>
          <p:cNvSpPr/>
          <p:nvPr userDrawn="1"/>
        </p:nvSpPr>
        <p:spPr>
          <a:xfrm>
            <a:off x="8329549" y="4513029"/>
            <a:ext cx="79983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5" name="Shape 122">
            <a:extLst>
              <a:ext uri="{FF2B5EF4-FFF2-40B4-BE49-F238E27FC236}">
                <a16:creationId xmlns:a16="http://schemas.microsoft.com/office/drawing/2014/main" id="{562E7324-FD7C-E907-78A5-769537ED9CE2}"/>
              </a:ext>
            </a:extLst>
          </p:cNvPr>
          <p:cNvSpPr/>
          <p:nvPr userDrawn="1"/>
        </p:nvSpPr>
        <p:spPr>
          <a:xfrm>
            <a:off x="8211460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216" name="Text 123">
            <a:extLst>
              <a:ext uri="{FF2B5EF4-FFF2-40B4-BE49-F238E27FC236}">
                <a16:creationId xmlns:a16="http://schemas.microsoft.com/office/drawing/2014/main" id="{0ACCA897-8D4C-F70E-5D60-8B89F4B25AFE}"/>
              </a:ext>
            </a:extLst>
          </p:cNvPr>
          <p:cNvSpPr/>
          <p:nvPr userDrawn="1"/>
        </p:nvSpPr>
        <p:spPr>
          <a:xfrm>
            <a:off x="8294122" y="4838953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7" name="Shape 124">
            <a:extLst>
              <a:ext uri="{FF2B5EF4-FFF2-40B4-BE49-F238E27FC236}">
                <a16:creationId xmlns:a16="http://schemas.microsoft.com/office/drawing/2014/main" id="{736B8365-6411-D0E1-351F-2CA2660C715E}"/>
              </a:ext>
            </a:extLst>
          </p:cNvPr>
          <p:cNvSpPr/>
          <p:nvPr userDrawn="1"/>
        </p:nvSpPr>
        <p:spPr>
          <a:xfrm>
            <a:off x="907351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218" name="Text 125">
            <a:extLst>
              <a:ext uri="{FF2B5EF4-FFF2-40B4-BE49-F238E27FC236}">
                <a16:creationId xmlns:a16="http://schemas.microsoft.com/office/drawing/2014/main" id="{6D7FC82C-E7B9-3B13-8D46-01022E4D7074}"/>
              </a:ext>
            </a:extLst>
          </p:cNvPr>
          <p:cNvSpPr/>
          <p:nvPr userDrawn="1"/>
        </p:nvSpPr>
        <p:spPr>
          <a:xfrm>
            <a:off x="9156175" y="4838953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9" name="Shape 126">
            <a:extLst>
              <a:ext uri="{FF2B5EF4-FFF2-40B4-BE49-F238E27FC236}">
                <a16:creationId xmlns:a16="http://schemas.microsoft.com/office/drawing/2014/main" id="{531BECE5-06A4-F423-5E8D-E1F96845BA1B}"/>
              </a:ext>
            </a:extLst>
          </p:cNvPr>
          <p:cNvSpPr/>
          <p:nvPr userDrawn="1"/>
        </p:nvSpPr>
        <p:spPr>
          <a:xfrm>
            <a:off x="993556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220" name="Text 127">
            <a:extLst>
              <a:ext uri="{FF2B5EF4-FFF2-40B4-BE49-F238E27FC236}">
                <a16:creationId xmlns:a16="http://schemas.microsoft.com/office/drawing/2014/main" id="{A144587C-617B-EF45-F831-122B3D963FA5}"/>
              </a:ext>
            </a:extLst>
          </p:cNvPr>
          <p:cNvSpPr/>
          <p:nvPr userDrawn="1"/>
        </p:nvSpPr>
        <p:spPr>
          <a:xfrm>
            <a:off x="10018228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1" name="Shape 128">
            <a:extLst>
              <a:ext uri="{FF2B5EF4-FFF2-40B4-BE49-F238E27FC236}">
                <a16:creationId xmlns:a16="http://schemas.microsoft.com/office/drawing/2014/main" id="{0EA7E4DB-32F0-67B2-F935-6884D00E6AE6}"/>
              </a:ext>
            </a:extLst>
          </p:cNvPr>
          <p:cNvSpPr/>
          <p:nvPr userDrawn="1"/>
        </p:nvSpPr>
        <p:spPr>
          <a:xfrm>
            <a:off x="10797618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222" name="Text 129">
            <a:extLst>
              <a:ext uri="{FF2B5EF4-FFF2-40B4-BE49-F238E27FC236}">
                <a16:creationId xmlns:a16="http://schemas.microsoft.com/office/drawing/2014/main" id="{0E90E6C3-6F40-C9BD-A992-BEDB0A5B4FA5}"/>
              </a:ext>
            </a:extLst>
          </p:cNvPr>
          <p:cNvSpPr/>
          <p:nvPr userDrawn="1"/>
        </p:nvSpPr>
        <p:spPr>
          <a:xfrm>
            <a:off x="10880281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3" name="Shape 130">
            <a:extLst>
              <a:ext uri="{FF2B5EF4-FFF2-40B4-BE49-F238E27FC236}">
                <a16:creationId xmlns:a16="http://schemas.microsoft.com/office/drawing/2014/main" id="{9A7743F7-E1EF-764B-64E2-AAC5506F9221}"/>
              </a:ext>
            </a:extLst>
          </p:cNvPr>
          <p:cNvSpPr/>
          <p:nvPr userDrawn="1"/>
        </p:nvSpPr>
        <p:spPr>
          <a:xfrm>
            <a:off x="4704203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24" name="Shape 131">
            <a:extLst>
              <a:ext uri="{FF2B5EF4-FFF2-40B4-BE49-F238E27FC236}">
                <a16:creationId xmlns:a16="http://schemas.microsoft.com/office/drawing/2014/main" id="{93F8943F-52D0-8A4B-9B71-2F6DCD50FB32}"/>
              </a:ext>
            </a:extLst>
          </p:cNvPr>
          <p:cNvSpPr/>
          <p:nvPr userDrawn="1"/>
        </p:nvSpPr>
        <p:spPr>
          <a:xfrm>
            <a:off x="4704203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225" name="Text 133">
            <a:extLst>
              <a:ext uri="{FF2B5EF4-FFF2-40B4-BE49-F238E27FC236}">
                <a16:creationId xmlns:a16="http://schemas.microsoft.com/office/drawing/2014/main" id="{33BD7C37-C41B-67B7-1434-F9D6264BC342}"/>
              </a:ext>
            </a:extLst>
          </p:cNvPr>
          <p:cNvSpPr/>
          <p:nvPr userDrawn="1"/>
        </p:nvSpPr>
        <p:spPr>
          <a:xfrm>
            <a:off x="4822293" y="5321394"/>
            <a:ext cx="6885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6" name="Text 135">
            <a:extLst>
              <a:ext uri="{FF2B5EF4-FFF2-40B4-BE49-F238E27FC236}">
                <a16:creationId xmlns:a16="http://schemas.microsoft.com/office/drawing/2014/main" id="{500637E8-198E-C901-826E-D5E6BDED3A31}"/>
              </a:ext>
            </a:extLst>
          </p:cNvPr>
          <p:cNvSpPr/>
          <p:nvPr userDrawn="1"/>
        </p:nvSpPr>
        <p:spPr>
          <a:xfrm>
            <a:off x="4822292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7" name="Text 136">
            <a:extLst>
              <a:ext uri="{FF2B5EF4-FFF2-40B4-BE49-F238E27FC236}">
                <a16:creationId xmlns:a16="http://schemas.microsoft.com/office/drawing/2014/main" id="{C999C6BF-E025-4808-7372-E4398E3362D1}"/>
              </a:ext>
            </a:extLst>
          </p:cNvPr>
          <p:cNvSpPr/>
          <p:nvPr userDrawn="1"/>
        </p:nvSpPr>
        <p:spPr>
          <a:xfrm>
            <a:off x="4822293" y="5664407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8" name="Shape 138">
            <a:extLst>
              <a:ext uri="{FF2B5EF4-FFF2-40B4-BE49-F238E27FC236}">
                <a16:creationId xmlns:a16="http://schemas.microsoft.com/office/drawing/2014/main" id="{C9E86B21-7A7A-F33F-962F-1FD1E9EDA178}"/>
              </a:ext>
            </a:extLst>
          </p:cNvPr>
          <p:cNvSpPr/>
          <p:nvPr userDrawn="1"/>
        </p:nvSpPr>
        <p:spPr>
          <a:xfrm>
            <a:off x="4704203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229" name="Text 139">
            <a:extLst>
              <a:ext uri="{FF2B5EF4-FFF2-40B4-BE49-F238E27FC236}">
                <a16:creationId xmlns:a16="http://schemas.microsoft.com/office/drawing/2014/main" id="{89DCDE86-3D16-D957-AC15-8C2610C17886}"/>
              </a:ext>
            </a:extLst>
          </p:cNvPr>
          <p:cNvSpPr/>
          <p:nvPr userDrawn="1"/>
        </p:nvSpPr>
        <p:spPr>
          <a:xfrm>
            <a:off x="4786866" y="5990331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0" name="Shape 140">
            <a:extLst>
              <a:ext uri="{FF2B5EF4-FFF2-40B4-BE49-F238E27FC236}">
                <a16:creationId xmlns:a16="http://schemas.microsoft.com/office/drawing/2014/main" id="{5D271469-32C5-34BC-1CFA-E4F4A52F6AD5}"/>
              </a:ext>
            </a:extLst>
          </p:cNvPr>
          <p:cNvSpPr/>
          <p:nvPr userDrawn="1"/>
        </p:nvSpPr>
        <p:spPr>
          <a:xfrm>
            <a:off x="556625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231" name="Text 141">
            <a:extLst>
              <a:ext uri="{FF2B5EF4-FFF2-40B4-BE49-F238E27FC236}">
                <a16:creationId xmlns:a16="http://schemas.microsoft.com/office/drawing/2014/main" id="{FE706231-7613-1148-6FD6-5AA313BE8D96}"/>
              </a:ext>
            </a:extLst>
          </p:cNvPr>
          <p:cNvSpPr/>
          <p:nvPr userDrawn="1"/>
        </p:nvSpPr>
        <p:spPr>
          <a:xfrm>
            <a:off x="5648919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2" name="Shape 142">
            <a:extLst>
              <a:ext uri="{FF2B5EF4-FFF2-40B4-BE49-F238E27FC236}">
                <a16:creationId xmlns:a16="http://schemas.microsoft.com/office/drawing/2014/main" id="{B61F009A-8742-2036-85EB-0FA199F3C410}"/>
              </a:ext>
            </a:extLst>
          </p:cNvPr>
          <p:cNvSpPr/>
          <p:nvPr userDrawn="1"/>
        </p:nvSpPr>
        <p:spPr>
          <a:xfrm>
            <a:off x="6428309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233" name="Text 143">
            <a:extLst>
              <a:ext uri="{FF2B5EF4-FFF2-40B4-BE49-F238E27FC236}">
                <a16:creationId xmlns:a16="http://schemas.microsoft.com/office/drawing/2014/main" id="{6418BFD4-3457-414F-473F-4A0DA79CC64F}"/>
              </a:ext>
            </a:extLst>
          </p:cNvPr>
          <p:cNvSpPr/>
          <p:nvPr userDrawn="1"/>
        </p:nvSpPr>
        <p:spPr>
          <a:xfrm>
            <a:off x="6510972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4" name="Shape 144">
            <a:extLst>
              <a:ext uri="{FF2B5EF4-FFF2-40B4-BE49-F238E27FC236}">
                <a16:creationId xmlns:a16="http://schemas.microsoft.com/office/drawing/2014/main" id="{6D803B7D-17C9-8955-2615-EB9A5116C3CD}"/>
              </a:ext>
            </a:extLst>
          </p:cNvPr>
          <p:cNvSpPr/>
          <p:nvPr userDrawn="1"/>
        </p:nvSpPr>
        <p:spPr>
          <a:xfrm>
            <a:off x="729036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235" name="Text 145">
            <a:extLst>
              <a:ext uri="{FF2B5EF4-FFF2-40B4-BE49-F238E27FC236}">
                <a16:creationId xmlns:a16="http://schemas.microsoft.com/office/drawing/2014/main" id="{DE36BFB4-7E73-B0E8-D7E4-46F64761814B}"/>
              </a:ext>
            </a:extLst>
          </p:cNvPr>
          <p:cNvSpPr/>
          <p:nvPr userDrawn="1"/>
        </p:nvSpPr>
        <p:spPr>
          <a:xfrm>
            <a:off x="7373025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6" name="Shape 146">
            <a:extLst>
              <a:ext uri="{FF2B5EF4-FFF2-40B4-BE49-F238E27FC236}">
                <a16:creationId xmlns:a16="http://schemas.microsoft.com/office/drawing/2014/main" id="{1C3934A6-6F0B-C309-425C-650460A1E0DC}"/>
              </a:ext>
            </a:extLst>
          </p:cNvPr>
          <p:cNvSpPr/>
          <p:nvPr userDrawn="1"/>
        </p:nvSpPr>
        <p:spPr>
          <a:xfrm>
            <a:off x="8211459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237" name="Shape 147">
            <a:extLst>
              <a:ext uri="{FF2B5EF4-FFF2-40B4-BE49-F238E27FC236}">
                <a16:creationId xmlns:a16="http://schemas.microsoft.com/office/drawing/2014/main" id="{F3908C4A-7C2F-6011-FC1B-97FA6F3BA03B}"/>
              </a:ext>
            </a:extLst>
          </p:cNvPr>
          <p:cNvSpPr/>
          <p:nvPr userDrawn="1"/>
        </p:nvSpPr>
        <p:spPr>
          <a:xfrm>
            <a:off x="8211459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238" name="Text 149">
            <a:extLst>
              <a:ext uri="{FF2B5EF4-FFF2-40B4-BE49-F238E27FC236}">
                <a16:creationId xmlns:a16="http://schemas.microsoft.com/office/drawing/2014/main" id="{918EBD93-DC67-0D91-15E0-44E52B1C0CC5}"/>
              </a:ext>
            </a:extLst>
          </p:cNvPr>
          <p:cNvSpPr/>
          <p:nvPr userDrawn="1"/>
        </p:nvSpPr>
        <p:spPr>
          <a:xfrm>
            <a:off x="8329549" y="5321394"/>
            <a:ext cx="79653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9" name="Text 151">
            <a:extLst>
              <a:ext uri="{FF2B5EF4-FFF2-40B4-BE49-F238E27FC236}">
                <a16:creationId xmlns:a16="http://schemas.microsoft.com/office/drawing/2014/main" id="{BEDA72B5-47B6-FD19-A33A-C761749A71A3}"/>
              </a:ext>
            </a:extLst>
          </p:cNvPr>
          <p:cNvSpPr/>
          <p:nvPr userDrawn="1"/>
        </p:nvSpPr>
        <p:spPr>
          <a:xfrm>
            <a:off x="8329548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0" name="Text 152">
            <a:extLst>
              <a:ext uri="{FF2B5EF4-FFF2-40B4-BE49-F238E27FC236}">
                <a16:creationId xmlns:a16="http://schemas.microsoft.com/office/drawing/2014/main" id="{26D6A6C5-1315-E003-27DA-07644F4F8923}"/>
              </a:ext>
            </a:extLst>
          </p:cNvPr>
          <p:cNvSpPr/>
          <p:nvPr userDrawn="1"/>
        </p:nvSpPr>
        <p:spPr>
          <a:xfrm>
            <a:off x="8329549" y="5664407"/>
            <a:ext cx="7807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1" name="Shape 154">
            <a:extLst>
              <a:ext uri="{FF2B5EF4-FFF2-40B4-BE49-F238E27FC236}">
                <a16:creationId xmlns:a16="http://schemas.microsoft.com/office/drawing/2014/main" id="{E4E0A9BD-A066-FF4D-BDC7-5B0C3D724AAA}"/>
              </a:ext>
            </a:extLst>
          </p:cNvPr>
          <p:cNvSpPr/>
          <p:nvPr userDrawn="1"/>
        </p:nvSpPr>
        <p:spPr>
          <a:xfrm>
            <a:off x="8211460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242" name="Text 155">
            <a:extLst>
              <a:ext uri="{FF2B5EF4-FFF2-40B4-BE49-F238E27FC236}">
                <a16:creationId xmlns:a16="http://schemas.microsoft.com/office/drawing/2014/main" id="{E568030B-3F88-BA0D-A181-26B3ECB8EE70}"/>
              </a:ext>
            </a:extLst>
          </p:cNvPr>
          <p:cNvSpPr/>
          <p:nvPr userDrawn="1"/>
        </p:nvSpPr>
        <p:spPr>
          <a:xfrm>
            <a:off x="8294122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3" name="Shape 156">
            <a:extLst>
              <a:ext uri="{FF2B5EF4-FFF2-40B4-BE49-F238E27FC236}">
                <a16:creationId xmlns:a16="http://schemas.microsoft.com/office/drawing/2014/main" id="{A8C3F7B6-6A8B-9BB5-C9C6-402078C8CD2F}"/>
              </a:ext>
            </a:extLst>
          </p:cNvPr>
          <p:cNvSpPr/>
          <p:nvPr userDrawn="1"/>
        </p:nvSpPr>
        <p:spPr>
          <a:xfrm>
            <a:off x="907351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244" name="Text 157">
            <a:extLst>
              <a:ext uri="{FF2B5EF4-FFF2-40B4-BE49-F238E27FC236}">
                <a16:creationId xmlns:a16="http://schemas.microsoft.com/office/drawing/2014/main" id="{9D36AFB1-BEF2-1F40-0417-65D5110464F1}"/>
              </a:ext>
            </a:extLst>
          </p:cNvPr>
          <p:cNvSpPr/>
          <p:nvPr userDrawn="1"/>
        </p:nvSpPr>
        <p:spPr>
          <a:xfrm>
            <a:off x="9156175" y="5990331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5" name="Shape 158">
            <a:extLst>
              <a:ext uri="{FF2B5EF4-FFF2-40B4-BE49-F238E27FC236}">
                <a16:creationId xmlns:a16="http://schemas.microsoft.com/office/drawing/2014/main" id="{B24D6C86-4099-6B62-71F9-6D4132FF173D}"/>
              </a:ext>
            </a:extLst>
          </p:cNvPr>
          <p:cNvSpPr/>
          <p:nvPr userDrawn="1"/>
        </p:nvSpPr>
        <p:spPr>
          <a:xfrm>
            <a:off x="993556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246" name="Text 159">
            <a:extLst>
              <a:ext uri="{FF2B5EF4-FFF2-40B4-BE49-F238E27FC236}">
                <a16:creationId xmlns:a16="http://schemas.microsoft.com/office/drawing/2014/main" id="{A20585E5-3C73-9CDA-7CE7-5151F5ECD07C}"/>
              </a:ext>
            </a:extLst>
          </p:cNvPr>
          <p:cNvSpPr/>
          <p:nvPr userDrawn="1"/>
        </p:nvSpPr>
        <p:spPr>
          <a:xfrm>
            <a:off x="10018229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7" name="Shape 160">
            <a:extLst>
              <a:ext uri="{FF2B5EF4-FFF2-40B4-BE49-F238E27FC236}">
                <a16:creationId xmlns:a16="http://schemas.microsoft.com/office/drawing/2014/main" id="{CAFE25F9-D5B3-AAC4-11FC-36EE5429B4EF}"/>
              </a:ext>
            </a:extLst>
          </p:cNvPr>
          <p:cNvSpPr/>
          <p:nvPr userDrawn="1"/>
        </p:nvSpPr>
        <p:spPr>
          <a:xfrm>
            <a:off x="10797618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248" name="Text 161">
            <a:extLst>
              <a:ext uri="{FF2B5EF4-FFF2-40B4-BE49-F238E27FC236}">
                <a16:creationId xmlns:a16="http://schemas.microsoft.com/office/drawing/2014/main" id="{5CAC2179-6C6D-5741-875C-D34C24D77482}"/>
              </a:ext>
            </a:extLst>
          </p:cNvPr>
          <p:cNvSpPr/>
          <p:nvPr userDrawn="1"/>
        </p:nvSpPr>
        <p:spPr>
          <a:xfrm>
            <a:off x="10880281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9" name="Shape 42">
            <a:extLst>
              <a:ext uri="{FF2B5EF4-FFF2-40B4-BE49-F238E27FC236}">
                <a16:creationId xmlns:a16="http://schemas.microsoft.com/office/drawing/2014/main" id="{FCCEBBC8-1370-0F6C-2300-47B6B844E34C}"/>
              </a:ext>
            </a:extLst>
          </p:cNvPr>
          <p:cNvSpPr/>
          <p:nvPr userDrawn="1"/>
        </p:nvSpPr>
        <p:spPr>
          <a:xfrm>
            <a:off x="4704203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FAC2"/>
          </a:solidFill>
          <a:ln/>
        </p:spPr>
      </p:sp>
      <p:sp>
        <p:nvSpPr>
          <p:cNvPr id="250" name="Text 43">
            <a:extLst>
              <a:ext uri="{FF2B5EF4-FFF2-40B4-BE49-F238E27FC236}">
                <a16:creationId xmlns:a16="http://schemas.microsoft.com/office/drawing/2014/main" id="{FB58AD74-EABB-4B5E-5B5B-CB93C0CAEE97}"/>
              </a:ext>
            </a:extLst>
          </p:cNvPr>
          <p:cNvSpPr/>
          <p:nvPr userDrawn="1"/>
        </p:nvSpPr>
        <p:spPr>
          <a:xfrm>
            <a:off x="4786866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1" name="Shape 42">
            <a:extLst>
              <a:ext uri="{FF2B5EF4-FFF2-40B4-BE49-F238E27FC236}">
                <a16:creationId xmlns:a16="http://schemas.microsoft.com/office/drawing/2014/main" id="{3D87F681-9FA5-B3AB-9286-B796561C3B4F}"/>
              </a:ext>
            </a:extLst>
          </p:cNvPr>
          <p:cNvSpPr/>
          <p:nvPr userDrawn="1"/>
        </p:nvSpPr>
        <p:spPr>
          <a:xfrm>
            <a:off x="6428309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F189"/>
          </a:solidFill>
          <a:ln/>
        </p:spPr>
      </p:sp>
      <p:sp>
        <p:nvSpPr>
          <p:cNvPr id="252" name="Text 43">
            <a:extLst>
              <a:ext uri="{FF2B5EF4-FFF2-40B4-BE49-F238E27FC236}">
                <a16:creationId xmlns:a16="http://schemas.microsoft.com/office/drawing/2014/main" id="{25ED90B5-A672-949A-FD0C-EC89550A6883}"/>
              </a:ext>
            </a:extLst>
          </p:cNvPr>
          <p:cNvSpPr/>
          <p:nvPr userDrawn="1"/>
        </p:nvSpPr>
        <p:spPr>
          <a:xfrm>
            <a:off x="6510972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3" name="Shape 42">
            <a:extLst>
              <a:ext uri="{FF2B5EF4-FFF2-40B4-BE49-F238E27FC236}">
                <a16:creationId xmlns:a16="http://schemas.microsoft.com/office/drawing/2014/main" id="{EDD6E8E4-F298-3A57-2673-03441D607199}"/>
              </a:ext>
            </a:extLst>
          </p:cNvPr>
          <p:cNvSpPr/>
          <p:nvPr userDrawn="1"/>
        </p:nvSpPr>
        <p:spPr>
          <a:xfrm>
            <a:off x="8211459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DD2D"/>
          </a:solidFill>
          <a:ln/>
        </p:spPr>
      </p:sp>
      <p:sp>
        <p:nvSpPr>
          <p:cNvPr id="254" name="Text 43">
            <a:extLst>
              <a:ext uri="{FF2B5EF4-FFF2-40B4-BE49-F238E27FC236}">
                <a16:creationId xmlns:a16="http://schemas.microsoft.com/office/drawing/2014/main" id="{0FABA982-3EBA-5DD8-1C78-7B97E2ADAC2B}"/>
              </a:ext>
            </a:extLst>
          </p:cNvPr>
          <p:cNvSpPr/>
          <p:nvPr userDrawn="1"/>
        </p:nvSpPr>
        <p:spPr>
          <a:xfrm>
            <a:off x="8294123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5" name="Shape 42">
            <a:extLst>
              <a:ext uri="{FF2B5EF4-FFF2-40B4-BE49-F238E27FC236}">
                <a16:creationId xmlns:a16="http://schemas.microsoft.com/office/drawing/2014/main" id="{2C9CA3D0-21C2-CCDE-2DCC-C68CF1DB2FE1}"/>
              </a:ext>
            </a:extLst>
          </p:cNvPr>
          <p:cNvSpPr/>
          <p:nvPr userDrawn="1"/>
        </p:nvSpPr>
        <p:spPr>
          <a:xfrm>
            <a:off x="9935565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DCD12"/>
          </a:solidFill>
          <a:ln/>
        </p:spPr>
      </p:sp>
      <p:sp>
        <p:nvSpPr>
          <p:cNvPr id="256" name="Text 43">
            <a:extLst>
              <a:ext uri="{FF2B5EF4-FFF2-40B4-BE49-F238E27FC236}">
                <a16:creationId xmlns:a16="http://schemas.microsoft.com/office/drawing/2014/main" id="{5D40CCA9-C9B8-2421-B0FF-B7E723FE6B19}"/>
              </a:ext>
            </a:extLst>
          </p:cNvPr>
          <p:cNvSpPr/>
          <p:nvPr userDrawn="1"/>
        </p:nvSpPr>
        <p:spPr>
          <a:xfrm>
            <a:off x="10018229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</a:t>
            </a: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32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62348-1E0A-BC84-C558-C8C650F997C9}"/>
              </a:ext>
            </a:extLst>
          </p:cNvPr>
          <p:cNvSpPr/>
          <p:nvPr userDrawn="1"/>
        </p:nvSpPr>
        <p:spPr>
          <a:xfrm>
            <a:off x="609597" y="408890"/>
            <a:ext cx="469323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Типографика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6924B-C804-6BF0-9D05-224C1C7685B0}"/>
              </a:ext>
            </a:extLst>
          </p:cNvPr>
          <p:cNvSpPr txBox="1"/>
          <p:nvPr userDrawn="1"/>
        </p:nvSpPr>
        <p:spPr>
          <a:xfrm>
            <a:off x="609597" y="1255100"/>
            <a:ext cx="8533213" cy="75661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3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Заголовок презентации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6C5D6-EB06-3485-7137-950175E79897}"/>
              </a:ext>
            </a:extLst>
          </p:cNvPr>
          <p:cNvSpPr txBox="1"/>
          <p:nvPr userDrawn="1"/>
        </p:nvSpPr>
        <p:spPr>
          <a:xfrm>
            <a:off x="609597" y="2281658"/>
            <a:ext cx="8533213" cy="38593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426900D-34E2-BCCF-F8F8-F5A2B7A40987}"/>
              </a:ext>
            </a:extLst>
          </p:cNvPr>
          <p:cNvSpPr/>
          <p:nvPr userDrawn="1"/>
        </p:nvSpPr>
        <p:spPr>
          <a:xfrm>
            <a:off x="609597" y="2930843"/>
            <a:ext cx="469323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 слайда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88A57-C3B1-A035-0A26-8A924A98B158}"/>
              </a:ext>
            </a:extLst>
          </p:cNvPr>
          <p:cNvSpPr txBox="1"/>
          <p:nvPr userDrawn="1"/>
        </p:nvSpPr>
        <p:spPr>
          <a:xfrm>
            <a:off x="609597" y="4462719"/>
            <a:ext cx="2838004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Подзаголовок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4F175-D976-E073-61EB-17F939DFD660}"/>
              </a:ext>
            </a:extLst>
          </p:cNvPr>
          <p:cNvSpPr txBox="1"/>
          <p:nvPr userDrawn="1"/>
        </p:nvSpPr>
        <p:spPr>
          <a:xfrm>
            <a:off x="609597" y="5144154"/>
            <a:ext cx="2838004" cy="2431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Наборный текст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23D9D-2B9A-37DF-72F5-392581FC5AC9}"/>
              </a:ext>
            </a:extLst>
          </p:cNvPr>
          <p:cNvSpPr txBox="1"/>
          <p:nvPr userDrawn="1"/>
        </p:nvSpPr>
        <p:spPr>
          <a:xfrm>
            <a:off x="609597" y="5837995"/>
            <a:ext cx="2838004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Ссылка/сноска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B6BB9FE-40E7-6C3B-D234-458AF817A18C}"/>
              </a:ext>
            </a:extLst>
          </p:cNvPr>
          <p:cNvGrpSpPr/>
          <p:nvPr userDrawn="1"/>
        </p:nvGrpSpPr>
        <p:grpSpPr>
          <a:xfrm>
            <a:off x="6356733" y="5714591"/>
            <a:ext cx="1431209" cy="419100"/>
            <a:chOff x="1430871" y="9337422"/>
            <a:chExt cx="2862791" cy="83820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D16A36F-AF7F-1763-EADA-B8BBF6F7E956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25A2A18-6D3F-FCEF-54EF-F1D5797ED087}"/>
                </a:ext>
              </a:extLst>
            </p:cNvPr>
            <p:cNvSpPr/>
            <p:nvPr/>
          </p:nvSpPr>
          <p:spPr>
            <a:xfrm>
              <a:off x="1723925" y="9506518"/>
              <a:ext cx="2276681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marL="0" marR="0" lvl="0" indent="0" algn="ctr" defTabSz="743903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1" i="0" u="none" strike="noStrike" kern="1200" cap="none" spc="150" normalizeH="0" baseline="0" noProof="0" dirty="0">
                  <a:ln>
                    <a:noFill/>
                  </a:ln>
                  <a:solidFill>
                    <a:srgbClr val="E6E6E6"/>
                  </a:solidFill>
                  <a:effectLst/>
                  <a:uLnTx/>
                  <a:uFillTx/>
                  <a:latin typeface="Graphik LC Semibold" panose="020B0503030202060203" pitchFamily="34" charset="0"/>
                  <a:ea typeface="+mn-ea"/>
                  <a:cs typeface="+mn-cs"/>
                </a:rPr>
                <a:t>ТЕГ</a:t>
              </a:r>
              <a:endParaRPr kumimoji="0" lang="en-US" sz="1500" b="1" i="0" u="none" strike="noStrike" kern="1200" cap="none" spc="15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E9B4A5C-D113-56EC-3FE7-BDB5FAD7DCA6}"/>
              </a:ext>
            </a:extLst>
          </p:cNvPr>
          <p:cNvSpPr txBox="1"/>
          <p:nvPr userDrawn="1"/>
        </p:nvSpPr>
        <p:spPr>
          <a:xfrm>
            <a:off x="9924995" y="1402575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108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D70E188F-C5F1-271B-AE5B-1E2C129D91CE}"/>
              </a:ext>
            </a:extLst>
          </p:cNvPr>
          <p:cNvCxnSpPr>
            <a:cxnSpLocks/>
          </p:cNvCxnSpPr>
          <p:nvPr userDrawn="1"/>
        </p:nvCxnSpPr>
        <p:spPr>
          <a:xfrm>
            <a:off x="609597" y="2101458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C7C7E9-0BCD-CB50-FBC4-23EFB0918888}"/>
              </a:ext>
            </a:extLst>
          </p:cNvPr>
          <p:cNvCxnSpPr>
            <a:cxnSpLocks/>
          </p:cNvCxnSpPr>
          <p:nvPr userDrawn="1"/>
        </p:nvCxnSpPr>
        <p:spPr>
          <a:xfrm>
            <a:off x="609597" y="2861806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5EB302B-9424-3CF6-F08C-B1E2CD40FB18}"/>
              </a:ext>
            </a:extLst>
          </p:cNvPr>
          <p:cNvCxnSpPr>
            <a:cxnSpLocks/>
          </p:cNvCxnSpPr>
          <p:nvPr userDrawn="1"/>
        </p:nvCxnSpPr>
        <p:spPr>
          <a:xfrm>
            <a:off x="609597" y="426712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7E7E745-4FFF-E5F0-C1C9-481308C55322}"/>
              </a:ext>
            </a:extLst>
          </p:cNvPr>
          <p:cNvCxnSpPr>
            <a:cxnSpLocks/>
          </p:cNvCxnSpPr>
          <p:nvPr userDrawn="1"/>
        </p:nvCxnSpPr>
        <p:spPr>
          <a:xfrm>
            <a:off x="609597" y="4929929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8BFACCC-6875-F12A-69CD-B8A15C6DBB51}"/>
              </a:ext>
            </a:extLst>
          </p:cNvPr>
          <p:cNvCxnSpPr>
            <a:cxnSpLocks/>
          </p:cNvCxnSpPr>
          <p:nvPr userDrawn="1"/>
        </p:nvCxnSpPr>
        <p:spPr>
          <a:xfrm>
            <a:off x="609597" y="5592737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D0E3626-1DC7-7D37-5596-0C9C14376C4D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67295F-3EE6-E679-BCF9-224A59A44E8F}"/>
              </a:ext>
            </a:extLst>
          </p:cNvPr>
          <p:cNvSpPr txBox="1"/>
          <p:nvPr userDrawn="1"/>
        </p:nvSpPr>
        <p:spPr>
          <a:xfrm>
            <a:off x="9924995" y="225079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Medium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48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AE480-682C-6575-AC67-5BEE736495E7}"/>
              </a:ext>
            </a:extLst>
          </p:cNvPr>
          <p:cNvSpPr txBox="1"/>
          <p:nvPr userDrawn="1"/>
        </p:nvSpPr>
        <p:spPr>
          <a:xfrm>
            <a:off x="9924995" y="298855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80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-70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553D9-A959-D5B7-77A7-3E0C8FB66C63}"/>
              </a:ext>
            </a:extLst>
          </p:cNvPr>
          <p:cNvSpPr txBox="1"/>
          <p:nvPr userDrawn="1"/>
        </p:nvSpPr>
        <p:spPr>
          <a:xfrm>
            <a:off x="4233596" y="4367693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Medium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4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0-36-30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C280A-56B3-3344-B096-246B6C19616E}"/>
              </a:ext>
            </a:extLst>
          </p:cNvPr>
          <p:cNvSpPr txBox="1"/>
          <p:nvPr userDrawn="1"/>
        </p:nvSpPr>
        <p:spPr>
          <a:xfrm>
            <a:off x="4233596" y="503050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Regular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30-24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5F571D-1F22-400E-D5CC-502415B806C1}"/>
              </a:ext>
            </a:extLst>
          </p:cNvPr>
          <p:cNvSpPr txBox="1"/>
          <p:nvPr userDrawn="1"/>
        </p:nvSpPr>
        <p:spPr>
          <a:xfrm>
            <a:off x="4233596" y="569330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Regular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20-18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5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7CA4FF76-4CF2-3280-8E0A-CDADB0F5E32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267121"/>
            <a:ext cx="0" cy="19884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65058C-CC87-F907-55D3-D7AF72B4540C}"/>
              </a:ext>
            </a:extLst>
          </p:cNvPr>
          <p:cNvSpPr txBox="1"/>
          <p:nvPr userDrawn="1"/>
        </p:nvSpPr>
        <p:spPr>
          <a:xfrm>
            <a:off x="6356733" y="5169000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ea typeface="STIX Two Math Regular" pitchFamily="34" charset="-122"/>
              </a:rPr>
              <a:t>Математический шрифт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70350-52EA-74C3-A9C3-7BDFBEB6E495}"/>
              </a:ext>
            </a:extLst>
          </p:cNvPr>
          <p:cNvSpPr txBox="1"/>
          <p:nvPr userDrawn="1"/>
        </p:nvSpPr>
        <p:spPr>
          <a:xfrm>
            <a:off x="9924995" y="503050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STIX Two Math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26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+ 5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0FF324-C145-786B-7B3B-63AED0F7AA14}"/>
              </a:ext>
            </a:extLst>
          </p:cNvPr>
          <p:cNvSpPr txBox="1"/>
          <p:nvPr userDrawn="1"/>
        </p:nvSpPr>
        <p:spPr>
          <a:xfrm>
            <a:off x="6356733" y="4506192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00" b="1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STIX Two Math Regular" pitchFamily="34" charset="-122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E6FB85-8A6F-C2FE-9CAB-431A5BA66857}"/>
              </a:ext>
            </a:extLst>
          </p:cNvPr>
          <p:cNvSpPr txBox="1"/>
          <p:nvPr userDrawn="1"/>
        </p:nvSpPr>
        <p:spPr>
          <a:xfrm>
            <a:off x="9924995" y="4367693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Courier New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26-20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+ 5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861CA-F283-EF50-C5DE-FB067A82EEB5}"/>
              </a:ext>
            </a:extLst>
          </p:cNvPr>
          <p:cNvSpPr txBox="1"/>
          <p:nvPr userDrawn="1"/>
        </p:nvSpPr>
        <p:spPr>
          <a:xfrm>
            <a:off x="9924995" y="569330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Graphik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Semibold</a:t>
            </a:r>
            <a:b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Размер: 30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Интерлиньяж: кегль + 10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DA887BCB-9CE5-17F7-AAFC-6050B165B5A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165358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EB5071-310C-765E-28A1-79C8BC7E4A61}"/>
              </a:ext>
            </a:extLst>
          </p:cNvPr>
          <p:cNvCxnSpPr>
            <a:cxnSpLocks/>
          </p:cNvCxnSpPr>
          <p:nvPr userDrawn="1"/>
        </p:nvCxnSpPr>
        <p:spPr>
          <a:xfrm>
            <a:off x="609597" y="357696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7EEFC3-48D8-92C8-8469-6A8E74B6F210}"/>
              </a:ext>
            </a:extLst>
          </p:cNvPr>
          <p:cNvSpPr txBox="1"/>
          <p:nvPr userDrawn="1"/>
        </p:nvSpPr>
        <p:spPr>
          <a:xfrm>
            <a:off x="9142810" y="3691209"/>
            <a:ext cx="244284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OFFORM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акцидентный шрифт для больших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цирф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 крупных заголовков в одно слово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25B00-DF08-7427-38D3-06E2E67C0A5A}"/>
              </a:ext>
            </a:extLst>
          </p:cNvPr>
          <p:cNvSpPr txBox="1"/>
          <p:nvPr userDrawn="1"/>
        </p:nvSpPr>
        <p:spPr>
          <a:xfrm>
            <a:off x="609596" y="3513712"/>
            <a:ext cx="1447536" cy="769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999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Ofform" pitchFamily="2" charset="0"/>
                <a:ea typeface="+mn-ea"/>
                <a:cs typeface="+mn-cs"/>
              </a:rPr>
              <a:t>00</a:t>
            </a:r>
            <a:endParaRPr kumimoji="0" lang="ru-RU" sz="4999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650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DBDF12B-BD63-C522-912D-6F1AFEFDF11B}"/>
              </a:ext>
            </a:extLst>
          </p:cNvPr>
          <p:cNvSpPr/>
          <p:nvPr userDrawn="1"/>
        </p:nvSpPr>
        <p:spPr>
          <a:xfrm>
            <a:off x="609596" y="408890"/>
            <a:ext cx="636179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Тёмная/светлая версия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20FD-3350-F4C6-66D1-E0B65D6D2948}"/>
              </a:ext>
            </a:extLst>
          </p:cNvPr>
          <p:cNvSpPr txBox="1"/>
          <p:nvPr userDrawn="1"/>
        </p:nvSpPr>
        <p:spPr>
          <a:xfrm>
            <a:off x="609597" y="1166304"/>
            <a:ext cx="6095206" cy="12553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Темные и светлые слайды существуют в презентациях вместе, нет отдельных версий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Открывающий и закрывающий слайды – всегда темные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Перебивочные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533843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609596" y="408890"/>
            <a:ext cx="636179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Иконки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609597" y="1166304"/>
            <a:ext cx="4036694" cy="6397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круге – размер 2,5 см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больших карточек может использоваться размер 3 см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Толщина линии – 2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3226460" y="2278971"/>
            <a:ext cx="449941" cy="45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3226460" y="2981979"/>
            <a:ext cx="449941" cy="45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3226460" y="3684988"/>
            <a:ext cx="449941" cy="45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3226460" y="4387996"/>
            <a:ext cx="449941" cy="45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3226460" y="5091005"/>
            <a:ext cx="449941" cy="45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3226460" y="5794012"/>
            <a:ext cx="449941" cy="45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2527785" y="5091005"/>
            <a:ext cx="449941" cy="45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606204" y="2408211"/>
            <a:ext cx="293103" cy="19151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617263" y="3042432"/>
            <a:ext cx="270984" cy="32909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617293" y="3782478"/>
            <a:ext cx="270924" cy="25502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588002" y="4496685"/>
            <a:ext cx="329506" cy="23262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636134" y="5873216"/>
            <a:ext cx="233243" cy="291592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5207484" y="3684988"/>
            <a:ext cx="449941" cy="45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5207484" y="2278971"/>
            <a:ext cx="449941" cy="45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5207484" y="2981979"/>
            <a:ext cx="449941" cy="45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5207484" y="4387996"/>
            <a:ext cx="449941" cy="45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5207484" y="5794012"/>
            <a:ext cx="449941" cy="45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5207484" y="5091005"/>
            <a:ext cx="449941" cy="45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G" panose="020B05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G" panose="020B0503030202060203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628322" y="3766608"/>
            <a:ext cx="261316" cy="28675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594849" y="2356059"/>
            <a:ext cx="277860" cy="295825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601171" y="3081722"/>
            <a:ext cx="265216" cy="250515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86947" y="4507040"/>
            <a:ext cx="293664" cy="211912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4621294" y="6006512"/>
            <a:ext cx="224971" cy="25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4597588" y="5162076"/>
            <a:ext cx="272384" cy="307859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1245436" y="2278971"/>
            <a:ext cx="449941" cy="45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1245436" y="2981979"/>
            <a:ext cx="449941" cy="45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1245436" y="3684988"/>
            <a:ext cx="449941" cy="45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1245436" y="4387996"/>
            <a:ext cx="449941" cy="45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1245436" y="5091005"/>
            <a:ext cx="449941" cy="45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1245436" y="5794012"/>
            <a:ext cx="449941" cy="45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08437" y="2382527"/>
            <a:ext cx="331166" cy="242887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73804" y="3058862"/>
            <a:ext cx="200431" cy="311822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04412" y="3752261"/>
            <a:ext cx="218324" cy="32084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09975" y="4451391"/>
            <a:ext cx="328090" cy="30762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0428" y="5203624"/>
            <a:ext cx="267184" cy="235153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607641" y="5895655"/>
            <a:ext cx="332758" cy="288428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6489833" y="2278971"/>
            <a:ext cx="449941" cy="45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7188508" y="2278971"/>
            <a:ext cx="449941" cy="45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7188508" y="2981979"/>
            <a:ext cx="449941" cy="45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/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7188508" y="3684988"/>
            <a:ext cx="449941" cy="45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7188508" y="4387996"/>
            <a:ext cx="449941" cy="45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7188508" y="5091005"/>
            <a:ext cx="449941" cy="45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/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6559786" y="3082950"/>
            <a:ext cx="310034" cy="248060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567547" y="3752192"/>
            <a:ext cx="294514" cy="315592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6617527" y="4485503"/>
            <a:ext cx="194553" cy="26233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6592052" y="5152316"/>
            <a:ext cx="245502" cy="327379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7188508" y="5794012"/>
            <a:ext cx="449941" cy="45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38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6595209" y="5926951"/>
            <a:ext cx="241372" cy="18412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6489833" y="1166304"/>
            <a:ext cx="5489654" cy="6013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иконка используется без окружности –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внутренней части не меняется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332910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05157-E746-D078-CAEB-3EFF26761D3A}"/>
              </a:ext>
            </a:extLst>
          </p:cNvPr>
          <p:cNvSpPr txBox="1"/>
          <p:nvPr userDrawn="1"/>
        </p:nvSpPr>
        <p:spPr>
          <a:xfrm>
            <a:off x="609596" y="408890"/>
            <a:ext cx="9475200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Линейная графика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3B8903-D742-583E-682C-92B5AB2A66FD}"/>
              </a:ext>
            </a:extLst>
          </p:cNvPr>
          <p:cNvSpPr/>
          <p:nvPr userDrawn="1"/>
        </p:nvSpPr>
        <p:spPr>
          <a:xfrm>
            <a:off x="7994384" y="1219200"/>
            <a:ext cx="3580506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Толщина линии при масштабировании – 2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пт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7D1AB9F1-FA8C-9F62-F481-2E2494ECC21F}"/>
              </a:ext>
            </a:extLst>
          </p:cNvPr>
          <p:cNvGrpSpPr/>
          <p:nvPr userDrawn="1"/>
        </p:nvGrpSpPr>
        <p:grpSpPr>
          <a:xfrm>
            <a:off x="637749" y="4462713"/>
            <a:ext cx="2055714" cy="1437601"/>
            <a:chOff x="1275664" y="8925425"/>
            <a:chExt cx="4111963" cy="2875201"/>
          </a:xfrm>
        </p:grpSpPr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1F8A4AE-2224-B92A-D351-6ED5CE1AB806}"/>
                </a:ext>
              </a:extLst>
            </p:cNvPr>
            <p:cNvSpPr/>
            <p:nvPr/>
          </p:nvSpPr>
          <p:spPr>
            <a:xfrm>
              <a:off x="1494583" y="9202121"/>
              <a:ext cx="1313711" cy="2525374"/>
            </a:xfrm>
            <a:custGeom>
              <a:avLst/>
              <a:gdLst>
                <a:gd name="connsiteX0" fmla="*/ 656854 w 1313711"/>
                <a:gd name="connsiteY0" fmla="*/ 0 h 2525374"/>
                <a:gd name="connsiteX1" fmla="*/ 0 w 1313711"/>
                <a:gd name="connsiteY1" fmla="*/ 1262688 h 2525374"/>
                <a:gd name="connsiteX2" fmla="*/ 656854 w 1313711"/>
                <a:gd name="connsiteY2" fmla="*/ 2525374 h 2525374"/>
                <a:gd name="connsiteX3" fmla="*/ 1154464 w 1313711"/>
                <a:gd name="connsiteY3" fmla="*/ 2086941 h 2525374"/>
                <a:gd name="connsiteX4" fmla="*/ 905206 w 1313711"/>
                <a:gd name="connsiteY4" fmla="*/ 93373 h 2525374"/>
                <a:gd name="connsiteX5" fmla="*/ 1313712 w 1313711"/>
                <a:gd name="connsiteY5" fmla="*/ 1262688 h 2525374"/>
                <a:gd name="connsiteX6" fmla="*/ 1238162 w 1313711"/>
                <a:gd name="connsiteY6" fmla="*/ 1851157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3711" h="2525374">
                  <a:moveTo>
                    <a:pt x="656854" y="0"/>
                  </a:moveTo>
                  <a:cubicBezTo>
                    <a:pt x="294083" y="0"/>
                    <a:pt x="0" y="565325"/>
                    <a:pt x="0" y="1262688"/>
                  </a:cubicBezTo>
                  <a:cubicBezTo>
                    <a:pt x="0" y="1960048"/>
                    <a:pt x="294083" y="2525374"/>
                    <a:pt x="656854" y="2525374"/>
                  </a:cubicBezTo>
                  <a:cubicBezTo>
                    <a:pt x="855759" y="2525374"/>
                    <a:pt x="1034008" y="2355419"/>
                    <a:pt x="1154464" y="2086941"/>
                  </a:cubicBezTo>
                  <a:moveTo>
                    <a:pt x="905206" y="93373"/>
                  </a:moveTo>
                  <a:cubicBezTo>
                    <a:pt x="1144858" y="281654"/>
                    <a:pt x="1313712" y="734263"/>
                    <a:pt x="1313712" y="1262688"/>
                  </a:cubicBezTo>
                  <a:cubicBezTo>
                    <a:pt x="1313712" y="1475193"/>
                    <a:pt x="1286401" y="1675437"/>
                    <a:pt x="1238162" y="1851157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BB1EEBF6-8461-08BA-12A9-F509E9D243EB}"/>
                </a:ext>
              </a:extLst>
            </p:cNvPr>
            <p:cNvSpPr/>
            <p:nvPr/>
          </p:nvSpPr>
          <p:spPr>
            <a:xfrm>
              <a:off x="3750586" y="9202121"/>
              <a:ext cx="1313705" cy="2525374"/>
            </a:xfrm>
            <a:custGeom>
              <a:avLst/>
              <a:gdLst>
                <a:gd name="connsiteX0" fmla="*/ 656853 w 1313705"/>
                <a:gd name="connsiteY0" fmla="*/ 2525374 h 2525374"/>
                <a:gd name="connsiteX1" fmla="*/ 1313706 w 1313705"/>
                <a:gd name="connsiteY1" fmla="*/ 1262688 h 2525374"/>
                <a:gd name="connsiteX2" fmla="*/ 656853 w 1313705"/>
                <a:gd name="connsiteY2" fmla="*/ 0 h 2525374"/>
                <a:gd name="connsiteX3" fmla="*/ 0 w 1313705"/>
                <a:gd name="connsiteY3" fmla="*/ 1262688 h 2525374"/>
                <a:gd name="connsiteX4" fmla="*/ 373976 w 1313705"/>
                <a:gd name="connsiteY4" fmla="*/ 2402609 h 2525374"/>
                <a:gd name="connsiteX5" fmla="*/ 469179 w 1313705"/>
                <a:gd name="connsiteY5" fmla="*/ 2478611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3705" h="2525374">
                  <a:moveTo>
                    <a:pt x="656853" y="2525374"/>
                  </a:moveTo>
                  <a:cubicBezTo>
                    <a:pt x="1019617" y="2525374"/>
                    <a:pt x="1313706" y="1960048"/>
                    <a:pt x="1313706" y="1262688"/>
                  </a:cubicBezTo>
                  <a:cubicBezTo>
                    <a:pt x="1313706" y="565324"/>
                    <a:pt x="1019617" y="0"/>
                    <a:pt x="656853" y="0"/>
                  </a:cubicBezTo>
                  <a:cubicBezTo>
                    <a:pt x="294076" y="0"/>
                    <a:pt x="0" y="565324"/>
                    <a:pt x="0" y="1262688"/>
                  </a:cubicBezTo>
                  <a:cubicBezTo>
                    <a:pt x="0" y="1765361"/>
                    <a:pt x="152791" y="2199422"/>
                    <a:pt x="373976" y="2402609"/>
                  </a:cubicBezTo>
                  <a:cubicBezTo>
                    <a:pt x="395283" y="2423396"/>
                    <a:pt x="444159" y="2467692"/>
                    <a:pt x="469179" y="2478611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3DB98CA2-C3FC-7911-0A5A-A386BDFEE2A5}"/>
                </a:ext>
              </a:extLst>
            </p:cNvPr>
            <p:cNvSpPr/>
            <p:nvPr/>
          </p:nvSpPr>
          <p:spPr>
            <a:xfrm>
              <a:off x="2679275" y="10970829"/>
              <a:ext cx="140170" cy="85771"/>
            </a:xfrm>
            <a:custGeom>
              <a:avLst/>
              <a:gdLst>
                <a:gd name="connsiteX0" fmla="*/ 0 w 140170"/>
                <a:gd name="connsiteY0" fmla="*/ 0 h 85771"/>
                <a:gd name="connsiteX1" fmla="*/ 54120 w 140170"/>
                <a:gd name="connsiteY1" fmla="*/ 85772 h 85771"/>
                <a:gd name="connsiteX2" fmla="*/ 140170 w 140170"/>
                <a:gd name="connsiteY2" fmla="*/ 31827 h 8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170" h="85771">
                  <a:moveTo>
                    <a:pt x="0" y="0"/>
                  </a:moveTo>
                  <a:lnTo>
                    <a:pt x="54120" y="85772"/>
                  </a:lnTo>
                  <a:lnTo>
                    <a:pt x="140170" y="31827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97FD0029-5B5F-7577-F492-53D18B24895F}"/>
                </a:ext>
              </a:extLst>
            </p:cNvPr>
            <p:cNvSpPr/>
            <p:nvPr/>
          </p:nvSpPr>
          <p:spPr>
            <a:xfrm>
              <a:off x="4403518" y="11657344"/>
              <a:ext cx="73001" cy="143282"/>
            </a:xfrm>
            <a:custGeom>
              <a:avLst/>
              <a:gdLst>
                <a:gd name="connsiteX0" fmla="*/ 73001 w 73001"/>
                <a:gd name="connsiteY0" fmla="*/ 0 h 143282"/>
                <a:gd name="connsiteX1" fmla="*/ 0 w 73001"/>
                <a:gd name="connsiteY1" fmla="*/ 70518 h 143282"/>
                <a:gd name="connsiteX2" fmla="*/ 70735 w 73001"/>
                <a:gd name="connsiteY2" fmla="*/ 143282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01" h="143282">
                  <a:moveTo>
                    <a:pt x="73001" y="0"/>
                  </a:moveTo>
                  <a:lnTo>
                    <a:pt x="0" y="70518"/>
                  </a:lnTo>
                  <a:lnTo>
                    <a:pt x="70735" y="143282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880CEA4-E163-D394-7486-97E81064509A}"/>
                </a:ext>
              </a:extLst>
            </p:cNvPr>
            <p:cNvSpPr/>
            <p:nvPr/>
          </p:nvSpPr>
          <p:spPr>
            <a:xfrm>
              <a:off x="2068993" y="9143671"/>
              <a:ext cx="83286" cy="141114"/>
            </a:xfrm>
            <a:custGeom>
              <a:avLst/>
              <a:gdLst>
                <a:gd name="connsiteX0" fmla="*/ 24999 w 83286"/>
                <a:gd name="connsiteY0" fmla="*/ 141115 h 141114"/>
                <a:gd name="connsiteX1" fmla="*/ 83286 w 83286"/>
                <a:gd name="connsiteY1" fmla="*/ 58098 h 141114"/>
                <a:gd name="connsiteX2" fmla="*/ 0 w 83286"/>
                <a:gd name="connsiteY2" fmla="*/ 0 h 141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286" h="141114">
                  <a:moveTo>
                    <a:pt x="24999" y="141115"/>
                  </a:moveTo>
                  <a:lnTo>
                    <a:pt x="83286" y="58098"/>
                  </a:lnTo>
                  <a:lnTo>
                    <a:pt x="0" y="0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FF70A679-035B-6BF3-693A-D2E89BFC55CD}"/>
                </a:ext>
              </a:extLst>
            </p:cNvPr>
            <p:cNvSpPr/>
            <p:nvPr/>
          </p:nvSpPr>
          <p:spPr>
            <a:xfrm>
              <a:off x="1275664" y="10408812"/>
              <a:ext cx="4081871" cy="1193988"/>
            </a:xfrm>
            <a:custGeom>
              <a:avLst/>
              <a:gdLst>
                <a:gd name="connsiteX0" fmla="*/ 762420 w 4081871"/>
                <a:gd name="connsiteY0" fmla="*/ 1062088 h 1193988"/>
                <a:gd name="connsiteX1" fmla="*/ 0 w 4081871"/>
                <a:gd name="connsiteY1" fmla="*/ 595773 h 1193988"/>
                <a:gd name="connsiteX2" fmla="*/ 1855220 w 4081871"/>
                <a:gd name="connsiteY2" fmla="*/ 0 h 1193988"/>
                <a:gd name="connsiteX3" fmla="*/ 905129 w 4081871"/>
                <a:gd name="connsiteY3" fmla="*/ 1098508 h 1193988"/>
                <a:gd name="connsiteX4" fmla="*/ 2040934 w 4081871"/>
                <a:gd name="connsiteY4" fmla="*/ 1193988 h 1193988"/>
                <a:gd name="connsiteX5" fmla="*/ 4081872 w 4081871"/>
                <a:gd name="connsiteY5" fmla="*/ 595773 h 1193988"/>
                <a:gd name="connsiteX6" fmla="*/ 2369366 w 4081871"/>
                <a:gd name="connsiteY6" fmla="*/ 5252 h 1193988"/>
                <a:gd name="connsiteX7" fmla="*/ 1994018 w 4081871"/>
                <a:gd name="connsiteY7" fmla="*/ 0 h 119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871" h="1193988">
                  <a:moveTo>
                    <a:pt x="762420" y="1062088"/>
                  </a:moveTo>
                  <a:cubicBezTo>
                    <a:pt x="297510" y="952440"/>
                    <a:pt x="0" y="784292"/>
                    <a:pt x="0" y="595773"/>
                  </a:cubicBezTo>
                  <a:cubicBezTo>
                    <a:pt x="0" y="283732"/>
                    <a:pt x="815077" y="27491"/>
                    <a:pt x="1855220" y="0"/>
                  </a:cubicBezTo>
                  <a:moveTo>
                    <a:pt x="905129" y="1098508"/>
                  </a:moveTo>
                  <a:cubicBezTo>
                    <a:pt x="1190773" y="1143085"/>
                    <a:pt x="1694735" y="1193988"/>
                    <a:pt x="2040934" y="1193988"/>
                  </a:cubicBezTo>
                  <a:cubicBezTo>
                    <a:pt x="3168117" y="1193988"/>
                    <a:pt x="4081872" y="926158"/>
                    <a:pt x="4081872" y="595773"/>
                  </a:cubicBezTo>
                  <a:cubicBezTo>
                    <a:pt x="4081872" y="298155"/>
                    <a:pt x="3340402" y="51295"/>
                    <a:pt x="2369366" y="5252"/>
                  </a:cubicBezTo>
                  <a:cubicBezTo>
                    <a:pt x="2258590" y="1746"/>
                    <a:pt x="2066358" y="5252"/>
                    <a:pt x="1994018" y="0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E1E700D1-1D38-58FC-81EA-435A8BD3D348}"/>
                </a:ext>
              </a:extLst>
            </p:cNvPr>
            <p:cNvSpPr/>
            <p:nvPr/>
          </p:nvSpPr>
          <p:spPr>
            <a:xfrm>
              <a:off x="3059512" y="10336218"/>
              <a:ext cx="72400" cy="143282"/>
            </a:xfrm>
            <a:custGeom>
              <a:avLst/>
              <a:gdLst>
                <a:gd name="connsiteX0" fmla="*/ 0 w 72400"/>
                <a:gd name="connsiteY0" fmla="*/ 143283 h 143282"/>
                <a:gd name="connsiteX1" fmla="*/ 72401 w 72400"/>
                <a:gd name="connsiteY1" fmla="*/ 72166 h 143282"/>
                <a:gd name="connsiteX2" fmla="*/ 1054 w 72400"/>
                <a:gd name="connsiteY2" fmla="*/ 0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400" h="143282">
                  <a:moveTo>
                    <a:pt x="0" y="143283"/>
                  </a:moveTo>
                  <a:lnTo>
                    <a:pt x="72401" y="72166"/>
                  </a:lnTo>
                  <a:lnTo>
                    <a:pt x="1054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8B8DE30B-B28A-4B7E-9B2E-279425CEB043}"/>
                </a:ext>
              </a:extLst>
            </p:cNvPr>
            <p:cNvSpPr/>
            <p:nvPr/>
          </p:nvSpPr>
          <p:spPr>
            <a:xfrm>
              <a:off x="2174942" y="11443006"/>
              <a:ext cx="79599" cy="142366"/>
            </a:xfrm>
            <a:custGeom>
              <a:avLst/>
              <a:gdLst>
                <a:gd name="connsiteX0" fmla="*/ 79599 w 79599"/>
                <a:gd name="connsiteY0" fmla="*/ 0 h 142366"/>
                <a:gd name="connsiteX1" fmla="*/ 0 w 79599"/>
                <a:gd name="connsiteY1" fmla="*/ 63019 h 142366"/>
                <a:gd name="connsiteX2" fmla="*/ 63229 w 79599"/>
                <a:gd name="connsiteY2" fmla="*/ 142367 h 14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599" h="142366">
                  <a:moveTo>
                    <a:pt x="79599" y="0"/>
                  </a:moveTo>
                  <a:lnTo>
                    <a:pt x="0" y="63019"/>
                  </a:lnTo>
                  <a:lnTo>
                    <a:pt x="63229" y="142367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964AE560-4A8B-0DB5-0FBF-4BE39BFCC55F}"/>
                </a:ext>
              </a:extLst>
            </p:cNvPr>
            <p:cNvSpPr/>
            <p:nvPr/>
          </p:nvSpPr>
          <p:spPr>
            <a:xfrm rot="10800000" flipV="1">
              <a:off x="3278693" y="10360767"/>
              <a:ext cx="95405" cy="95096"/>
            </a:xfrm>
            <a:custGeom>
              <a:avLst/>
              <a:gdLst>
                <a:gd name="connsiteX0" fmla="*/ 95572 w 95405"/>
                <a:gd name="connsiteY0" fmla="*/ 47668 h 95096"/>
                <a:gd name="connsiteX1" fmla="*/ 47869 w 95405"/>
                <a:gd name="connsiteY1" fmla="*/ 95217 h 95096"/>
                <a:gd name="connsiteX2" fmla="*/ 166 w 95405"/>
                <a:gd name="connsiteY2" fmla="*/ 47668 h 95096"/>
                <a:gd name="connsiteX3" fmla="*/ 47869 w 95405"/>
                <a:gd name="connsiteY3" fmla="*/ 120 h 95096"/>
                <a:gd name="connsiteX4" fmla="*/ 95572 w 95405"/>
                <a:gd name="connsiteY4" fmla="*/ 4766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72" y="47668"/>
                  </a:moveTo>
                  <a:cubicBezTo>
                    <a:pt x="95572" y="73928"/>
                    <a:pt x="74215" y="95217"/>
                    <a:pt x="47869" y="95217"/>
                  </a:cubicBezTo>
                  <a:cubicBezTo>
                    <a:pt x="21524" y="95217"/>
                    <a:pt x="166" y="73928"/>
                    <a:pt x="166" y="47668"/>
                  </a:cubicBezTo>
                  <a:cubicBezTo>
                    <a:pt x="166" y="21408"/>
                    <a:pt x="21524" y="120"/>
                    <a:pt x="47869" y="120"/>
                  </a:cubicBezTo>
                  <a:cubicBezTo>
                    <a:pt x="74215" y="120"/>
                    <a:pt x="95572" y="21408"/>
                    <a:pt x="95572" y="4766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142E35DF-A4D1-4A6E-6CF5-2F8CD80BCE2F}"/>
                </a:ext>
              </a:extLst>
            </p:cNvPr>
            <p:cNvSpPr/>
            <p:nvPr/>
          </p:nvSpPr>
          <p:spPr>
            <a:xfrm rot="10800000" flipV="1">
              <a:off x="3560174" y="11553302"/>
              <a:ext cx="95405" cy="95096"/>
            </a:xfrm>
            <a:custGeom>
              <a:avLst/>
              <a:gdLst>
                <a:gd name="connsiteX0" fmla="*/ 95595 w 95405"/>
                <a:gd name="connsiteY0" fmla="*/ 47766 h 95096"/>
                <a:gd name="connsiteX1" fmla="*/ 47892 w 95405"/>
                <a:gd name="connsiteY1" fmla="*/ 95314 h 95096"/>
                <a:gd name="connsiteX2" fmla="*/ 189 w 95405"/>
                <a:gd name="connsiteY2" fmla="*/ 47766 h 95096"/>
                <a:gd name="connsiteX3" fmla="*/ 47892 w 95405"/>
                <a:gd name="connsiteY3" fmla="*/ 218 h 95096"/>
                <a:gd name="connsiteX4" fmla="*/ 95595 w 95405"/>
                <a:gd name="connsiteY4" fmla="*/ 4776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95" y="47766"/>
                  </a:moveTo>
                  <a:cubicBezTo>
                    <a:pt x="95595" y="74026"/>
                    <a:pt x="74238" y="95314"/>
                    <a:pt x="47892" y="95314"/>
                  </a:cubicBezTo>
                  <a:cubicBezTo>
                    <a:pt x="21547" y="95314"/>
                    <a:pt x="189" y="74026"/>
                    <a:pt x="189" y="47766"/>
                  </a:cubicBezTo>
                  <a:cubicBezTo>
                    <a:pt x="189" y="21506"/>
                    <a:pt x="21547" y="218"/>
                    <a:pt x="47892" y="218"/>
                  </a:cubicBezTo>
                  <a:cubicBezTo>
                    <a:pt x="74238" y="218"/>
                    <a:pt x="95595" y="21506"/>
                    <a:pt x="95595" y="4776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E6F94E76-8BB9-EB14-85B5-A6E591605BBC}"/>
                </a:ext>
              </a:extLst>
            </p:cNvPr>
            <p:cNvSpPr/>
            <p:nvPr/>
          </p:nvSpPr>
          <p:spPr>
            <a:xfrm rot="10800000" flipV="1">
              <a:off x="1976681" y="11424687"/>
              <a:ext cx="95405" cy="95096"/>
            </a:xfrm>
            <a:custGeom>
              <a:avLst/>
              <a:gdLst>
                <a:gd name="connsiteX0" fmla="*/ 95466 w 95405"/>
                <a:gd name="connsiteY0" fmla="*/ 47755 h 95096"/>
                <a:gd name="connsiteX1" fmla="*/ 47763 w 95405"/>
                <a:gd name="connsiteY1" fmla="*/ 95304 h 95096"/>
                <a:gd name="connsiteX2" fmla="*/ 60 w 95405"/>
                <a:gd name="connsiteY2" fmla="*/ 47755 h 95096"/>
                <a:gd name="connsiteX3" fmla="*/ 47763 w 95405"/>
                <a:gd name="connsiteY3" fmla="*/ 207 h 95096"/>
                <a:gd name="connsiteX4" fmla="*/ 95466 w 95405"/>
                <a:gd name="connsiteY4" fmla="*/ 47755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66" y="47755"/>
                  </a:moveTo>
                  <a:cubicBezTo>
                    <a:pt x="95466" y="74016"/>
                    <a:pt x="74108" y="95304"/>
                    <a:pt x="47763" y="95304"/>
                  </a:cubicBezTo>
                  <a:cubicBezTo>
                    <a:pt x="21417" y="95304"/>
                    <a:pt x="60" y="74016"/>
                    <a:pt x="60" y="47755"/>
                  </a:cubicBezTo>
                  <a:cubicBezTo>
                    <a:pt x="60" y="21495"/>
                    <a:pt x="21417" y="207"/>
                    <a:pt x="47763" y="207"/>
                  </a:cubicBezTo>
                  <a:cubicBezTo>
                    <a:pt x="74108" y="207"/>
                    <a:pt x="95466" y="21495"/>
                    <a:pt x="95466" y="47755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6E0E3F84-10F1-78A0-1C69-0E825BDFCF59}"/>
                </a:ext>
              </a:extLst>
            </p:cNvPr>
            <p:cNvSpPr/>
            <p:nvPr/>
          </p:nvSpPr>
          <p:spPr>
            <a:xfrm rot="10800000" flipV="1">
              <a:off x="2289459" y="9211087"/>
              <a:ext cx="95405" cy="95096"/>
            </a:xfrm>
            <a:custGeom>
              <a:avLst/>
              <a:gdLst>
                <a:gd name="connsiteX0" fmla="*/ 95491 w 95405"/>
                <a:gd name="connsiteY0" fmla="*/ 47574 h 95096"/>
                <a:gd name="connsiteX1" fmla="*/ 47788 w 95405"/>
                <a:gd name="connsiteY1" fmla="*/ 95122 h 95096"/>
                <a:gd name="connsiteX2" fmla="*/ 86 w 95405"/>
                <a:gd name="connsiteY2" fmla="*/ 47574 h 95096"/>
                <a:gd name="connsiteX3" fmla="*/ 47788 w 95405"/>
                <a:gd name="connsiteY3" fmla="*/ 26 h 95096"/>
                <a:gd name="connsiteX4" fmla="*/ 95491 w 95405"/>
                <a:gd name="connsiteY4" fmla="*/ 475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91" y="47574"/>
                  </a:moveTo>
                  <a:cubicBezTo>
                    <a:pt x="95491" y="73834"/>
                    <a:pt x="74134" y="95122"/>
                    <a:pt x="47788" y="95122"/>
                  </a:cubicBezTo>
                  <a:cubicBezTo>
                    <a:pt x="21443" y="95122"/>
                    <a:pt x="86" y="73834"/>
                    <a:pt x="86" y="47574"/>
                  </a:cubicBezTo>
                  <a:cubicBezTo>
                    <a:pt x="86" y="21314"/>
                    <a:pt x="21443" y="26"/>
                    <a:pt x="47788" y="26"/>
                  </a:cubicBezTo>
                  <a:cubicBezTo>
                    <a:pt x="74134" y="26"/>
                    <a:pt x="95491" y="21314"/>
                    <a:pt x="95491" y="475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62082237-C4E1-024F-6FA0-63F31E3FA246}"/>
                </a:ext>
              </a:extLst>
            </p:cNvPr>
            <p:cNvSpPr/>
            <p:nvPr/>
          </p:nvSpPr>
          <p:spPr>
            <a:xfrm rot="10800000" flipV="1">
              <a:off x="2625688" y="11183053"/>
              <a:ext cx="95405" cy="95096"/>
            </a:xfrm>
            <a:custGeom>
              <a:avLst/>
              <a:gdLst>
                <a:gd name="connsiteX0" fmla="*/ 95519 w 95405"/>
                <a:gd name="connsiteY0" fmla="*/ 47736 h 95096"/>
                <a:gd name="connsiteX1" fmla="*/ 47816 w 95405"/>
                <a:gd name="connsiteY1" fmla="*/ 95284 h 95096"/>
                <a:gd name="connsiteX2" fmla="*/ 113 w 95405"/>
                <a:gd name="connsiteY2" fmla="*/ 47736 h 95096"/>
                <a:gd name="connsiteX3" fmla="*/ 47816 w 95405"/>
                <a:gd name="connsiteY3" fmla="*/ 187 h 95096"/>
                <a:gd name="connsiteX4" fmla="*/ 95519 w 95405"/>
                <a:gd name="connsiteY4" fmla="*/ 4773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19" y="47736"/>
                  </a:moveTo>
                  <a:cubicBezTo>
                    <a:pt x="95519" y="73996"/>
                    <a:pt x="74161" y="95284"/>
                    <a:pt x="47816" y="95284"/>
                  </a:cubicBezTo>
                  <a:cubicBezTo>
                    <a:pt x="21470" y="95284"/>
                    <a:pt x="113" y="73996"/>
                    <a:pt x="113" y="47736"/>
                  </a:cubicBezTo>
                  <a:cubicBezTo>
                    <a:pt x="113" y="21475"/>
                    <a:pt x="21470" y="187"/>
                    <a:pt x="47816" y="187"/>
                  </a:cubicBezTo>
                  <a:cubicBezTo>
                    <a:pt x="74161" y="187"/>
                    <a:pt x="95519" y="21475"/>
                    <a:pt x="95519" y="4773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18007EB3-B0FD-6B88-45A4-A7B6FF9539EB}"/>
                </a:ext>
              </a:extLst>
            </p:cNvPr>
            <p:cNvSpPr/>
            <p:nvPr/>
          </p:nvSpPr>
          <p:spPr>
            <a:xfrm rot="10800000" flipV="1">
              <a:off x="4197471" y="11650724"/>
              <a:ext cx="95405" cy="95096"/>
            </a:xfrm>
            <a:custGeom>
              <a:avLst/>
              <a:gdLst>
                <a:gd name="connsiteX0" fmla="*/ 95647 w 95405"/>
                <a:gd name="connsiteY0" fmla="*/ 47774 h 95096"/>
                <a:gd name="connsiteX1" fmla="*/ 47944 w 95405"/>
                <a:gd name="connsiteY1" fmla="*/ 95322 h 95096"/>
                <a:gd name="connsiteX2" fmla="*/ 241 w 95405"/>
                <a:gd name="connsiteY2" fmla="*/ 47774 h 95096"/>
                <a:gd name="connsiteX3" fmla="*/ 47944 w 95405"/>
                <a:gd name="connsiteY3" fmla="*/ 226 h 95096"/>
                <a:gd name="connsiteX4" fmla="*/ 95647 w 95405"/>
                <a:gd name="connsiteY4" fmla="*/ 477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647" y="47774"/>
                  </a:moveTo>
                  <a:cubicBezTo>
                    <a:pt x="95647" y="74034"/>
                    <a:pt x="74290" y="95322"/>
                    <a:pt x="47944" y="95322"/>
                  </a:cubicBezTo>
                  <a:cubicBezTo>
                    <a:pt x="21599" y="95322"/>
                    <a:pt x="241" y="74034"/>
                    <a:pt x="241" y="47774"/>
                  </a:cubicBezTo>
                  <a:cubicBezTo>
                    <a:pt x="241" y="21514"/>
                    <a:pt x="21599" y="226"/>
                    <a:pt x="47944" y="226"/>
                  </a:cubicBezTo>
                  <a:cubicBezTo>
                    <a:pt x="74290" y="226"/>
                    <a:pt x="95647" y="21514"/>
                    <a:pt x="95647" y="477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C47B3A30-7B1D-4B91-474E-75B9149FA3C9}"/>
                </a:ext>
              </a:extLst>
            </p:cNvPr>
            <p:cNvSpPr/>
            <p:nvPr/>
          </p:nvSpPr>
          <p:spPr>
            <a:xfrm>
              <a:off x="1275664" y="8925425"/>
              <a:ext cx="4081871" cy="1305553"/>
            </a:xfrm>
            <a:custGeom>
              <a:avLst/>
              <a:gdLst>
                <a:gd name="connsiteX0" fmla="*/ 4081872 w 4081871"/>
                <a:gd name="connsiteY0" fmla="*/ 652777 h 1305553"/>
                <a:gd name="connsiteX1" fmla="*/ 2040934 w 4081871"/>
                <a:gd name="connsiteY1" fmla="*/ 1305554 h 1305553"/>
                <a:gd name="connsiteX2" fmla="*/ 0 w 4081871"/>
                <a:gd name="connsiteY2" fmla="*/ 652777 h 1305553"/>
                <a:gd name="connsiteX3" fmla="*/ 2040934 w 4081871"/>
                <a:gd name="connsiteY3" fmla="*/ 0 h 1305553"/>
                <a:gd name="connsiteX4" fmla="*/ 3849586 w 4081871"/>
                <a:gd name="connsiteY4" fmla="*/ 350041 h 130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871" h="1305553">
                  <a:moveTo>
                    <a:pt x="4081872" y="652777"/>
                  </a:moveTo>
                  <a:cubicBezTo>
                    <a:pt x="4081872" y="1013296"/>
                    <a:pt x="3168117" y="1305554"/>
                    <a:pt x="2040934" y="1305554"/>
                  </a:cubicBezTo>
                  <a:cubicBezTo>
                    <a:pt x="913760" y="1305554"/>
                    <a:pt x="0" y="1013296"/>
                    <a:pt x="0" y="652777"/>
                  </a:cubicBezTo>
                  <a:cubicBezTo>
                    <a:pt x="0" y="292259"/>
                    <a:pt x="913760" y="0"/>
                    <a:pt x="2040934" y="0"/>
                  </a:cubicBezTo>
                  <a:cubicBezTo>
                    <a:pt x="2826513" y="0"/>
                    <a:pt x="3508422" y="141956"/>
                    <a:pt x="3849586" y="350041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DB1D6FD4-890F-B96E-CAD9-4ED1960F5E2B}"/>
                </a:ext>
              </a:extLst>
            </p:cNvPr>
            <p:cNvSpPr/>
            <p:nvPr/>
          </p:nvSpPr>
          <p:spPr>
            <a:xfrm>
              <a:off x="5031773" y="9178746"/>
              <a:ext cx="95815" cy="129345"/>
            </a:xfrm>
            <a:custGeom>
              <a:avLst/>
              <a:gdLst>
                <a:gd name="connsiteX0" fmla="*/ 0 w 95815"/>
                <a:gd name="connsiteY0" fmla="*/ 129345 h 129345"/>
                <a:gd name="connsiteX1" fmla="*/ 95816 w 95815"/>
                <a:gd name="connsiteY1" fmla="*/ 95510 h 129345"/>
                <a:gd name="connsiteX2" fmla="*/ 61876 w 95815"/>
                <a:gd name="connsiteY2" fmla="*/ 0 h 12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815" h="129345">
                  <a:moveTo>
                    <a:pt x="0" y="129345"/>
                  </a:moveTo>
                  <a:lnTo>
                    <a:pt x="95816" y="95510"/>
                  </a:lnTo>
                  <a:lnTo>
                    <a:pt x="61876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A2241363-0777-483A-C302-3DDA33DA61DB}"/>
                </a:ext>
              </a:extLst>
            </p:cNvPr>
            <p:cNvSpPr/>
            <p:nvPr/>
          </p:nvSpPr>
          <p:spPr>
            <a:xfrm rot="10800000" flipV="1">
              <a:off x="1444959" y="9250051"/>
              <a:ext cx="95405" cy="95096"/>
            </a:xfrm>
            <a:custGeom>
              <a:avLst/>
              <a:gdLst>
                <a:gd name="connsiteX0" fmla="*/ 95422 w 95405"/>
                <a:gd name="connsiteY0" fmla="*/ 47577 h 95096"/>
                <a:gd name="connsiteX1" fmla="*/ 47720 w 95405"/>
                <a:gd name="connsiteY1" fmla="*/ 95126 h 95096"/>
                <a:gd name="connsiteX2" fmla="*/ 17 w 95405"/>
                <a:gd name="connsiteY2" fmla="*/ 47577 h 95096"/>
                <a:gd name="connsiteX3" fmla="*/ 47720 w 95405"/>
                <a:gd name="connsiteY3" fmla="*/ 29 h 95096"/>
                <a:gd name="connsiteX4" fmla="*/ 95422 w 95405"/>
                <a:gd name="connsiteY4" fmla="*/ 47577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22" y="47577"/>
                  </a:moveTo>
                  <a:cubicBezTo>
                    <a:pt x="95422" y="73838"/>
                    <a:pt x="74065" y="95126"/>
                    <a:pt x="47720" y="95126"/>
                  </a:cubicBezTo>
                  <a:cubicBezTo>
                    <a:pt x="21374" y="95126"/>
                    <a:pt x="17" y="73838"/>
                    <a:pt x="17" y="47577"/>
                  </a:cubicBezTo>
                  <a:cubicBezTo>
                    <a:pt x="17" y="21317"/>
                    <a:pt x="21374" y="29"/>
                    <a:pt x="47720" y="29"/>
                  </a:cubicBezTo>
                  <a:cubicBezTo>
                    <a:pt x="74065" y="29"/>
                    <a:pt x="95422" y="21317"/>
                    <a:pt x="95422" y="47577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953236A-BED6-7F56-13BB-D35501B7B4FE}"/>
                </a:ext>
              </a:extLst>
            </p:cNvPr>
            <p:cNvSpPr/>
            <p:nvPr/>
          </p:nvSpPr>
          <p:spPr>
            <a:xfrm rot="10800000" flipV="1">
              <a:off x="5292222" y="9503365"/>
              <a:ext cx="95405" cy="95096"/>
            </a:xfrm>
            <a:custGeom>
              <a:avLst/>
              <a:gdLst>
                <a:gd name="connsiteX0" fmla="*/ 95736 w 95405"/>
                <a:gd name="connsiteY0" fmla="*/ 47598 h 95096"/>
                <a:gd name="connsiteX1" fmla="*/ 48034 w 95405"/>
                <a:gd name="connsiteY1" fmla="*/ 95146 h 95096"/>
                <a:gd name="connsiteX2" fmla="*/ 331 w 95405"/>
                <a:gd name="connsiteY2" fmla="*/ 47598 h 95096"/>
                <a:gd name="connsiteX3" fmla="*/ 48034 w 95405"/>
                <a:gd name="connsiteY3" fmla="*/ 50 h 95096"/>
                <a:gd name="connsiteX4" fmla="*/ 95736 w 95405"/>
                <a:gd name="connsiteY4" fmla="*/ 4759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736" y="47598"/>
                  </a:moveTo>
                  <a:cubicBezTo>
                    <a:pt x="95736" y="73858"/>
                    <a:pt x="74379" y="95146"/>
                    <a:pt x="48034" y="95146"/>
                  </a:cubicBezTo>
                  <a:cubicBezTo>
                    <a:pt x="21688" y="95146"/>
                    <a:pt x="331" y="73858"/>
                    <a:pt x="331" y="47598"/>
                  </a:cubicBezTo>
                  <a:cubicBezTo>
                    <a:pt x="331" y="21338"/>
                    <a:pt x="21688" y="50"/>
                    <a:pt x="48034" y="50"/>
                  </a:cubicBezTo>
                  <a:cubicBezTo>
                    <a:pt x="74379" y="50"/>
                    <a:pt x="95736" y="21338"/>
                    <a:pt x="95736" y="4759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0CE14DB5-2DFA-2BF9-005B-6E5A7A8BBFCD}"/>
              </a:ext>
            </a:extLst>
          </p:cNvPr>
          <p:cNvGrpSpPr/>
          <p:nvPr userDrawn="1"/>
        </p:nvGrpSpPr>
        <p:grpSpPr>
          <a:xfrm>
            <a:off x="3532893" y="4525737"/>
            <a:ext cx="2074054" cy="1306547"/>
            <a:chOff x="7066706" y="9051474"/>
            <a:chExt cx="4148649" cy="2613093"/>
          </a:xfrm>
        </p:grpSpPr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90C76849-782E-60E5-6133-AC2AE9A64316}"/>
                </a:ext>
              </a:extLst>
            </p:cNvPr>
            <p:cNvSpPr/>
            <p:nvPr/>
          </p:nvSpPr>
          <p:spPr>
            <a:xfrm>
              <a:off x="7066706" y="10950026"/>
              <a:ext cx="4144067" cy="713953"/>
            </a:xfrm>
            <a:custGeom>
              <a:avLst/>
              <a:gdLst>
                <a:gd name="connsiteX0" fmla="*/ 0 w 4144067"/>
                <a:gd name="connsiteY0" fmla="*/ 713954 h 713953"/>
                <a:gd name="connsiteX1" fmla="*/ 925650 w 4144067"/>
                <a:gd name="connsiteY1" fmla="*/ 0 h 713953"/>
                <a:gd name="connsiteX2" fmla="*/ 3218418 w 4144067"/>
                <a:gd name="connsiteY2" fmla="*/ 0 h 713953"/>
                <a:gd name="connsiteX3" fmla="*/ 4144068 w 4144067"/>
                <a:gd name="connsiteY3" fmla="*/ 713954 h 713953"/>
                <a:gd name="connsiteX4" fmla="*/ 0 w 4144067"/>
                <a:gd name="connsiteY4" fmla="*/ 713954 h 7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7" h="713953">
                  <a:moveTo>
                    <a:pt x="0" y="713954"/>
                  </a:moveTo>
                  <a:lnTo>
                    <a:pt x="925650" y="0"/>
                  </a:lnTo>
                  <a:lnTo>
                    <a:pt x="3218418" y="0"/>
                  </a:lnTo>
                  <a:lnTo>
                    <a:pt x="4144068" y="713954"/>
                  </a:lnTo>
                  <a:lnTo>
                    <a:pt x="0" y="713954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E4CB1314-B8EF-55FC-9A4F-D336D3C78280}"/>
                </a:ext>
              </a:extLst>
            </p:cNvPr>
            <p:cNvSpPr/>
            <p:nvPr/>
          </p:nvSpPr>
          <p:spPr>
            <a:xfrm>
              <a:off x="7907482" y="10952025"/>
              <a:ext cx="709275" cy="709967"/>
            </a:xfrm>
            <a:custGeom>
              <a:avLst/>
              <a:gdLst>
                <a:gd name="connsiteX0" fmla="*/ 709276 w 709275"/>
                <a:gd name="connsiteY0" fmla="*/ 0 h 709967"/>
                <a:gd name="connsiteX1" fmla="*/ 0 w 709275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5" h="709967">
                  <a:moveTo>
                    <a:pt x="709276" y="0"/>
                  </a:moveTo>
                  <a:lnTo>
                    <a:pt x="0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A8F03FF-460A-71D7-9F86-BD921A9755D1}"/>
                </a:ext>
              </a:extLst>
            </p:cNvPr>
            <p:cNvSpPr/>
            <p:nvPr/>
          </p:nvSpPr>
          <p:spPr>
            <a:xfrm>
              <a:off x="9573052" y="10952025"/>
              <a:ext cx="709277" cy="709967"/>
            </a:xfrm>
            <a:custGeom>
              <a:avLst/>
              <a:gdLst>
                <a:gd name="connsiteX0" fmla="*/ 0 w 709277"/>
                <a:gd name="connsiteY0" fmla="*/ 0 h 709967"/>
                <a:gd name="connsiteX1" fmla="*/ 709278 w 709277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7" h="709967">
                  <a:moveTo>
                    <a:pt x="0" y="0"/>
                  </a:moveTo>
                  <a:lnTo>
                    <a:pt x="709278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FB473D71-4DC7-9E8C-C366-6ED70A20F016}"/>
                </a:ext>
              </a:extLst>
            </p:cNvPr>
            <p:cNvSpPr/>
            <p:nvPr/>
          </p:nvSpPr>
          <p:spPr>
            <a:xfrm>
              <a:off x="9138727" y="10952025"/>
              <a:ext cx="12252" cy="707968"/>
            </a:xfrm>
            <a:custGeom>
              <a:avLst/>
              <a:gdLst>
                <a:gd name="connsiteX0" fmla="*/ 0 w 12252"/>
                <a:gd name="connsiteY0" fmla="*/ 0 h 707968"/>
                <a:gd name="connsiteX1" fmla="*/ 0 w 12252"/>
                <a:gd name="connsiteY1" fmla="*/ 707968 h 70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07968">
                  <a:moveTo>
                    <a:pt x="0" y="0"/>
                  </a:moveTo>
                  <a:lnTo>
                    <a:pt x="0" y="707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42B05C13-C36C-29C5-D81E-83777AEE35D0}"/>
                </a:ext>
              </a:extLst>
            </p:cNvPr>
            <p:cNvSpPr/>
            <p:nvPr/>
          </p:nvSpPr>
          <p:spPr>
            <a:xfrm>
              <a:off x="7588694" y="11261132"/>
              <a:ext cx="3100072" cy="12264"/>
            </a:xfrm>
            <a:custGeom>
              <a:avLst/>
              <a:gdLst>
                <a:gd name="connsiteX0" fmla="*/ 0 w 3100072"/>
                <a:gd name="connsiteY0" fmla="*/ 0 h 12264"/>
                <a:gd name="connsiteX1" fmla="*/ 3100073 w 3100072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2" h="12264">
                  <a:moveTo>
                    <a:pt x="0" y="0"/>
                  </a:moveTo>
                  <a:lnTo>
                    <a:pt x="3100073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7EFDC09B-44CC-9248-540F-8B2710F1AEC1}"/>
                </a:ext>
              </a:extLst>
            </p:cNvPr>
            <p:cNvSpPr/>
            <p:nvPr/>
          </p:nvSpPr>
          <p:spPr>
            <a:xfrm>
              <a:off x="7066745" y="9051474"/>
              <a:ext cx="4144064" cy="713952"/>
            </a:xfrm>
            <a:custGeom>
              <a:avLst/>
              <a:gdLst>
                <a:gd name="connsiteX0" fmla="*/ 4144065 w 4144064"/>
                <a:gd name="connsiteY0" fmla="*/ 1 h 713952"/>
                <a:gd name="connsiteX1" fmla="*/ 3218415 w 4144064"/>
                <a:gd name="connsiteY1" fmla="*/ 713952 h 713952"/>
                <a:gd name="connsiteX2" fmla="*/ 925650 w 4144064"/>
                <a:gd name="connsiteY2" fmla="*/ 713951 h 713952"/>
                <a:gd name="connsiteX3" fmla="*/ 0 w 4144064"/>
                <a:gd name="connsiteY3" fmla="*/ 0 h 713952"/>
                <a:gd name="connsiteX4" fmla="*/ 4144065 w 4144064"/>
                <a:gd name="connsiteY4" fmla="*/ 1 h 71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4" h="713952">
                  <a:moveTo>
                    <a:pt x="4144065" y="1"/>
                  </a:moveTo>
                  <a:lnTo>
                    <a:pt x="3218415" y="713952"/>
                  </a:lnTo>
                  <a:lnTo>
                    <a:pt x="925650" y="713951"/>
                  </a:lnTo>
                  <a:lnTo>
                    <a:pt x="0" y="0"/>
                  </a:lnTo>
                  <a:lnTo>
                    <a:pt x="4144065" y="1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3E6EFE8C-64D0-515C-9931-FD32E66C3037}"/>
                </a:ext>
              </a:extLst>
            </p:cNvPr>
            <p:cNvSpPr/>
            <p:nvPr/>
          </p:nvSpPr>
          <p:spPr>
            <a:xfrm>
              <a:off x="9660757" y="9053471"/>
              <a:ext cx="709278" cy="709961"/>
            </a:xfrm>
            <a:custGeom>
              <a:avLst/>
              <a:gdLst>
                <a:gd name="connsiteX0" fmla="*/ 0 w 709278"/>
                <a:gd name="connsiteY0" fmla="*/ 709962 h 709961"/>
                <a:gd name="connsiteX1" fmla="*/ 709278 w 709278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8" h="709961">
                  <a:moveTo>
                    <a:pt x="0" y="709962"/>
                  </a:moveTo>
                  <a:lnTo>
                    <a:pt x="709278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090DED60-C9DA-3F85-5554-131DF5FE31E4}"/>
                </a:ext>
              </a:extLst>
            </p:cNvPr>
            <p:cNvSpPr/>
            <p:nvPr/>
          </p:nvSpPr>
          <p:spPr>
            <a:xfrm>
              <a:off x="7995191" y="9053471"/>
              <a:ext cx="709271" cy="709961"/>
            </a:xfrm>
            <a:custGeom>
              <a:avLst/>
              <a:gdLst>
                <a:gd name="connsiteX0" fmla="*/ 709272 w 709271"/>
                <a:gd name="connsiteY0" fmla="*/ 709962 h 709961"/>
                <a:gd name="connsiteX1" fmla="*/ 0 w 709271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1" h="709961">
                  <a:moveTo>
                    <a:pt x="709272" y="709962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A8157A6F-71FA-E47A-EFE5-E6377ED45A67}"/>
                </a:ext>
              </a:extLst>
            </p:cNvPr>
            <p:cNvSpPr/>
            <p:nvPr/>
          </p:nvSpPr>
          <p:spPr>
            <a:xfrm>
              <a:off x="9138812" y="9055460"/>
              <a:ext cx="12252" cy="711956"/>
            </a:xfrm>
            <a:custGeom>
              <a:avLst/>
              <a:gdLst>
                <a:gd name="connsiteX0" fmla="*/ 0 w 12252"/>
                <a:gd name="connsiteY0" fmla="*/ 711957 h 711956"/>
                <a:gd name="connsiteX1" fmla="*/ 0 w 12252"/>
                <a:gd name="connsiteY1" fmla="*/ 0 h 7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11956">
                  <a:moveTo>
                    <a:pt x="0" y="711957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F7F46E7-B3D3-87A2-48A1-3C8E02BA56DE}"/>
                </a:ext>
              </a:extLst>
            </p:cNvPr>
            <p:cNvSpPr/>
            <p:nvPr/>
          </p:nvSpPr>
          <p:spPr>
            <a:xfrm>
              <a:off x="7588742" y="9454316"/>
              <a:ext cx="3100074" cy="1"/>
            </a:xfrm>
            <a:custGeom>
              <a:avLst/>
              <a:gdLst>
                <a:gd name="connsiteX0" fmla="*/ 3100074 w 3100074"/>
                <a:gd name="connsiteY0" fmla="*/ 1 h 1"/>
                <a:gd name="connsiteX1" fmla="*/ 0 w 3100074"/>
                <a:gd name="connsiteY1" fmla="*/ 0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4" h="1">
                  <a:moveTo>
                    <a:pt x="3100074" y="1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3F738AB5-7D0A-7BBA-4B06-DF8AEFA4C3B2}"/>
                </a:ext>
              </a:extLst>
            </p:cNvPr>
            <p:cNvSpPr/>
            <p:nvPr/>
          </p:nvSpPr>
          <p:spPr>
            <a:xfrm>
              <a:off x="9138727" y="9055453"/>
              <a:ext cx="12252" cy="2604527"/>
            </a:xfrm>
            <a:custGeom>
              <a:avLst/>
              <a:gdLst>
                <a:gd name="connsiteX0" fmla="*/ 0 w 12252"/>
                <a:gd name="connsiteY0" fmla="*/ 0 h 2604527"/>
                <a:gd name="connsiteX1" fmla="*/ 0 w 12252"/>
                <a:gd name="connsiteY1" fmla="*/ 2604528 h 260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2604527">
                  <a:moveTo>
                    <a:pt x="0" y="0"/>
                  </a:moveTo>
                  <a:lnTo>
                    <a:pt x="0" y="2604528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3FB8915D-1553-1A4D-1A34-08640011347A}"/>
                </a:ext>
              </a:extLst>
            </p:cNvPr>
            <p:cNvSpPr/>
            <p:nvPr/>
          </p:nvSpPr>
          <p:spPr>
            <a:xfrm>
              <a:off x="7066706" y="10387639"/>
              <a:ext cx="4144067" cy="12264"/>
            </a:xfrm>
            <a:custGeom>
              <a:avLst/>
              <a:gdLst>
                <a:gd name="connsiteX0" fmla="*/ 0 w 4144067"/>
                <a:gd name="connsiteY0" fmla="*/ 0 h 12264"/>
                <a:gd name="connsiteX1" fmla="*/ 4144068 w 4144067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44067" h="12264">
                  <a:moveTo>
                    <a:pt x="0" y="0"/>
                  </a:moveTo>
                  <a:lnTo>
                    <a:pt x="4144068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56E688FC-397D-8095-D104-7E9AA01833BC}"/>
                </a:ext>
              </a:extLst>
            </p:cNvPr>
            <p:cNvSpPr/>
            <p:nvPr/>
          </p:nvSpPr>
          <p:spPr>
            <a:xfrm>
              <a:off x="9051119" y="9051480"/>
              <a:ext cx="175925" cy="88045"/>
            </a:xfrm>
            <a:custGeom>
              <a:avLst/>
              <a:gdLst>
                <a:gd name="connsiteX0" fmla="*/ 175926 w 175925"/>
                <a:gd name="connsiteY0" fmla="*/ 88045 h 88045"/>
                <a:gd name="connsiteX1" fmla="*/ 87963 w 175925"/>
                <a:gd name="connsiteY1" fmla="*/ 0 h 88045"/>
                <a:gd name="connsiteX2" fmla="*/ 0 w 175925"/>
                <a:gd name="connsiteY2" fmla="*/ 88045 h 8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5">
                  <a:moveTo>
                    <a:pt x="175926" y="88045"/>
                  </a:moveTo>
                  <a:lnTo>
                    <a:pt x="87963" y="0"/>
                  </a:lnTo>
                  <a:lnTo>
                    <a:pt x="0" y="88045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0DD9ED28-5D09-540D-A315-E707C9BAD62B}"/>
                </a:ext>
              </a:extLst>
            </p:cNvPr>
            <p:cNvSpPr/>
            <p:nvPr/>
          </p:nvSpPr>
          <p:spPr>
            <a:xfrm>
              <a:off x="7066706" y="10299885"/>
              <a:ext cx="87959" cy="176096"/>
            </a:xfrm>
            <a:custGeom>
              <a:avLst/>
              <a:gdLst>
                <a:gd name="connsiteX0" fmla="*/ 87960 w 87959"/>
                <a:gd name="connsiteY0" fmla="*/ 0 h 176096"/>
                <a:gd name="connsiteX1" fmla="*/ 0 w 87959"/>
                <a:gd name="connsiteY1" fmla="*/ 88048 h 176096"/>
                <a:gd name="connsiteX2" fmla="*/ 87960 w 87959"/>
                <a:gd name="connsiteY2" fmla="*/ 176097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59" h="176096">
                  <a:moveTo>
                    <a:pt x="87960" y="0"/>
                  </a:moveTo>
                  <a:lnTo>
                    <a:pt x="0" y="88048"/>
                  </a:lnTo>
                  <a:lnTo>
                    <a:pt x="87960" y="176097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DCA5DB93-6B22-19E6-D7DD-B8FD70F23351}"/>
                </a:ext>
              </a:extLst>
            </p:cNvPr>
            <p:cNvSpPr/>
            <p:nvPr/>
          </p:nvSpPr>
          <p:spPr>
            <a:xfrm>
              <a:off x="11127393" y="10299885"/>
              <a:ext cx="87962" cy="176096"/>
            </a:xfrm>
            <a:custGeom>
              <a:avLst/>
              <a:gdLst>
                <a:gd name="connsiteX0" fmla="*/ 0 w 87962"/>
                <a:gd name="connsiteY0" fmla="*/ 176097 h 176096"/>
                <a:gd name="connsiteX1" fmla="*/ 87963 w 87962"/>
                <a:gd name="connsiteY1" fmla="*/ 88048 h 176096"/>
                <a:gd name="connsiteX2" fmla="*/ 0 w 87962"/>
                <a:gd name="connsiteY2" fmla="*/ 0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62" h="176096">
                  <a:moveTo>
                    <a:pt x="0" y="176097"/>
                  </a:moveTo>
                  <a:lnTo>
                    <a:pt x="87963" y="88048"/>
                  </a:ln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7CBE4310-5911-382A-0F62-6ED37F0DFF3B}"/>
                </a:ext>
              </a:extLst>
            </p:cNvPr>
            <p:cNvSpPr/>
            <p:nvPr/>
          </p:nvSpPr>
          <p:spPr>
            <a:xfrm>
              <a:off x="9051119" y="11576519"/>
              <a:ext cx="175925" cy="88048"/>
            </a:xfrm>
            <a:custGeom>
              <a:avLst/>
              <a:gdLst>
                <a:gd name="connsiteX0" fmla="*/ 0 w 175925"/>
                <a:gd name="connsiteY0" fmla="*/ 0 h 88048"/>
                <a:gd name="connsiteX1" fmla="*/ 87963 w 175925"/>
                <a:gd name="connsiteY1" fmla="*/ 88048 h 88048"/>
                <a:gd name="connsiteX2" fmla="*/ 175926 w 175925"/>
                <a:gd name="connsiteY2" fmla="*/ 0 h 88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8">
                  <a:moveTo>
                    <a:pt x="0" y="0"/>
                  </a:moveTo>
                  <a:lnTo>
                    <a:pt x="87963" y="88048"/>
                  </a:lnTo>
                  <a:lnTo>
                    <a:pt x="175926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41816848-C652-CDE2-FFA3-CCF43D36B80C}"/>
                </a:ext>
              </a:extLst>
            </p:cNvPr>
            <p:cNvSpPr/>
            <p:nvPr/>
          </p:nvSpPr>
          <p:spPr>
            <a:xfrm flipV="1">
              <a:off x="9088515" y="9715118"/>
              <a:ext cx="96528" cy="96622"/>
            </a:xfrm>
            <a:custGeom>
              <a:avLst/>
              <a:gdLst>
                <a:gd name="connsiteX0" fmla="*/ 96697 w 96528"/>
                <a:gd name="connsiteY0" fmla="*/ 48368 h 96622"/>
                <a:gd name="connsiteX1" fmla="*/ 48433 w 96528"/>
                <a:gd name="connsiteY1" fmla="*/ 96679 h 96622"/>
                <a:gd name="connsiteX2" fmla="*/ 169 w 96528"/>
                <a:gd name="connsiteY2" fmla="*/ 48368 h 96622"/>
                <a:gd name="connsiteX3" fmla="*/ 48433 w 96528"/>
                <a:gd name="connsiteY3" fmla="*/ 57 h 96622"/>
                <a:gd name="connsiteX4" fmla="*/ 96697 w 96528"/>
                <a:gd name="connsiteY4" fmla="*/ 48368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368"/>
                  </a:moveTo>
                  <a:cubicBezTo>
                    <a:pt x="96697" y="75050"/>
                    <a:pt x="75089" y="96679"/>
                    <a:pt x="48433" y="96679"/>
                  </a:cubicBezTo>
                  <a:cubicBezTo>
                    <a:pt x="21778" y="96679"/>
                    <a:pt x="169" y="75050"/>
                    <a:pt x="169" y="48368"/>
                  </a:cubicBezTo>
                  <a:cubicBezTo>
                    <a:pt x="169" y="21687"/>
                    <a:pt x="21778" y="57"/>
                    <a:pt x="48433" y="57"/>
                  </a:cubicBezTo>
                  <a:cubicBezTo>
                    <a:pt x="75089" y="57"/>
                    <a:pt x="96697" y="21687"/>
                    <a:pt x="96697" y="48368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0FDC4C49-7BF1-9BDF-0DEA-1877E9DDF9D8}"/>
                </a:ext>
              </a:extLst>
            </p:cNvPr>
            <p:cNvSpPr/>
            <p:nvPr/>
          </p:nvSpPr>
          <p:spPr>
            <a:xfrm flipV="1">
              <a:off x="9088515" y="10341315"/>
              <a:ext cx="96528" cy="96622"/>
            </a:xfrm>
            <a:custGeom>
              <a:avLst/>
              <a:gdLst>
                <a:gd name="connsiteX0" fmla="*/ 96697 w 96528"/>
                <a:gd name="connsiteY0" fmla="*/ 48419 h 96622"/>
                <a:gd name="connsiteX1" fmla="*/ 48433 w 96528"/>
                <a:gd name="connsiteY1" fmla="*/ 96730 h 96622"/>
                <a:gd name="connsiteX2" fmla="*/ 169 w 96528"/>
                <a:gd name="connsiteY2" fmla="*/ 48419 h 96622"/>
                <a:gd name="connsiteX3" fmla="*/ 48433 w 96528"/>
                <a:gd name="connsiteY3" fmla="*/ 108 h 96622"/>
                <a:gd name="connsiteX4" fmla="*/ 96697 w 96528"/>
                <a:gd name="connsiteY4" fmla="*/ 48419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19"/>
                  </a:moveTo>
                  <a:cubicBezTo>
                    <a:pt x="96697" y="75101"/>
                    <a:pt x="75089" y="96730"/>
                    <a:pt x="48433" y="96730"/>
                  </a:cubicBezTo>
                  <a:cubicBezTo>
                    <a:pt x="21778" y="96730"/>
                    <a:pt x="169" y="75101"/>
                    <a:pt x="169" y="48419"/>
                  </a:cubicBezTo>
                  <a:cubicBezTo>
                    <a:pt x="169" y="21738"/>
                    <a:pt x="21778" y="108"/>
                    <a:pt x="48433" y="108"/>
                  </a:cubicBezTo>
                  <a:cubicBezTo>
                    <a:pt x="75089" y="108"/>
                    <a:pt x="96697" y="21738"/>
                    <a:pt x="96697" y="48419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8F485ACE-90CF-1FD6-3827-FFDF0ACF723C}"/>
                </a:ext>
              </a:extLst>
            </p:cNvPr>
            <p:cNvSpPr/>
            <p:nvPr/>
          </p:nvSpPr>
          <p:spPr>
            <a:xfrm flipV="1">
              <a:off x="9088515" y="10903701"/>
              <a:ext cx="96528" cy="96622"/>
            </a:xfrm>
            <a:custGeom>
              <a:avLst/>
              <a:gdLst>
                <a:gd name="connsiteX0" fmla="*/ 96697 w 96528"/>
                <a:gd name="connsiteY0" fmla="*/ 48465 h 96622"/>
                <a:gd name="connsiteX1" fmla="*/ 48433 w 96528"/>
                <a:gd name="connsiteY1" fmla="*/ 96776 h 96622"/>
                <a:gd name="connsiteX2" fmla="*/ 169 w 96528"/>
                <a:gd name="connsiteY2" fmla="*/ 48465 h 96622"/>
                <a:gd name="connsiteX3" fmla="*/ 48433 w 96528"/>
                <a:gd name="connsiteY3" fmla="*/ 154 h 96622"/>
                <a:gd name="connsiteX4" fmla="*/ 96697 w 96528"/>
                <a:gd name="connsiteY4" fmla="*/ 48465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65"/>
                  </a:moveTo>
                  <a:cubicBezTo>
                    <a:pt x="96697" y="75147"/>
                    <a:pt x="75089" y="96776"/>
                    <a:pt x="48433" y="96776"/>
                  </a:cubicBezTo>
                  <a:cubicBezTo>
                    <a:pt x="21778" y="96776"/>
                    <a:pt x="169" y="75147"/>
                    <a:pt x="169" y="48465"/>
                  </a:cubicBezTo>
                  <a:cubicBezTo>
                    <a:pt x="169" y="21783"/>
                    <a:pt x="21778" y="154"/>
                    <a:pt x="48433" y="154"/>
                  </a:cubicBezTo>
                  <a:cubicBezTo>
                    <a:pt x="75089" y="154"/>
                    <a:pt x="96697" y="21783"/>
                    <a:pt x="96697" y="48465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D18A5B21-E8EB-5795-BE01-BCC7F8DC6E34}"/>
              </a:ext>
            </a:extLst>
          </p:cNvPr>
          <p:cNvGrpSpPr/>
          <p:nvPr userDrawn="1"/>
        </p:nvGrpSpPr>
        <p:grpSpPr>
          <a:xfrm>
            <a:off x="6437973" y="4552670"/>
            <a:ext cx="2029210" cy="1253138"/>
            <a:chOff x="12877622" y="9105339"/>
            <a:chExt cx="4058949" cy="2506275"/>
          </a:xfrm>
        </p:grpSpPr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A8D747C8-74B4-02CF-9307-EA94BB6EA141}"/>
                </a:ext>
              </a:extLst>
            </p:cNvPr>
            <p:cNvSpPr/>
            <p:nvPr/>
          </p:nvSpPr>
          <p:spPr>
            <a:xfrm>
              <a:off x="12877622" y="9163717"/>
              <a:ext cx="1130294" cy="2393579"/>
            </a:xfrm>
            <a:custGeom>
              <a:avLst/>
              <a:gdLst>
                <a:gd name="connsiteX0" fmla="*/ 1130294 w 1130294"/>
                <a:gd name="connsiteY0" fmla="*/ 2393579 h 2393579"/>
                <a:gd name="connsiteX1" fmla="*/ 0 w 1130294"/>
                <a:gd name="connsiteY1" fmla="*/ 1196793 h 2393579"/>
                <a:gd name="connsiteX2" fmla="*/ 1130294 w 1130294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94" h="2393579">
                  <a:moveTo>
                    <a:pt x="1130294" y="2393579"/>
                  </a:moveTo>
                  <a:cubicBezTo>
                    <a:pt x="506049" y="2393579"/>
                    <a:pt x="0" y="1857752"/>
                    <a:pt x="0" y="1196793"/>
                  </a:cubicBezTo>
                  <a:cubicBezTo>
                    <a:pt x="0" y="535819"/>
                    <a:pt x="506049" y="0"/>
                    <a:pt x="1130294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87BAF8BB-F6AB-4E67-1DAB-74C0C16D2A4F}"/>
                </a:ext>
              </a:extLst>
            </p:cNvPr>
            <p:cNvSpPr/>
            <p:nvPr/>
          </p:nvSpPr>
          <p:spPr>
            <a:xfrm>
              <a:off x="15806283" y="9163717"/>
              <a:ext cx="1130288" cy="2393579"/>
            </a:xfrm>
            <a:custGeom>
              <a:avLst/>
              <a:gdLst>
                <a:gd name="connsiteX0" fmla="*/ 0 w 1130288"/>
                <a:gd name="connsiteY0" fmla="*/ 2393579 h 2393579"/>
                <a:gd name="connsiteX1" fmla="*/ 1130288 w 1130288"/>
                <a:gd name="connsiteY1" fmla="*/ 1196793 h 2393579"/>
                <a:gd name="connsiteX2" fmla="*/ 0 w 1130288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88" h="2393579">
                  <a:moveTo>
                    <a:pt x="0" y="2393579"/>
                  </a:moveTo>
                  <a:cubicBezTo>
                    <a:pt x="624240" y="2393579"/>
                    <a:pt x="1130288" y="1857752"/>
                    <a:pt x="1130288" y="1196793"/>
                  </a:cubicBezTo>
                  <a:cubicBezTo>
                    <a:pt x="1130288" y="535819"/>
                    <a:pt x="624240" y="0"/>
                    <a:pt x="0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C00A9CF6-B950-83A5-8A06-71CF506CA679}"/>
                </a:ext>
              </a:extLst>
            </p:cNvPr>
            <p:cNvSpPr/>
            <p:nvPr/>
          </p:nvSpPr>
          <p:spPr>
            <a:xfrm>
              <a:off x="14124449" y="9163717"/>
              <a:ext cx="506023" cy="2393579"/>
            </a:xfrm>
            <a:custGeom>
              <a:avLst/>
              <a:gdLst>
                <a:gd name="connsiteX0" fmla="*/ 506024 w 506023"/>
                <a:gd name="connsiteY0" fmla="*/ 419653 h 2393579"/>
                <a:gd name="connsiteX1" fmla="*/ 287438 w 506023"/>
                <a:gd name="connsiteY1" fmla="*/ 0 h 2393579"/>
                <a:gd name="connsiteX2" fmla="*/ 0 w 506023"/>
                <a:gd name="connsiteY2" fmla="*/ 1196793 h 2393579"/>
                <a:gd name="connsiteX3" fmla="*/ 287438 w 506023"/>
                <a:gd name="connsiteY3" fmla="*/ 2393579 h 2393579"/>
                <a:gd name="connsiteX4" fmla="*/ 506024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506024" y="419653"/>
                  </a:moveTo>
                  <a:cubicBezTo>
                    <a:pt x="453305" y="162813"/>
                    <a:pt x="374931" y="0"/>
                    <a:pt x="287438" y="0"/>
                  </a:cubicBezTo>
                  <a:cubicBezTo>
                    <a:pt x="128694" y="0"/>
                    <a:pt x="0" y="535819"/>
                    <a:pt x="0" y="1196793"/>
                  </a:cubicBezTo>
                  <a:cubicBezTo>
                    <a:pt x="0" y="1857752"/>
                    <a:pt x="128694" y="2393579"/>
                    <a:pt x="287438" y="2393579"/>
                  </a:cubicBezTo>
                  <a:cubicBezTo>
                    <a:pt x="374931" y="2393579"/>
                    <a:pt x="453305" y="2230758"/>
                    <a:pt x="506024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391EA7DC-BE9D-3B5E-54CD-66D61404D621}"/>
                </a:ext>
              </a:extLst>
            </p:cNvPr>
            <p:cNvSpPr/>
            <p:nvPr/>
          </p:nvSpPr>
          <p:spPr>
            <a:xfrm>
              <a:off x="15239205" y="9163717"/>
              <a:ext cx="506023" cy="2393579"/>
            </a:xfrm>
            <a:custGeom>
              <a:avLst/>
              <a:gdLst>
                <a:gd name="connsiteX0" fmla="*/ 0 w 506023"/>
                <a:gd name="connsiteY0" fmla="*/ 419653 h 2393579"/>
                <a:gd name="connsiteX1" fmla="*/ 218598 w 506023"/>
                <a:gd name="connsiteY1" fmla="*/ 0 h 2393579"/>
                <a:gd name="connsiteX2" fmla="*/ 506024 w 506023"/>
                <a:gd name="connsiteY2" fmla="*/ 1196793 h 2393579"/>
                <a:gd name="connsiteX3" fmla="*/ 218598 w 506023"/>
                <a:gd name="connsiteY3" fmla="*/ 2393579 h 2393579"/>
                <a:gd name="connsiteX4" fmla="*/ 0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0" y="419653"/>
                  </a:moveTo>
                  <a:cubicBezTo>
                    <a:pt x="52719" y="162813"/>
                    <a:pt x="131093" y="0"/>
                    <a:pt x="218598" y="0"/>
                  </a:cubicBezTo>
                  <a:cubicBezTo>
                    <a:pt x="377342" y="0"/>
                    <a:pt x="506024" y="535819"/>
                    <a:pt x="506024" y="1196793"/>
                  </a:cubicBezTo>
                  <a:cubicBezTo>
                    <a:pt x="506024" y="1857752"/>
                    <a:pt x="377342" y="2393579"/>
                    <a:pt x="218598" y="2393579"/>
                  </a:cubicBezTo>
                  <a:cubicBezTo>
                    <a:pt x="131093" y="2393579"/>
                    <a:pt x="52719" y="2230758"/>
                    <a:pt x="0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BB90D34C-F59E-7EFE-0980-EE2ED4CA24B9}"/>
                </a:ext>
              </a:extLst>
            </p:cNvPr>
            <p:cNvSpPr/>
            <p:nvPr/>
          </p:nvSpPr>
          <p:spPr>
            <a:xfrm>
              <a:off x="14450737" y="10360510"/>
              <a:ext cx="943844" cy="12244"/>
            </a:xfrm>
            <a:custGeom>
              <a:avLst/>
              <a:gdLst>
                <a:gd name="connsiteX0" fmla="*/ 0 w 943844"/>
                <a:gd name="connsiteY0" fmla="*/ 0 h 12244"/>
                <a:gd name="connsiteX1" fmla="*/ 943845 w 94384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44" h="12244">
                  <a:moveTo>
                    <a:pt x="0" y="0"/>
                  </a:moveTo>
                  <a:lnTo>
                    <a:pt x="94384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3B62B858-C0C7-B7D1-5C14-0BA3AD3DA911}"/>
                </a:ext>
              </a:extLst>
            </p:cNvPr>
            <p:cNvSpPr/>
            <p:nvPr/>
          </p:nvSpPr>
          <p:spPr>
            <a:xfrm>
              <a:off x="14924581" y="9163717"/>
              <a:ext cx="12240" cy="2393579"/>
            </a:xfrm>
            <a:custGeom>
              <a:avLst/>
              <a:gdLst>
                <a:gd name="connsiteX0" fmla="*/ 0 w 12240"/>
                <a:gd name="connsiteY0" fmla="*/ 0 h 2393579"/>
                <a:gd name="connsiteX1" fmla="*/ 0 w 12240"/>
                <a:gd name="connsiteY1" fmla="*/ 2393579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0" h="2393579">
                  <a:moveTo>
                    <a:pt x="0" y="0"/>
                  </a:moveTo>
                  <a:lnTo>
                    <a:pt x="0" y="2393579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C2AD2F6C-3E27-048E-8DDB-D45BFBD9BEF6}"/>
                </a:ext>
              </a:extLst>
            </p:cNvPr>
            <p:cNvSpPr/>
            <p:nvPr/>
          </p:nvSpPr>
          <p:spPr>
            <a:xfrm rot="10800000" flipV="1">
              <a:off x="15202020" y="9565592"/>
              <a:ext cx="70502" cy="70530"/>
            </a:xfrm>
            <a:custGeom>
              <a:avLst/>
              <a:gdLst>
                <a:gd name="connsiteX0" fmla="*/ 70694 w 70502"/>
                <a:gd name="connsiteY0" fmla="*/ 35304 h 70530"/>
                <a:gd name="connsiteX1" fmla="*/ 35443 w 70502"/>
                <a:gd name="connsiteY1" fmla="*/ 70569 h 70530"/>
                <a:gd name="connsiteX2" fmla="*/ 191 w 70502"/>
                <a:gd name="connsiteY2" fmla="*/ 35304 h 70530"/>
                <a:gd name="connsiteX3" fmla="*/ 35443 w 70502"/>
                <a:gd name="connsiteY3" fmla="*/ 39 h 70530"/>
                <a:gd name="connsiteX4" fmla="*/ 70694 w 70502"/>
                <a:gd name="connsiteY4" fmla="*/ 3530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94" y="35304"/>
                  </a:moveTo>
                  <a:cubicBezTo>
                    <a:pt x="70694" y="54780"/>
                    <a:pt x="54912" y="70569"/>
                    <a:pt x="35443" y="70569"/>
                  </a:cubicBezTo>
                  <a:cubicBezTo>
                    <a:pt x="15974" y="70569"/>
                    <a:pt x="191" y="54780"/>
                    <a:pt x="191" y="35304"/>
                  </a:cubicBezTo>
                  <a:cubicBezTo>
                    <a:pt x="191" y="15828"/>
                    <a:pt x="15974" y="39"/>
                    <a:pt x="35443" y="39"/>
                  </a:cubicBezTo>
                  <a:cubicBezTo>
                    <a:pt x="54912" y="39"/>
                    <a:pt x="70694" y="15828"/>
                    <a:pt x="70694" y="3530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9A9A8373-2C6D-8319-E95B-3280801434B5}"/>
                </a:ext>
              </a:extLst>
            </p:cNvPr>
            <p:cNvSpPr/>
            <p:nvPr/>
          </p:nvSpPr>
          <p:spPr>
            <a:xfrm rot="10800000" flipV="1">
              <a:off x="14592211" y="11119857"/>
              <a:ext cx="70502" cy="70530"/>
            </a:xfrm>
            <a:custGeom>
              <a:avLst/>
              <a:gdLst>
                <a:gd name="connsiteX0" fmla="*/ 70644 w 70502"/>
                <a:gd name="connsiteY0" fmla="*/ 35431 h 70530"/>
                <a:gd name="connsiteX1" fmla="*/ 35393 w 70502"/>
                <a:gd name="connsiteY1" fmla="*/ 70696 h 70530"/>
                <a:gd name="connsiteX2" fmla="*/ 142 w 70502"/>
                <a:gd name="connsiteY2" fmla="*/ 35431 h 70530"/>
                <a:gd name="connsiteX3" fmla="*/ 35393 w 70502"/>
                <a:gd name="connsiteY3" fmla="*/ 166 h 70530"/>
                <a:gd name="connsiteX4" fmla="*/ 70644 w 70502"/>
                <a:gd name="connsiteY4" fmla="*/ 35431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44" y="35431"/>
                  </a:moveTo>
                  <a:cubicBezTo>
                    <a:pt x="70644" y="54907"/>
                    <a:pt x="54862" y="70696"/>
                    <a:pt x="35393" y="70696"/>
                  </a:cubicBezTo>
                  <a:cubicBezTo>
                    <a:pt x="15924" y="70696"/>
                    <a:pt x="142" y="54907"/>
                    <a:pt x="142" y="35431"/>
                  </a:cubicBezTo>
                  <a:cubicBezTo>
                    <a:pt x="142" y="15955"/>
                    <a:pt x="15924" y="166"/>
                    <a:pt x="35393" y="166"/>
                  </a:cubicBezTo>
                  <a:cubicBezTo>
                    <a:pt x="54862" y="166"/>
                    <a:pt x="70644" y="15955"/>
                    <a:pt x="70644" y="35431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4FBAF60B-3EF3-9E6E-4E3B-407D4D053F19}"/>
                </a:ext>
              </a:extLst>
            </p:cNvPr>
            <p:cNvSpPr/>
            <p:nvPr/>
          </p:nvSpPr>
          <p:spPr>
            <a:xfrm rot="10800000" flipV="1">
              <a:off x="13982350" y="9126521"/>
              <a:ext cx="70502" cy="70530"/>
            </a:xfrm>
            <a:custGeom>
              <a:avLst/>
              <a:gdLst>
                <a:gd name="connsiteX0" fmla="*/ 70595 w 70502"/>
                <a:gd name="connsiteY0" fmla="*/ 35268 h 70530"/>
                <a:gd name="connsiteX1" fmla="*/ 35343 w 70502"/>
                <a:gd name="connsiteY1" fmla="*/ 70533 h 70530"/>
                <a:gd name="connsiteX2" fmla="*/ 92 w 70502"/>
                <a:gd name="connsiteY2" fmla="*/ 35268 h 70530"/>
                <a:gd name="connsiteX3" fmla="*/ 35343 w 70502"/>
                <a:gd name="connsiteY3" fmla="*/ 3 h 70530"/>
                <a:gd name="connsiteX4" fmla="*/ 70595 w 70502"/>
                <a:gd name="connsiteY4" fmla="*/ 35268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595" y="35268"/>
                  </a:moveTo>
                  <a:cubicBezTo>
                    <a:pt x="70595" y="54745"/>
                    <a:pt x="54812" y="70533"/>
                    <a:pt x="35343" y="70533"/>
                  </a:cubicBezTo>
                  <a:cubicBezTo>
                    <a:pt x="15874" y="70533"/>
                    <a:pt x="92" y="54745"/>
                    <a:pt x="92" y="35268"/>
                  </a:cubicBezTo>
                  <a:cubicBezTo>
                    <a:pt x="92" y="15792"/>
                    <a:pt x="15874" y="3"/>
                    <a:pt x="35343" y="3"/>
                  </a:cubicBezTo>
                  <a:cubicBezTo>
                    <a:pt x="54812" y="3"/>
                    <a:pt x="70595" y="15792"/>
                    <a:pt x="70595" y="35268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323FA424-FA62-6CB3-F672-B373DCC9D600}"/>
                </a:ext>
              </a:extLst>
            </p:cNvPr>
            <p:cNvSpPr/>
            <p:nvPr/>
          </p:nvSpPr>
          <p:spPr>
            <a:xfrm rot="10800000" flipV="1">
              <a:off x="15765193" y="11523965"/>
              <a:ext cx="70502" cy="70530"/>
            </a:xfrm>
            <a:custGeom>
              <a:avLst/>
              <a:gdLst>
                <a:gd name="connsiteX0" fmla="*/ 70740 w 70502"/>
                <a:gd name="connsiteY0" fmla="*/ 35464 h 70530"/>
                <a:gd name="connsiteX1" fmla="*/ 35489 w 70502"/>
                <a:gd name="connsiteY1" fmla="*/ 70729 h 70530"/>
                <a:gd name="connsiteX2" fmla="*/ 237 w 70502"/>
                <a:gd name="connsiteY2" fmla="*/ 35464 h 70530"/>
                <a:gd name="connsiteX3" fmla="*/ 35489 w 70502"/>
                <a:gd name="connsiteY3" fmla="*/ 199 h 70530"/>
                <a:gd name="connsiteX4" fmla="*/ 70740 w 70502"/>
                <a:gd name="connsiteY4" fmla="*/ 3546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740" y="35464"/>
                  </a:moveTo>
                  <a:cubicBezTo>
                    <a:pt x="70740" y="54940"/>
                    <a:pt x="54958" y="70729"/>
                    <a:pt x="35489" y="70729"/>
                  </a:cubicBezTo>
                  <a:cubicBezTo>
                    <a:pt x="16020" y="70729"/>
                    <a:pt x="237" y="54940"/>
                    <a:pt x="237" y="35464"/>
                  </a:cubicBezTo>
                  <a:cubicBezTo>
                    <a:pt x="237" y="15988"/>
                    <a:pt x="16020" y="199"/>
                    <a:pt x="35489" y="199"/>
                  </a:cubicBezTo>
                  <a:cubicBezTo>
                    <a:pt x="54958" y="199"/>
                    <a:pt x="70740" y="15988"/>
                    <a:pt x="70740" y="3546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8A77EACB-3D23-8575-D215-5CBBAFC71740}"/>
                </a:ext>
              </a:extLst>
            </p:cNvPr>
            <p:cNvSpPr/>
            <p:nvPr/>
          </p:nvSpPr>
          <p:spPr>
            <a:xfrm rot="10800000" flipV="1">
              <a:off x="14401263" y="10311052"/>
              <a:ext cx="94983" cy="95019"/>
            </a:xfrm>
            <a:custGeom>
              <a:avLst/>
              <a:gdLst>
                <a:gd name="connsiteX0" fmla="*/ 95110 w 94983"/>
                <a:gd name="connsiteY0" fmla="*/ 47611 h 95019"/>
                <a:gd name="connsiteX1" fmla="*/ 47619 w 94983"/>
                <a:gd name="connsiteY1" fmla="*/ 95121 h 95019"/>
                <a:gd name="connsiteX2" fmla="*/ 127 w 94983"/>
                <a:gd name="connsiteY2" fmla="*/ 47611 h 95019"/>
                <a:gd name="connsiteX3" fmla="*/ 47619 w 94983"/>
                <a:gd name="connsiteY3" fmla="*/ 101 h 95019"/>
                <a:gd name="connsiteX4" fmla="*/ 95110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10" y="47611"/>
                  </a:moveTo>
                  <a:cubicBezTo>
                    <a:pt x="95110" y="73850"/>
                    <a:pt x="73848" y="95121"/>
                    <a:pt x="47619" y="95121"/>
                  </a:cubicBezTo>
                  <a:cubicBezTo>
                    <a:pt x="21390" y="95121"/>
                    <a:pt x="127" y="73850"/>
                    <a:pt x="127" y="47611"/>
                  </a:cubicBezTo>
                  <a:cubicBezTo>
                    <a:pt x="127" y="21372"/>
                    <a:pt x="21390" y="101"/>
                    <a:pt x="47619" y="101"/>
                  </a:cubicBezTo>
                  <a:cubicBezTo>
                    <a:pt x="73848" y="101"/>
                    <a:pt x="95110" y="21372"/>
                    <a:pt x="95110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DF319BD4-41EF-6832-DAFF-9489393DEEC1}"/>
                </a:ext>
              </a:extLst>
            </p:cNvPr>
            <p:cNvSpPr/>
            <p:nvPr/>
          </p:nvSpPr>
          <p:spPr>
            <a:xfrm rot="10800000" flipV="1">
              <a:off x="15364546" y="10311052"/>
              <a:ext cx="94983" cy="95019"/>
            </a:xfrm>
            <a:custGeom>
              <a:avLst/>
              <a:gdLst>
                <a:gd name="connsiteX0" fmla="*/ 95189 w 94983"/>
                <a:gd name="connsiteY0" fmla="*/ 47611 h 95019"/>
                <a:gd name="connsiteX1" fmla="*/ 47697 w 94983"/>
                <a:gd name="connsiteY1" fmla="*/ 95121 h 95019"/>
                <a:gd name="connsiteX2" fmla="*/ 206 w 94983"/>
                <a:gd name="connsiteY2" fmla="*/ 47611 h 95019"/>
                <a:gd name="connsiteX3" fmla="*/ 47697 w 94983"/>
                <a:gd name="connsiteY3" fmla="*/ 101 h 95019"/>
                <a:gd name="connsiteX4" fmla="*/ 95189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89" y="47611"/>
                  </a:moveTo>
                  <a:cubicBezTo>
                    <a:pt x="95189" y="73850"/>
                    <a:pt x="73926" y="95121"/>
                    <a:pt x="47697" y="95121"/>
                  </a:cubicBezTo>
                  <a:cubicBezTo>
                    <a:pt x="21468" y="95121"/>
                    <a:pt x="206" y="73850"/>
                    <a:pt x="206" y="47611"/>
                  </a:cubicBezTo>
                  <a:cubicBezTo>
                    <a:pt x="206" y="21372"/>
                    <a:pt x="21468" y="101"/>
                    <a:pt x="47697" y="101"/>
                  </a:cubicBezTo>
                  <a:cubicBezTo>
                    <a:pt x="73926" y="101"/>
                    <a:pt x="95189" y="21372"/>
                    <a:pt x="95189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25AF85B-8072-0BDF-E129-682234B1E394}"/>
                </a:ext>
              </a:extLst>
            </p:cNvPr>
            <p:cNvSpPr/>
            <p:nvPr/>
          </p:nvSpPr>
          <p:spPr>
            <a:xfrm rot="10800000" flipV="1">
              <a:off x="14875169" y="11511720"/>
              <a:ext cx="94983" cy="95019"/>
            </a:xfrm>
            <a:custGeom>
              <a:avLst/>
              <a:gdLst>
                <a:gd name="connsiteX0" fmla="*/ 95149 w 94983"/>
                <a:gd name="connsiteY0" fmla="*/ 47709 h 95019"/>
                <a:gd name="connsiteX1" fmla="*/ 47657 w 94983"/>
                <a:gd name="connsiteY1" fmla="*/ 95219 h 95019"/>
                <a:gd name="connsiteX2" fmla="*/ 166 w 94983"/>
                <a:gd name="connsiteY2" fmla="*/ 47709 h 95019"/>
                <a:gd name="connsiteX3" fmla="*/ 47657 w 94983"/>
                <a:gd name="connsiteY3" fmla="*/ 199 h 95019"/>
                <a:gd name="connsiteX4" fmla="*/ 95149 w 94983"/>
                <a:gd name="connsiteY4" fmla="*/ 47709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49" y="47709"/>
                  </a:moveTo>
                  <a:cubicBezTo>
                    <a:pt x="95149" y="73948"/>
                    <a:pt x="73886" y="95219"/>
                    <a:pt x="47657" y="95219"/>
                  </a:cubicBezTo>
                  <a:cubicBezTo>
                    <a:pt x="21428" y="95219"/>
                    <a:pt x="166" y="73948"/>
                    <a:pt x="166" y="47709"/>
                  </a:cubicBezTo>
                  <a:cubicBezTo>
                    <a:pt x="166" y="21470"/>
                    <a:pt x="21428" y="199"/>
                    <a:pt x="47657" y="199"/>
                  </a:cubicBezTo>
                  <a:cubicBezTo>
                    <a:pt x="73886" y="199"/>
                    <a:pt x="95149" y="21470"/>
                    <a:pt x="95149" y="47709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67AF79BF-F27D-CAA8-7605-B76292BC449E}"/>
                </a:ext>
              </a:extLst>
            </p:cNvPr>
            <p:cNvSpPr/>
            <p:nvPr/>
          </p:nvSpPr>
          <p:spPr>
            <a:xfrm>
              <a:off x="15193842" y="11135016"/>
              <a:ext cx="112989" cy="70751"/>
            </a:xfrm>
            <a:custGeom>
              <a:avLst/>
              <a:gdLst>
                <a:gd name="connsiteX0" fmla="*/ 112990 w 112989"/>
                <a:gd name="connsiteY0" fmla="*/ 42294 h 70751"/>
                <a:gd name="connsiteX1" fmla="*/ 42278 w 112989"/>
                <a:gd name="connsiteY1" fmla="*/ 0 h 70751"/>
                <a:gd name="connsiteX2" fmla="*/ 0 w 112989"/>
                <a:gd name="connsiteY2" fmla="*/ 70751 h 7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89" h="70751">
                  <a:moveTo>
                    <a:pt x="112990" y="42294"/>
                  </a:moveTo>
                  <a:lnTo>
                    <a:pt x="42278" y="0"/>
                  </a:lnTo>
                  <a:lnTo>
                    <a:pt x="0" y="70751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FF1A7832-05FF-DD3E-8581-276E952AD7E7}"/>
                </a:ext>
              </a:extLst>
            </p:cNvPr>
            <p:cNvSpPr/>
            <p:nvPr/>
          </p:nvSpPr>
          <p:spPr>
            <a:xfrm>
              <a:off x="14864555" y="9158071"/>
              <a:ext cx="116527" cy="58283"/>
            </a:xfrm>
            <a:custGeom>
              <a:avLst/>
              <a:gdLst>
                <a:gd name="connsiteX0" fmla="*/ 116527 w 116527"/>
                <a:gd name="connsiteY0" fmla="*/ 58284 h 58283"/>
                <a:gd name="connsiteX1" fmla="*/ 58263 w 116527"/>
                <a:gd name="connsiteY1" fmla="*/ 0 h 58283"/>
                <a:gd name="connsiteX2" fmla="*/ 0 w 116527"/>
                <a:gd name="connsiteY2" fmla="*/ 58284 h 5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27" h="58283">
                  <a:moveTo>
                    <a:pt x="116527" y="58284"/>
                  </a:moveTo>
                  <a:lnTo>
                    <a:pt x="58263" y="0"/>
                  </a:lnTo>
                  <a:lnTo>
                    <a:pt x="0" y="58284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DD99186E-68A4-B3CF-02E2-516B87DE27D5}"/>
                </a:ext>
              </a:extLst>
            </p:cNvPr>
            <p:cNvSpPr/>
            <p:nvPr/>
          </p:nvSpPr>
          <p:spPr>
            <a:xfrm>
              <a:off x="13036888" y="10360510"/>
              <a:ext cx="943854" cy="12244"/>
            </a:xfrm>
            <a:custGeom>
              <a:avLst/>
              <a:gdLst>
                <a:gd name="connsiteX0" fmla="*/ 0 w 943854"/>
                <a:gd name="connsiteY0" fmla="*/ 0 h 12244"/>
                <a:gd name="connsiteX1" fmla="*/ 943855 w 94385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4" h="12244">
                  <a:moveTo>
                    <a:pt x="0" y="0"/>
                  </a:moveTo>
                  <a:lnTo>
                    <a:pt x="94385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85806532-8475-64E2-4B8A-6168FCAB7BD7}"/>
                </a:ext>
              </a:extLst>
            </p:cNvPr>
            <p:cNvSpPr/>
            <p:nvPr/>
          </p:nvSpPr>
          <p:spPr>
            <a:xfrm rot="10800000" flipV="1">
              <a:off x="12987472" y="10311052"/>
              <a:ext cx="94983" cy="95019"/>
            </a:xfrm>
            <a:custGeom>
              <a:avLst/>
              <a:gdLst>
                <a:gd name="connsiteX0" fmla="*/ 94995 w 94983"/>
                <a:gd name="connsiteY0" fmla="*/ 47611 h 95019"/>
                <a:gd name="connsiteX1" fmla="*/ 47503 w 94983"/>
                <a:gd name="connsiteY1" fmla="*/ 95121 h 95019"/>
                <a:gd name="connsiteX2" fmla="*/ 11 w 94983"/>
                <a:gd name="connsiteY2" fmla="*/ 47611 h 95019"/>
                <a:gd name="connsiteX3" fmla="*/ 47503 w 94983"/>
                <a:gd name="connsiteY3" fmla="*/ 101 h 95019"/>
                <a:gd name="connsiteX4" fmla="*/ 94995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4995" y="47611"/>
                  </a:moveTo>
                  <a:cubicBezTo>
                    <a:pt x="94995" y="73850"/>
                    <a:pt x="73732" y="95121"/>
                    <a:pt x="47503" y="95121"/>
                  </a:cubicBezTo>
                  <a:cubicBezTo>
                    <a:pt x="21274" y="95121"/>
                    <a:pt x="11" y="73850"/>
                    <a:pt x="11" y="47611"/>
                  </a:cubicBezTo>
                  <a:cubicBezTo>
                    <a:pt x="11" y="21372"/>
                    <a:pt x="21274" y="101"/>
                    <a:pt x="47503" y="101"/>
                  </a:cubicBezTo>
                  <a:cubicBezTo>
                    <a:pt x="73732" y="101"/>
                    <a:pt x="94995" y="21372"/>
                    <a:pt x="94995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6FE918E9-E5B8-9251-022A-F6746ED70D09}"/>
                </a:ext>
              </a:extLst>
            </p:cNvPr>
            <p:cNvSpPr/>
            <p:nvPr/>
          </p:nvSpPr>
          <p:spPr>
            <a:xfrm>
              <a:off x="13930233" y="10302223"/>
              <a:ext cx="58262" cy="116573"/>
            </a:xfrm>
            <a:custGeom>
              <a:avLst/>
              <a:gdLst>
                <a:gd name="connsiteX0" fmla="*/ 0 w 58262"/>
                <a:gd name="connsiteY0" fmla="*/ 116573 h 116573"/>
                <a:gd name="connsiteX1" fmla="*/ 58262 w 58262"/>
                <a:gd name="connsiteY1" fmla="*/ 58287 h 116573"/>
                <a:gd name="connsiteX2" fmla="*/ 0 w 58262"/>
                <a:gd name="connsiteY2" fmla="*/ 0 h 11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2" h="116573">
                  <a:moveTo>
                    <a:pt x="0" y="116573"/>
                  </a:moveTo>
                  <a:lnTo>
                    <a:pt x="58262" y="58287"/>
                  </a:ln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A71AD2F4-65A8-6250-7311-229B5D12B99F}"/>
                </a:ext>
              </a:extLst>
            </p:cNvPr>
            <p:cNvSpPr/>
            <p:nvPr/>
          </p:nvSpPr>
          <p:spPr>
            <a:xfrm>
              <a:off x="15852918" y="10360510"/>
              <a:ext cx="943857" cy="12244"/>
            </a:xfrm>
            <a:custGeom>
              <a:avLst/>
              <a:gdLst>
                <a:gd name="connsiteX0" fmla="*/ 943857 w 943857"/>
                <a:gd name="connsiteY0" fmla="*/ 0 h 12244"/>
                <a:gd name="connsiteX1" fmla="*/ 0 w 943857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7" h="12244">
                  <a:moveTo>
                    <a:pt x="943857" y="0"/>
                  </a:move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85899666-8DFC-E5FF-B874-F16DF8388983}"/>
                </a:ext>
              </a:extLst>
            </p:cNvPr>
            <p:cNvSpPr/>
            <p:nvPr/>
          </p:nvSpPr>
          <p:spPr>
            <a:xfrm flipV="1">
              <a:off x="16751205" y="10314935"/>
              <a:ext cx="94983" cy="95019"/>
            </a:xfrm>
            <a:custGeom>
              <a:avLst/>
              <a:gdLst>
                <a:gd name="connsiteX0" fmla="*/ 95302 w 94983"/>
                <a:gd name="connsiteY0" fmla="*/ 47611 h 95019"/>
                <a:gd name="connsiteX1" fmla="*/ 47811 w 94983"/>
                <a:gd name="connsiteY1" fmla="*/ 95121 h 95019"/>
                <a:gd name="connsiteX2" fmla="*/ 319 w 94983"/>
                <a:gd name="connsiteY2" fmla="*/ 47611 h 95019"/>
                <a:gd name="connsiteX3" fmla="*/ 47811 w 94983"/>
                <a:gd name="connsiteY3" fmla="*/ 101 h 95019"/>
                <a:gd name="connsiteX4" fmla="*/ 95302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302" y="47611"/>
                  </a:moveTo>
                  <a:cubicBezTo>
                    <a:pt x="95302" y="73850"/>
                    <a:pt x="74040" y="95121"/>
                    <a:pt x="47811" y="95121"/>
                  </a:cubicBezTo>
                  <a:cubicBezTo>
                    <a:pt x="21582" y="95121"/>
                    <a:pt x="319" y="73850"/>
                    <a:pt x="319" y="47611"/>
                  </a:cubicBezTo>
                  <a:cubicBezTo>
                    <a:pt x="319" y="21372"/>
                    <a:pt x="21582" y="101"/>
                    <a:pt x="47811" y="101"/>
                  </a:cubicBezTo>
                  <a:cubicBezTo>
                    <a:pt x="74040" y="101"/>
                    <a:pt x="95302" y="21372"/>
                    <a:pt x="95302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57F1D7FE-3CF6-DAB3-9C2C-21B644875F21}"/>
                </a:ext>
              </a:extLst>
            </p:cNvPr>
            <p:cNvSpPr/>
            <p:nvPr/>
          </p:nvSpPr>
          <p:spPr>
            <a:xfrm>
              <a:off x="15845182" y="10302224"/>
              <a:ext cx="58263" cy="116572"/>
            </a:xfrm>
            <a:custGeom>
              <a:avLst/>
              <a:gdLst>
                <a:gd name="connsiteX0" fmla="*/ 58264 w 58263"/>
                <a:gd name="connsiteY0" fmla="*/ 0 h 116572"/>
                <a:gd name="connsiteX1" fmla="*/ 0 w 58263"/>
                <a:gd name="connsiteY1" fmla="*/ 58286 h 116572"/>
                <a:gd name="connsiteX2" fmla="*/ 58264 w 58263"/>
                <a:gd name="connsiteY2" fmla="*/ 116572 h 11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3" h="116572">
                  <a:moveTo>
                    <a:pt x="58264" y="0"/>
                  </a:moveTo>
                  <a:lnTo>
                    <a:pt x="0" y="58286"/>
                  </a:lnTo>
                  <a:lnTo>
                    <a:pt x="58264" y="116572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618604BC-D198-29D7-1FF7-319A2EE437E5}"/>
                </a:ext>
              </a:extLst>
            </p:cNvPr>
            <p:cNvSpPr/>
            <p:nvPr/>
          </p:nvSpPr>
          <p:spPr>
            <a:xfrm>
              <a:off x="14563580" y="9516007"/>
              <a:ext cx="112549" cy="71383"/>
            </a:xfrm>
            <a:custGeom>
              <a:avLst/>
              <a:gdLst>
                <a:gd name="connsiteX0" fmla="*/ 0 w 112549"/>
                <a:gd name="connsiteY0" fmla="*/ 30170 h 71383"/>
                <a:gd name="connsiteX1" fmla="*/ 71348 w 112549"/>
                <a:gd name="connsiteY1" fmla="*/ 71383 h 71383"/>
                <a:gd name="connsiteX2" fmla="*/ 112549 w 112549"/>
                <a:gd name="connsiteY2" fmla="*/ 0 h 7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9" h="71383">
                  <a:moveTo>
                    <a:pt x="0" y="30170"/>
                  </a:moveTo>
                  <a:lnTo>
                    <a:pt x="71348" y="71383"/>
                  </a:lnTo>
                  <a:lnTo>
                    <a:pt x="112549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10698950-1617-CD9A-A5F2-551F293E7FB3}"/>
                </a:ext>
              </a:extLst>
            </p:cNvPr>
            <p:cNvSpPr/>
            <p:nvPr/>
          </p:nvSpPr>
          <p:spPr>
            <a:xfrm>
              <a:off x="15802280" y="9105339"/>
              <a:ext cx="60344" cy="116490"/>
            </a:xfrm>
            <a:custGeom>
              <a:avLst/>
              <a:gdLst>
                <a:gd name="connsiteX0" fmla="*/ 56097 w 60344"/>
                <a:gd name="connsiteY0" fmla="*/ 0 h 116490"/>
                <a:gd name="connsiteX1" fmla="*/ 0 w 60344"/>
                <a:gd name="connsiteY1" fmla="*/ 60369 h 116490"/>
                <a:gd name="connsiteX2" fmla="*/ 60344 w 60344"/>
                <a:gd name="connsiteY2" fmla="*/ 116490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344" h="116490">
                  <a:moveTo>
                    <a:pt x="56097" y="0"/>
                  </a:moveTo>
                  <a:lnTo>
                    <a:pt x="0" y="60369"/>
                  </a:lnTo>
                  <a:lnTo>
                    <a:pt x="60344" y="11649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951E76E9-7CBA-4056-7624-A3D11035F59B}"/>
                </a:ext>
              </a:extLst>
            </p:cNvPr>
            <p:cNvSpPr/>
            <p:nvPr/>
          </p:nvSpPr>
          <p:spPr>
            <a:xfrm>
              <a:off x="13947617" y="11495116"/>
              <a:ext cx="60242" cy="116498"/>
            </a:xfrm>
            <a:custGeom>
              <a:avLst/>
              <a:gdLst>
                <a:gd name="connsiteX0" fmla="*/ 0 w 60242"/>
                <a:gd name="connsiteY0" fmla="*/ 116499 h 116498"/>
                <a:gd name="connsiteX1" fmla="*/ 60243 w 60242"/>
                <a:gd name="connsiteY1" fmla="*/ 60270 h 116498"/>
                <a:gd name="connsiteX2" fmla="*/ 4032 w 60242"/>
                <a:gd name="connsiteY2" fmla="*/ 0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42" h="116498">
                  <a:moveTo>
                    <a:pt x="0" y="116499"/>
                  </a:moveTo>
                  <a:lnTo>
                    <a:pt x="60243" y="60270"/>
                  </a:lnTo>
                  <a:lnTo>
                    <a:pt x="4032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B71937E7-EE87-3CE0-7009-2D3D70828EDA}"/>
              </a:ext>
            </a:extLst>
          </p:cNvPr>
          <p:cNvGrpSpPr/>
          <p:nvPr userDrawn="1"/>
        </p:nvGrpSpPr>
        <p:grpSpPr>
          <a:xfrm>
            <a:off x="9294476" y="4698777"/>
            <a:ext cx="2278687" cy="967441"/>
            <a:chOff x="18591372" y="9397554"/>
            <a:chExt cx="4557967" cy="1934881"/>
          </a:xfrm>
        </p:grpSpPr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F5246B12-4512-78EE-93EB-E57EE088C258}"/>
                </a:ext>
              </a:extLst>
            </p:cNvPr>
            <p:cNvSpPr/>
            <p:nvPr/>
          </p:nvSpPr>
          <p:spPr>
            <a:xfrm>
              <a:off x="18651637" y="9415837"/>
              <a:ext cx="4449090" cy="1859263"/>
            </a:xfrm>
            <a:custGeom>
              <a:avLst/>
              <a:gdLst>
                <a:gd name="connsiteX0" fmla="*/ 0 w 4449090"/>
                <a:gd name="connsiteY0" fmla="*/ 0 h 1859263"/>
                <a:gd name="connsiteX1" fmla="*/ 0 w 4449090"/>
                <a:gd name="connsiteY1" fmla="*/ 929632 h 1859263"/>
                <a:gd name="connsiteX2" fmla="*/ 4449091 w 4449090"/>
                <a:gd name="connsiteY2" fmla="*/ 1859264 h 1859263"/>
                <a:gd name="connsiteX3" fmla="*/ 4449091 w 4449090"/>
                <a:gd name="connsiteY3" fmla="*/ 0 h 1859263"/>
                <a:gd name="connsiteX4" fmla="*/ 3892952 w 4449090"/>
                <a:gd name="connsiteY4" fmla="*/ 0 h 1859263"/>
                <a:gd name="connsiteX5" fmla="*/ 3892952 w 4449090"/>
                <a:gd name="connsiteY5" fmla="*/ 293455 h 1859263"/>
                <a:gd name="connsiteX6" fmla="*/ 0 w 4449090"/>
                <a:gd name="connsiteY6" fmla="*/ 1011028 h 1859263"/>
                <a:gd name="connsiteX7" fmla="*/ 0 w 4449090"/>
                <a:gd name="connsiteY7" fmla="*/ 1859264 h 1859263"/>
                <a:gd name="connsiteX8" fmla="*/ 556137 w 4449090"/>
                <a:gd name="connsiteY8" fmla="*/ 1859264 h 1859263"/>
                <a:gd name="connsiteX9" fmla="*/ 556137 w 4449090"/>
                <a:gd name="connsiteY9" fmla="*/ 1522970 h 1859263"/>
                <a:gd name="connsiteX10" fmla="*/ 556137 w 4449090"/>
                <a:gd name="connsiteY10" fmla="*/ 424118 h 1859263"/>
                <a:gd name="connsiteX11" fmla="*/ 556137 w 4449090"/>
                <a:gd name="connsiteY11" fmla="*/ 0 h 1859263"/>
                <a:gd name="connsiteX12" fmla="*/ 1112274 w 4449090"/>
                <a:gd name="connsiteY12" fmla="*/ 0 h 1859263"/>
                <a:gd name="connsiteX13" fmla="*/ 1112274 w 4449090"/>
                <a:gd name="connsiteY13" fmla="*/ 1043158 h 1859263"/>
                <a:gd name="connsiteX14" fmla="*/ 1112274 w 4449090"/>
                <a:gd name="connsiteY14" fmla="*/ 1092424 h 1859263"/>
                <a:gd name="connsiteX15" fmla="*/ 1112274 w 4449090"/>
                <a:gd name="connsiteY15" fmla="*/ 1859264 h 1859263"/>
                <a:gd name="connsiteX16" fmla="*/ 1266248 w 4449090"/>
                <a:gd name="connsiteY16" fmla="*/ 1859264 h 1859263"/>
                <a:gd name="connsiteX17" fmla="*/ 1668406 w 4449090"/>
                <a:gd name="connsiteY17" fmla="*/ 304165 h 1859263"/>
                <a:gd name="connsiteX18" fmla="*/ 1668406 w 4449090"/>
                <a:gd name="connsiteY18" fmla="*/ 0 h 1859263"/>
                <a:gd name="connsiteX19" fmla="*/ 2222425 w 4449090"/>
                <a:gd name="connsiteY19" fmla="*/ 0 h 1859263"/>
                <a:gd name="connsiteX20" fmla="*/ 2222425 w 4449090"/>
                <a:gd name="connsiteY20" fmla="*/ 218484 h 1859263"/>
                <a:gd name="connsiteX21" fmla="*/ 2222425 w 4449090"/>
                <a:gd name="connsiteY21" fmla="*/ 293455 h 1859263"/>
                <a:gd name="connsiteX22" fmla="*/ 2222425 w 4449090"/>
                <a:gd name="connsiteY22" fmla="*/ 1859264 h 1859263"/>
                <a:gd name="connsiteX23" fmla="*/ 2780685 w 4449090"/>
                <a:gd name="connsiteY23" fmla="*/ 1859264 h 1859263"/>
                <a:gd name="connsiteX24" fmla="*/ 2780685 w 4449090"/>
                <a:gd name="connsiteY24" fmla="*/ 1559377 h 1859263"/>
                <a:gd name="connsiteX25" fmla="*/ 2780685 w 4449090"/>
                <a:gd name="connsiteY25" fmla="*/ 1531538 h 1859263"/>
                <a:gd name="connsiteX26" fmla="*/ 2780685 w 4449090"/>
                <a:gd name="connsiteY26" fmla="*/ 0 h 1859263"/>
                <a:gd name="connsiteX27" fmla="*/ 3336824 w 4449090"/>
                <a:gd name="connsiteY27" fmla="*/ 0 h 1859263"/>
                <a:gd name="connsiteX28" fmla="*/ 3336824 w 4449090"/>
                <a:gd name="connsiteY28" fmla="*/ 141372 h 1859263"/>
                <a:gd name="connsiteX29" fmla="*/ 3336824 w 4449090"/>
                <a:gd name="connsiteY29" fmla="*/ 1317337 h 1859263"/>
                <a:gd name="connsiteX30" fmla="*/ 3336824 w 4449090"/>
                <a:gd name="connsiteY30" fmla="*/ 1859264 h 1859263"/>
                <a:gd name="connsiteX31" fmla="*/ 3892952 w 4449090"/>
                <a:gd name="connsiteY31" fmla="*/ 1859264 h 1859263"/>
                <a:gd name="connsiteX32" fmla="*/ 3892952 w 4449090"/>
                <a:gd name="connsiteY32" fmla="*/ 364141 h 18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49090" h="1859263">
                  <a:moveTo>
                    <a:pt x="0" y="0"/>
                  </a:moveTo>
                  <a:lnTo>
                    <a:pt x="0" y="929632"/>
                  </a:lnTo>
                  <a:moveTo>
                    <a:pt x="4449091" y="1859264"/>
                  </a:moveTo>
                  <a:lnTo>
                    <a:pt x="4449091" y="0"/>
                  </a:lnTo>
                  <a:lnTo>
                    <a:pt x="3892952" y="0"/>
                  </a:lnTo>
                  <a:lnTo>
                    <a:pt x="3892952" y="293455"/>
                  </a:lnTo>
                  <a:moveTo>
                    <a:pt x="0" y="1011028"/>
                  </a:moveTo>
                  <a:lnTo>
                    <a:pt x="0" y="1859264"/>
                  </a:lnTo>
                  <a:lnTo>
                    <a:pt x="556137" y="1859264"/>
                  </a:lnTo>
                  <a:lnTo>
                    <a:pt x="556137" y="1522970"/>
                  </a:lnTo>
                  <a:moveTo>
                    <a:pt x="556137" y="424118"/>
                  </a:moveTo>
                  <a:lnTo>
                    <a:pt x="556137" y="0"/>
                  </a:lnTo>
                  <a:lnTo>
                    <a:pt x="1112274" y="0"/>
                  </a:lnTo>
                  <a:lnTo>
                    <a:pt x="1112274" y="1043158"/>
                  </a:lnTo>
                  <a:moveTo>
                    <a:pt x="1112274" y="1092424"/>
                  </a:moveTo>
                  <a:lnTo>
                    <a:pt x="1112274" y="1859264"/>
                  </a:lnTo>
                  <a:lnTo>
                    <a:pt x="1266248" y="1859264"/>
                  </a:lnTo>
                  <a:moveTo>
                    <a:pt x="1668406" y="304165"/>
                  </a:moveTo>
                  <a:lnTo>
                    <a:pt x="1668406" y="0"/>
                  </a:lnTo>
                  <a:lnTo>
                    <a:pt x="2222425" y="0"/>
                  </a:lnTo>
                  <a:lnTo>
                    <a:pt x="2222425" y="218484"/>
                  </a:lnTo>
                  <a:moveTo>
                    <a:pt x="2222425" y="293455"/>
                  </a:moveTo>
                  <a:lnTo>
                    <a:pt x="2222425" y="1859264"/>
                  </a:lnTo>
                  <a:lnTo>
                    <a:pt x="2780685" y="1859264"/>
                  </a:lnTo>
                  <a:lnTo>
                    <a:pt x="2780685" y="1559377"/>
                  </a:lnTo>
                  <a:moveTo>
                    <a:pt x="2780685" y="1531538"/>
                  </a:moveTo>
                  <a:lnTo>
                    <a:pt x="2780685" y="0"/>
                  </a:lnTo>
                  <a:lnTo>
                    <a:pt x="3336824" y="0"/>
                  </a:lnTo>
                  <a:lnTo>
                    <a:pt x="3336824" y="141372"/>
                  </a:lnTo>
                  <a:moveTo>
                    <a:pt x="3336824" y="1317337"/>
                  </a:moveTo>
                  <a:lnTo>
                    <a:pt x="3336824" y="1859264"/>
                  </a:lnTo>
                  <a:lnTo>
                    <a:pt x="3892952" y="1859264"/>
                  </a:lnTo>
                  <a:lnTo>
                    <a:pt x="3892952" y="36414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43A70E0B-D08E-F043-AB6E-517BBEB12661}"/>
                </a:ext>
              </a:extLst>
            </p:cNvPr>
            <p:cNvSpPr/>
            <p:nvPr/>
          </p:nvSpPr>
          <p:spPr>
            <a:xfrm>
              <a:off x="19980343" y="9807823"/>
              <a:ext cx="339712" cy="1467277"/>
            </a:xfrm>
            <a:custGeom>
              <a:avLst/>
              <a:gdLst>
                <a:gd name="connsiteX0" fmla="*/ 0 w 339712"/>
                <a:gd name="connsiteY0" fmla="*/ 1467278 h 1467277"/>
                <a:gd name="connsiteX1" fmla="*/ 339713 w 339712"/>
                <a:gd name="connsiteY1" fmla="*/ 1467278 h 1467277"/>
                <a:gd name="connsiteX2" fmla="*/ 339713 w 339712"/>
                <a:gd name="connsiteY2" fmla="*/ 0 h 146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12" h="1467277">
                  <a:moveTo>
                    <a:pt x="0" y="1467278"/>
                  </a:moveTo>
                  <a:lnTo>
                    <a:pt x="339713" y="1467278"/>
                  </a:lnTo>
                  <a:lnTo>
                    <a:pt x="339713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D0B1A178-8739-9ACA-C92B-661E9989C795}"/>
                </a:ext>
              </a:extLst>
            </p:cNvPr>
            <p:cNvSpPr/>
            <p:nvPr/>
          </p:nvSpPr>
          <p:spPr>
            <a:xfrm>
              <a:off x="19207845" y="9910640"/>
              <a:ext cx="12253" cy="893214"/>
            </a:xfrm>
            <a:custGeom>
              <a:avLst/>
              <a:gdLst>
                <a:gd name="connsiteX0" fmla="*/ 0 w 12253"/>
                <a:gd name="connsiteY0" fmla="*/ 0 h 893214"/>
                <a:gd name="connsiteX1" fmla="*/ 0 w 12253"/>
                <a:gd name="connsiteY1" fmla="*/ 893215 h 89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893214">
                  <a:moveTo>
                    <a:pt x="0" y="0"/>
                  </a:moveTo>
                  <a:lnTo>
                    <a:pt x="0" y="893215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60A46592-E4C4-8A6D-3475-A599D64826AB}"/>
                </a:ext>
              </a:extLst>
            </p:cNvPr>
            <p:cNvSpPr/>
            <p:nvPr/>
          </p:nvSpPr>
          <p:spPr>
            <a:xfrm rot="10800000" flipV="1">
              <a:off x="18603116" y="9397554"/>
              <a:ext cx="101366" cy="100825"/>
            </a:xfrm>
            <a:custGeom>
              <a:avLst/>
              <a:gdLst>
                <a:gd name="connsiteX0" fmla="*/ 101369 w 101366"/>
                <a:gd name="connsiteY0" fmla="*/ 50416 h 100825"/>
                <a:gd name="connsiteX1" fmla="*/ 50686 w 101366"/>
                <a:gd name="connsiteY1" fmla="*/ 100829 h 100825"/>
                <a:gd name="connsiteX2" fmla="*/ 3 w 101366"/>
                <a:gd name="connsiteY2" fmla="*/ 50416 h 100825"/>
                <a:gd name="connsiteX3" fmla="*/ 50686 w 101366"/>
                <a:gd name="connsiteY3" fmla="*/ 3 h 100825"/>
                <a:gd name="connsiteX4" fmla="*/ 101369 w 101366"/>
                <a:gd name="connsiteY4" fmla="*/ 5041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369" y="50416"/>
                  </a:moveTo>
                  <a:cubicBezTo>
                    <a:pt x="101369" y="78258"/>
                    <a:pt x="78678" y="100829"/>
                    <a:pt x="50686" y="100829"/>
                  </a:cubicBezTo>
                  <a:cubicBezTo>
                    <a:pt x="22695" y="100829"/>
                    <a:pt x="3" y="78258"/>
                    <a:pt x="3" y="50416"/>
                  </a:cubicBezTo>
                  <a:cubicBezTo>
                    <a:pt x="3" y="22574"/>
                    <a:pt x="22695" y="3"/>
                    <a:pt x="50686" y="3"/>
                  </a:cubicBezTo>
                  <a:cubicBezTo>
                    <a:pt x="78678" y="3"/>
                    <a:pt x="101369" y="22574"/>
                    <a:pt x="101369" y="5041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7160C3D9-CB85-C907-B2EE-64D93734C46E}"/>
                </a:ext>
              </a:extLst>
            </p:cNvPr>
            <p:cNvSpPr/>
            <p:nvPr/>
          </p:nvSpPr>
          <p:spPr>
            <a:xfrm rot="10800000" flipV="1">
              <a:off x="23047973" y="11222544"/>
              <a:ext cx="101366" cy="100825"/>
            </a:xfrm>
            <a:custGeom>
              <a:avLst/>
              <a:gdLst>
                <a:gd name="connsiteX0" fmla="*/ 101732 w 101366"/>
                <a:gd name="connsiteY0" fmla="*/ 50566 h 100825"/>
                <a:gd name="connsiteX1" fmla="*/ 51049 w 101366"/>
                <a:gd name="connsiteY1" fmla="*/ 100979 h 100825"/>
                <a:gd name="connsiteX2" fmla="*/ 366 w 101366"/>
                <a:gd name="connsiteY2" fmla="*/ 50566 h 100825"/>
                <a:gd name="connsiteX3" fmla="*/ 51049 w 101366"/>
                <a:gd name="connsiteY3" fmla="*/ 153 h 100825"/>
                <a:gd name="connsiteX4" fmla="*/ 101732 w 101366"/>
                <a:gd name="connsiteY4" fmla="*/ 5056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732" y="50566"/>
                  </a:moveTo>
                  <a:cubicBezTo>
                    <a:pt x="101732" y="78408"/>
                    <a:pt x="79041" y="100979"/>
                    <a:pt x="51049" y="100979"/>
                  </a:cubicBezTo>
                  <a:cubicBezTo>
                    <a:pt x="23058" y="100979"/>
                    <a:pt x="366" y="78408"/>
                    <a:pt x="366" y="50566"/>
                  </a:cubicBezTo>
                  <a:cubicBezTo>
                    <a:pt x="366" y="22723"/>
                    <a:pt x="23058" y="153"/>
                    <a:pt x="51049" y="153"/>
                  </a:cubicBezTo>
                  <a:cubicBezTo>
                    <a:pt x="79041" y="153"/>
                    <a:pt x="101732" y="22723"/>
                    <a:pt x="101732" y="5056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74DDE348-830B-7444-58E6-90F8DF0DDE2C}"/>
                </a:ext>
              </a:extLst>
            </p:cNvPr>
            <p:cNvSpPr/>
            <p:nvPr/>
          </p:nvSpPr>
          <p:spPr>
            <a:xfrm>
              <a:off x="18595705" y="10345474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4ECEC0E4-4949-4A09-DF9B-E38653632CFB}"/>
                </a:ext>
              </a:extLst>
            </p:cNvPr>
            <p:cNvSpPr/>
            <p:nvPr/>
          </p:nvSpPr>
          <p:spPr>
            <a:xfrm>
              <a:off x="19711210" y="10461143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E378A785-6D15-8381-BFCB-451B733CCE2D}"/>
                </a:ext>
              </a:extLst>
            </p:cNvPr>
            <p:cNvSpPr/>
            <p:nvPr/>
          </p:nvSpPr>
          <p:spPr>
            <a:xfrm>
              <a:off x="20818050" y="9638595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DA44DB3A-CDEA-14C6-78A0-9DA2C910D0A3}"/>
                </a:ext>
              </a:extLst>
            </p:cNvPr>
            <p:cNvSpPr/>
            <p:nvPr/>
          </p:nvSpPr>
          <p:spPr>
            <a:xfrm rot="10800000">
              <a:off x="21379594" y="10885262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08F3E52E-F33F-9CEB-49A1-42E342E04149}"/>
                </a:ext>
              </a:extLst>
            </p:cNvPr>
            <p:cNvSpPr/>
            <p:nvPr/>
          </p:nvSpPr>
          <p:spPr>
            <a:xfrm rot="10800000">
              <a:off x="22490819" y="968572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4634BBDE-F5E8-71BC-2C71-4D4702254336}"/>
                </a:ext>
              </a:extLst>
            </p:cNvPr>
            <p:cNvSpPr/>
            <p:nvPr/>
          </p:nvSpPr>
          <p:spPr>
            <a:xfrm rot="16200000">
              <a:off x="19913597" y="11229625"/>
              <a:ext cx="107674" cy="89964"/>
            </a:xfrm>
            <a:custGeom>
              <a:avLst/>
              <a:gdLst>
                <a:gd name="connsiteX0" fmla="*/ -1 w 107674"/>
                <a:gd name="connsiteY0" fmla="*/ -8 h 89964"/>
                <a:gd name="connsiteX1" fmla="*/ 107673 w 107674"/>
                <a:gd name="connsiteY1" fmla="*/ -8 h 89964"/>
                <a:gd name="connsiteX2" fmla="*/ 107673 w 107674"/>
                <a:gd name="connsiteY2" fmla="*/ 89956 h 89964"/>
                <a:gd name="connsiteX3" fmla="*/ -1 w 107674"/>
                <a:gd name="connsiteY3" fmla="*/ 89956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1" y="-8"/>
                  </a:moveTo>
                  <a:lnTo>
                    <a:pt x="107673" y="-8"/>
                  </a:lnTo>
                  <a:lnTo>
                    <a:pt x="107673" y="89956"/>
                  </a:lnTo>
                  <a:lnTo>
                    <a:pt x="-1" y="89956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E76CABF8-9E43-059A-25BE-FAA378D0C8AB}"/>
                </a:ext>
              </a:extLst>
            </p:cNvPr>
            <p:cNvSpPr/>
            <p:nvPr/>
          </p:nvSpPr>
          <p:spPr>
            <a:xfrm>
              <a:off x="19151244" y="9814256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F3C96E9C-C2B6-8117-A7F7-F9133CEA02B4}"/>
                </a:ext>
              </a:extLst>
            </p:cNvPr>
            <p:cNvSpPr/>
            <p:nvPr/>
          </p:nvSpPr>
          <p:spPr>
            <a:xfrm>
              <a:off x="20266751" y="9711437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29EF5999-38A9-7A6E-7313-4CB939980E24}"/>
                </a:ext>
              </a:extLst>
            </p:cNvPr>
            <p:cNvSpPr/>
            <p:nvPr/>
          </p:nvSpPr>
          <p:spPr>
            <a:xfrm rot="10800000">
              <a:off x="21935207" y="1066841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740A4CBA-8419-7E02-A6F1-D78EA671E888}"/>
                </a:ext>
              </a:extLst>
            </p:cNvPr>
            <p:cNvSpPr/>
            <p:nvPr/>
          </p:nvSpPr>
          <p:spPr>
            <a:xfrm>
              <a:off x="18591372" y="10288459"/>
              <a:ext cx="117944" cy="58657"/>
            </a:xfrm>
            <a:custGeom>
              <a:avLst/>
              <a:gdLst>
                <a:gd name="connsiteX0" fmla="*/ 0 w 117944"/>
                <a:gd name="connsiteY0" fmla="*/ 0 h 58657"/>
                <a:gd name="connsiteX1" fmla="*/ 58973 w 117944"/>
                <a:gd name="connsiteY1" fmla="*/ 58657 h 58657"/>
                <a:gd name="connsiteX2" fmla="*/ 117945 w 117944"/>
                <a:gd name="connsiteY2" fmla="*/ 0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4" h="58657">
                  <a:moveTo>
                    <a:pt x="0" y="0"/>
                  </a:moveTo>
                  <a:lnTo>
                    <a:pt x="58973" y="58657"/>
                  </a:lnTo>
                  <a:lnTo>
                    <a:pt x="11794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B24468B5-7626-E538-31BA-41D1C70476D4}"/>
                </a:ext>
              </a:extLst>
            </p:cNvPr>
            <p:cNvSpPr/>
            <p:nvPr/>
          </p:nvSpPr>
          <p:spPr>
            <a:xfrm>
              <a:off x="19706829" y="10404130"/>
              <a:ext cx="117939" cy="58658"/>
            </a:xfrm>
            <a:custGeom>
              <a:avLst/>
              <a:gdLst>
                <a:gd name="connsiteX0" fmla="*/ 0 w 117939"/>
                <a:gd name="connsiteY0" fmla="*/ 0 h 58658"/>
                <a:gd name="connsiteX1" fmla="*/ 58971 w 117939"/>
                <a:gd name="connsiteY1" fmla="*/ 58659 h 58658"/>
                <a:gd name="connsiteX2" fmla="*/ 117939 w 117939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39" h="58658">
                  <a:moveTo>
                    <a:pt x="0" y="0"/>
                  </a:moveTo>
                  <a:lnTo>
                    <a:pt x="58971" y="58659"/>
                  </a:lnTo>
                  <a:lnTo>
                    <a:pt x="117939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38E08F9E-3742-CB18-8381-D6B39D6955C7}"/>
                </a:ext>
              </a:extLst>
            </p:cNvPr>
            <p:cNvSpPr/>
            <p:nvPr/>
          </p:nvSpPr>
          <p:spPr>
            <a:xfrm>
              <a:off x="20813713" y="9581591"/>
              <a:ext cx="117955" cy="58658"/>
            </a:xfrm>
            <a:custGeom>
              <a:avLst/>
              <a:gdLst>
                <a:gd name="connsiteX0" fmla="*/ 0 w 117955"/>
                <a:gd name="connsiteY0" fmla="*/ 0 h 58658"/>
                <a:gd name="connsiteX1" fmla="*/ 58978 w 117955"/>
                <a:gd name="connsiteY1" fmla="*/ 58659 h 58658"/>
                <a:gd name="connsiteX2" fmla="*/ 117955 w 117955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5" h="58658">
                  <a:moveTo>
                    <a:pt x="0" y="0"/>
                  </a:moveTo>
                  <a:lnTo>
                    <a:pt x="58978" y="58659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B7F7806B-1CCB-E28D-9AB0-D27011A99DB2}"/>
                </a:ext>
              </a:extLst>
            </p:cNvPr>
            <p:cNvSpPr/>
            <p:nvPr/>
          </p:nvSpPr>
          <p:spPr>
            <a:xfrm>
              <a:off x="21373663" y="10973568"/>
              <a:ext cx="117942" cy="58663"/>
            </a:xfrm>
            <a:custGeom>
              <a:avLst/>
              <a:gdLst>
                <a:gd name="connsiteX0" fmla="*/ 117943 w 117942"/>
                <a:gd name="connsiteY0" fmla="*/ 58663 h 58663"/>
                <a:gd name="connsiteX1" fmla="*/ 58966 w 117942"/>
                <a:gd name="connsiteY1" fmla="*/ 0 h 58663"/>
                <a:gd name="connsiteX2" fmla="*/ 0 w 117942"/>
                <a:gd name="connsiteY2" fmla="*/ 58663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63">
                  <a:moveTo>
                    <a:pt x="117943" y="58663"/>
                  </a:moveTo>
                  <a:lnTo>
                    <a:pt x="58966" y="0"/>
                  </a:lnTo>
                  <a:lnTo>
                    <a:pt x="0" y="58663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3786461B-D640-D299-8FFC-94CE7BD6A6DB}"/>
                </a:ext>
              </a:extLst>
            </p:cNvPr>
            <p:cNvSpPr/>
            <p:nvPr/>
          </p:nvSpPr>
          <p:spPr>
            <a:xfrm>
              <a:off x="22484876" y="9774044"/>
              <a:ext cx="117942" cy="58658"/>
            </a:xfrm>
            <a:custGeom>
              <a:avLst/>
              <a:gdLst>
                <a:gd name="connsiteX0" fmla="*/ 117943 w 117942"/>
                <a:gd name="connsiteY0" fmla="*/ 58659 h 58658"/>
                <a:gd name="connsiteX1" fmla="*/ 58978 w 117942"/>
                <a:gd name="connsiteY1" fmla="*/ 0 h 58658"/>
                <a:gd name="connsiteX2" fmla="*/ 0 w 117942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8">
                  <a:moveTo>
                    <a:pt x="117943" y="58659"/>
                  </a:moveTo>
                  <a:lnTo>
                    <a:pt x="58978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D317300A-6F3A-EE44-00F0-42C7E6A8B221}"/>
                </a:ext>
              </a:extLst>
            </p:cNvPr>
            <p:cNvSpPr/>
            <p:nvPr/>
          </p:nvSpPr>
          <p:spPr>
            <a:xfrm>
              <a:off x="19864912" y="11215121"/>
              <a:ext cx="58965" cy="117314"/>
            </a:xfrm>
            <a:custGeom>
              <a:avLst/>
              <a:gdLst>
                <a:gd name="connsiteX0" fmla="*/ 0 w 58965"/>
                <a:gd name="connsiteY0" fmla="*/ 117315 h 117314"/>
                <a:gd name="connsiteX1" fmla="*/ 58965 w 58965"/>
                <a:gd name="connsiteY1" fmla="*/ 58651 h 117314"/>
                <a:gd name="connsiteX2" fmla="*/ 0 w 58965"/>
                <a:gd name="connsiteY2" fmla="*/ 0 h 11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65" h="117314">
                  <a:moveTo>
                    <a:pt x="0" y="117315"/>
                  </a:moveTo>
                  <a:lnTo>
                    <a:pt x="58965" y="58651"/>
                  </a:lnTo>
                  <a:lnTo>
                    <a:pt x="0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95F9D8A1-7173-3A7D-A1F4-C6C91E15BAFF}"/>
                </a:ext>
              </a:extLst>
            </p:cNvPr>
            <p:cNvSpPr/>
            <p:nvPr/>
          </p:nvSpPr>
          <p:spPr>
            <a:xfrm>
              <a:off x="19146958" y="9904216"/>
              <a:ext cx="117945" cy="58658"/>
            </a:xfrm>
            <a:custGeom>
              <a:avLst/>
              <a:gdLst>
                <a:gd name="connsiteX0" fmla="*/ 117945 w 117945"/>
                <a:gd name="connsiteY0" fmla="*/ 58659 h 58658"/>
                <a:gd name="connsiteX1" fmla="*/ 58973 w 117945"/>
                <a:gd name="connsiteY1" fmla="*/ 0 h 58658"/>
                <a:gd name="connsiteX2" fmla="*/ 0 w 117945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8">
                  <a:moveTo>
                    <a:pt x="117945" y="58659"/>
                  </a:moveTo>
                  <a:lnTo>
                    <a:pt x="58973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E6AE2B13-22A5-8CD3-5030-8097641EC2EC}"/>
                </a:ext>
              </a:extLst>
            </p:cNvPr>
            <p:cNvSpPr/>
            <p:nvPr/>
          </p:nvSpPr>
          <p:spPr>
            <a:xfrm>
              <a:off x="20262511" y="9801398"/>
              <a:ext cx="117942" cy="58657"/>
            </a:xfrm>
            <a:custGeom>
              <a:avLst/>
              <a:gdLst>
                <a:gd name="connsiteX0" fmla="*/ 117943 w 117942"/>
                <a:gd name="connsiteY0" fmla="*/ 58657 h 58657"/>
                <a:gd name="connsiteX1" fmla="*/ 58978 w 117942"/>
                <a:gd name="connsiteY1" fmla="*/ 0 h 58657"/>
                <a:gd name="connsiteX2" fmla="*/ 0 w 117942"/>
                <a:gd name="connsiteY2" fmla="*/ 58657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7">
                  <a:moveTo>
                    <a:pt x="117943" y="58657"/>
                  </a:moveTo>
                  <a:lnTo>
                    <a:pt x="58978" y="0"/>
                  </a:lnTo>
                  <a:lnTo>
                    <a:pt x="0" y="58657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C39A6E0E-4BBE-0E1A-A2BE-29911449810C}"/>
                </a:ext>
              </a:extLst>
            </p:cNvPr>
            <p:cNvSpPr/>
            <p:nvPr/>
          </p:nvSpPr>
          <p:spPr>
            <a:xfrm>
              <a:off x="21929263" y="10609765"/>
              <a:ext cx="117954" cy="58663"/>
            </a:xfrm>
            <a:custGeom>
              <a:avLst/>
              <a:gdLst>
                <a:gd name="connsiteX0" fmla="*/ 0 w 117954"/>
                <a:gd name="connsiteY0" fmla="*/ 0 h 58663"/>
                <a:gd name="connsiteX1" fmla="*/ 58977 w 117954"/>
                <a:gd name="connsiteY1" fmla="*/ 58663 h 58663"/>
                <a:gd name="connsiteX2" fmla="*/ 117955 w 117954"/>
                <a:gd name="connsiteY2" fmla="*/ 0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4" h="58663">
                  <a:moveTo>
                    <a:pt x="0" y="0"/>
                  </a:moveTo>
                  <a:lnTo>
                    <a:pt x="58977" y="58663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EC9D24D2-C68A-949E-FB41-49BE397503CB}"/>
                </a:ext>
              </a:extLst>
            </p:cNvPr>
            <p:cNvSpPr/>
            <p:nvPr/>
          </p:nvSpPr>
          <p:spPr>
            <a:xfrm>
              <a:off x="19146958" y="10928105"/>
              <a:ext cx="117945" cy="58651"/>
            </a:xfrm>
            <a:custGeom>
              <a:avLst/>
              <a:gdLst>
                <a:gd name="connsiteX0" fmla="*/ 117945 w 117945"/>
                <a:gd name="connsiteY0" fmla="*/ 58651 h 58651"/>
                <a:gd name="connsiteX1" fmla="*/ 58973 w 117945"/>
                <a:gd name="connsiteY1" fmla="*/ 0 h 58651"/>
                <a:gd name="connsiteX2" fmla="*/ 0 w 117945"/>
                <a:gd name="connsiteY2" fmla="*/ 58651 h 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1">
                  <a:moveTo>
                    <a:pt x="117945" y="58651"/>
                  </a:moveTo>
                  <a:lnTo>
                    <a:pt x="58973" y="0"/>
                  </a:lnTo>
                  <a:lnTo>
                    <a:pt x="0" y="5865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85BB61FF-D40C-E99D-971F-FBD759B43DF1}"/>
                </a:ext>
              </a:extLst>
            </p:cNvPr>
            <p:cNvSpPr/>
            <p:nvPr/>
          </p:nvSpPr>
          <p:spPr>
            <a:xfrm>
              <a:off x="21989552" y="9642890"/>
              <a:ext cx="12253" cy="1023880"/>
            </a:xfrm>
            <a:custGeom>
              <a:avLst/>
              <a:gdLst>
                <a:gd name="connsiteX0" fmla="*/ 0 w 12253"/>
                <a:gd name="connsiteY0" fmla="*/ 0 h 1023880"/>
                <a:gd name="connsiteX1" fmla="*/ 0 w 12253"/>
                <a:gd name="connsiteY1" fmla="*/ 1023881 h 10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1023880">
                  <a:moveTo>
                    <a:pt x="0" y="0"/>
                  </a:moveTo>
                  <a:lnTo>
                    <a:pt x="0" y="1023881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B68CCE80-094A-2B1D-2174-D65033C356E7}"/>
              </a:ext>
            </a:extLst>
          </p:cNvPr>
          <p:cNvGrpSpPr/>
          <p:nvPr userDrawn="1"/>
        </p:nvGrpSpPr>
        <p:grpSpPr>
          <a:xfrm>
            <a:off x="3594378" y="2614139"/>
            <a:ext cx="2120885" cy="626731"/>
            <a:chOff x="7189692" y="5228277"/>
            <a:chExt cx="4242323" cy="1253462"/>
          </a:xfrm>
        </p:grpSpPr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4C5E4595-D8CE-0E3F-90AD-C032C6633692}"/>
                </a:ext>
              </a:extLst>
            </p:cNvPr>
            <p:cNvSpPr/>
            <p:nvPr/>
          </p:nvSpPr>
          <p:spPr>
            <a:xfrm>
              <a:off x="8129682" y="5280946"/>
              <a:ext cx="2362366" cy="1144165"/>
            </a:xfrm>
            <a:custGeom>
              <a:avLst/>
              <a:gdLst>
                <a:gd name="connsiteX0" fmla="*/ 2362366 w 2362366"/>
                <a:gd name="connsiteY0" fmla="*/ 1144166 h 1144165"/>
                <a:gd name="connsiteX1" fmla="*/ 1181178 w 2362366"/>
                <a:gd name="connsiteY1" fmla="*/ 0 h 1144165"/>
                <a:gd name="connsiteX2" fmla="*/ 0 w 2362366"/>
                <a:gd name="connsiteY2" fmla="*/ 1144166 h 114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2366" h="1144165">
                  <a:moveTo>
                    <a:pt x="2362366" y="1144166"/>
                  </a:moveTo>
                  <a:cubicBezTo>
                    <a:pt x="2362366" y="512260"/>
                    <a:pt x="1833528" y="0"/>
                    <a:pt x="1181178" y="0"/>
                  </a:cubicBezTo>
                  <a:cubicBezTo>
                    <a:pt x="528839" y="0"/>
                    <a:pt x="0" y="512260"/>
                    <a:pt x="0" y="1144166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898A17C5-83AD-A0C7-C694-A7ECF9D9475D}"/>
                </a:ext>
              </a:extLst>
            </p:cNvPr>
            <p:cNvSpPr/>
            <p:nvPr/>
          </p:nvSpPr>
          <p:spPr>
            <a:xfrm>
              <a:off x="7242766" y="5987183"/>
              <a:ext cx="886882" cy="439908"/>
            </a:xfrm>
            <a:custGeom>
              <a:avLst/>
              <a:gdLst>
                <a:gd name="connsiteX0" fmla="*/ 886882 w 886882"/>
                <a:gd name="connsiteY0" fmla="*/ 439909 h 439908"/>
                <a:gd name="connsiteX1" fmla="*/ 443441 w 886882"/>
                <a:gd name="connsiteY1" fmla="*/ 0 h 439908"/>
                <a:gd name="connsiteX2" fmla="*/ 0 w 886882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2" h="439908">
                  <a:moveTo>
                    <a:pt x="886882" y="439909"/>
                  </a:moveTo>
                  <a:cubicBezTo>
                    <a:pt x="886882" y="196956"/>
                    <a:pt x="688347" y="0"/>
                    <a:pt x="443441" y="0"/>
                  </a:cubicBezTo>
                  <a:cubicBezTo>
                    <a:pt x="198535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2DF271FB-79E6-7F5C-7F4F-7249C696F034}"/>
                </a:ext>
              </a:extLst>
            </p:cNvPr>
            <p:cNvSpPr/>
            <p:nvPr/>
          </p:nvSpPr>
          <p:spPr>
            <a:xfrm>
              <a:off x="7688230" y="5628160"/>
              <a:ext cx="1606729" cy="796974"/>
            </a:xfrm>
            <a:custGeom>
              <a:avLst/>
              <a:gdLst>
                <a:gd name="connsiteX0" fmla="*/ 1606729 w 1606729"/>
                <a:gd name="connsiteY0" fmla="*/ 796974 h 796974"/>
                <a:gd name="connsiteX1" fmla="*/ 803358 w 1606729"/>
                <a:gd name="connsiteY1" fmla="*/ 0 h 796974"/>
                <a:gd name="connsiteX2" fmla="*/ 0 w 1606729"/>
                <a:gd name="connsiteY2" fmla="*/ 796974 h 79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29" h="796974">
                  <a:moveTo>
                    <a:pt x="1606729" y="796974"/>
                  </a:moveTo>
                  <a:cubicBezTo>
                    <a:pt x="1606729" y="356816"/>
                    <a:pt x="1247051" y="0"/>
                    <a:pt x="803358" y="0"/>
                  </a:cubicBezTo>
                  <a:cubicBezTo>
                    <a:pt x="359678" y="0"/>
                    <a:pt x="0" y="356816"/>
                    <a:pt x="0" y="796974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837D7972-0073-F9D6-E861-126EF0141B73}"/>
                </a:ext>
              </a:extLst>
            </p:cNvPr>
            <p:cNvSpPr/>
            <p:nvPr/>
          </p:nvSpPr>
          <p:spPr>
            <a:xfrm>
              <a:off x="9310837" y="5632088"/>
              <a:ext cx="1606730" cy="796972"/>
            </a:xfrm>
            <a:custGeom>
              <a:avLst/>
              <a:gdLst>
                <a:gd name="connsiteX0" fmla="*/ 1606731 w 1606730"/>
                <a:gd name="connsiteY0" fmla="*/ 796973 h 796972"/>
                <a:gd name="connsiteX1" fmla="*/ 803371 w 1606730"/>
                <a:gd name="connsiteY1" fmla="*/ 0 h 796972"/>
                <a:gd name="connsiteX2" fmla="*/ 0 w 1606730"/>
                <a:gd name="connsiteY2" fmla="*/ 796973 h 79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30" h="796972">
                  <a:moveTo>
                    <a:pt x="1606731" y="796973"/>
                  </a:moveTo>
                  <a:cubicBezTo>
                    <a:pt x="1606731" y="356816"/>
                    <a:pt x="1247052" y="0"/>
                    <a:pt x="803371" y="0"/>
                  </a:cubicBezTo>
                  <a:cubicBezTo>
                    <a:pt x="359678" y="0"/>
                    <a:pt x="0" y="356816"/>
                    <a:pt x="0" y="796973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AD454EF0-9501-1944-18CF-94684C0821A2}"/>
                </a:ext>
              </a:extLst>
            </p:cNvPr>
            <p:cNvSpPr/>
            <p:nvPr/>
          </p:nvSpPr>
          <p:spPr>
            <a:xfrm>
              <a:off x="10492014" y="5987183"/>
              <a:ext cx="886889" cy="439908"/>
            </a:xfrm>
            <a:custGeom>
              <a:avLst/>
              <a:gdLst>
                <a:gd name="connsiteX0" fmla="*/ 886889 w 886889"/>
                <a:gd name="connsiteY0" fmla="*/ 439909 h 439908"/>
                <a:gd name="connsiteX1" fmla="*/ 443450 w 886889"/>
                <a:gd name="connsiteY1" fmla="*/ 0 h 439908"/>
                <a:gd name="connsiteX2" fmla="*/ 0 w 886889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9" h="439908">
                  <a:moveTo>
                    <a:pt x="886889" y="439909"/>
                  </a:moveTo>
                  <a:cubicBezTo>
                    <a:pt x="886889" y="196956"/>
                    <a:pt x="688352" y="0"/>
                    <a:pt x="443450" y="0"/>
                  </a:cubicBezTo>
                  <a:cubicBezTo>
                    <a:pt x="198538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EA5F6354-338A-FA16-172C-02C98FC026A5}"/>
                </a:ext>
              </a:extLst>
            </p:cNvPr>
            <p:cNvSpPr/>
            <p:nvPr/>
          </p:nvSpPr>
          <p:spPr>
            <a:xfrm>
              <a:off x="7242766" y="6425123"/>
              <a:ext cx="4136125" cy="11447"/>
            </a:xfrm>
            <a:custGeom>
              <a:avLst/>
              <a:gdLst>
                <a:gd name="connsiteX0" fmla="*/ 0 w 4136125"/>
                <a:gd name="connsiteY0" fmla="*/ 0 h 11447"/>
                <a:gd name="connsiteX1" fmla="*/ 4136125 w 4136125"/>
                <a:gd name="connsiteY1" fmla="*/ 0 h 1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36125" h="11447">
                  <a:moveTo>
                    <a:pt x="0" y="0"/>
                  </a:moveTo>
                  <a:lnTo>
                    <a:pt x="4136125" y="0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5D9844FA-C990-BD43-BAA9-19A9526A8D50}"/>
                </a:ext>
              </a:extLst>
            </p:cNvPr>
            <p:cNvSpPr/>
            <p:nvPr/>
          </p:nvSpPr>
          <p:spPr>
            <a:xfrm>
              <a:off x="9310837" y="5280946"/>
              <a:ext cx="11538" cy="1148114"/>
            </a:xfrm>
            <a:custGeom>
              <a:avLst/>
              <a:gdLst>
                <a:gd name="connsiteX0" fmla="*/ 0 w 11538"/>
                <a:gd name="connsiteY0" fmla="*/ 0 h 1148114"/>
                <a:gd name="connsiteX1" fmla="*/ 0 w 11538"/>
                <a:gd name="connsiteY1" fmla="*/ 1148115 h 114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38" h="1148114">
                  <a:moveTo>
                    <a:pt x="0" y="0"/>
                  </a:moveTo>
                  <a:lnTo>
                    <a:pt x="0" y="1148115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70827BDB-4A47-3A30-80CC-1E70DA00A499}"/>
                </a:ext>
              </a:extLst>
            </p:cNvPr>
            <p:cNvSpPr/>
            <p:nvPr/>
          </p:nvSpPr>
          <p:spPr>
            <a:xfrm>
              <a:off x="8076585" y="6376381"/>
              <a:ext cx="106200" cy="105358"/>
            </a:xfrm>
            <a:custGeom>
              <a:avLst/>
              <a:gdLst>
                <a:gd name="connsiteX0" fmla="*/ 53101 w 106200"/>
                <a:gd name="connsiteY0" fmla="*/ 105359 h 105358"/>
                <a:gd name="connsiteX1" fmla="*/ 106200 w 106200"/>
                <a:gd name="connsiteY1" fmla="*/ 52679 h 105358"/>
                <a:gd name="connsiteX2" fmla="*/ 53101 w 106200"/>
                <a:gd name="connsiteY2" fmla="*/ 0 h 105358"/>
                <a:gd name="connsiteX3" fmla="*/ 0 w 106200"/>
                <a:gd name="connsiteY3" fmla="*/ 52679 h 105358"/>
                <a:gd name="connsiteX4" fmla="*/ 53101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1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1" y="0"/>
                  </a:cubicBezTo>
                  <a:cubicBezTo>
                    <a:pt x="23774" y="0"/>
                    <a:pt x="0" y="23581"/>
                    <a:pt x="0" y="52679"/>
                  </a:cubicBezTo>
                  <a:cubicBezTo>
                    <a:pt x="0" y="81778"/>
                    <a:pt x="23774" y="105359"/>
                    <a:pt x="53101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84B7373E-DC77-4532-776F-AF9A91D8530D}"/>
                </a:ext>
              </a:extLst>
            </p:cNvPr>
            <p:cNvSpPr/>
            <p:nvPr/>
          </p:nvSpPr>
          <p:spPr>
            <a:xfrm>
              <a:off x="9257746" y="6376381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090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ABBC6CF5-C6DD-1FAF-2259-C25A660369E4}"/>
                </a:ext>
              </a:extLst>
            </p:cNvPr>
            <p:cNvSpPr/>
            <p:nvPr/>
          </p:nvSpPr>
          <p:spPr>
            <a:xfrm>
              <a:off x="9257746" y="5228277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2"/>
                    <a:pt x="106192" y="52679"/>
                  </a:cubicBezTo>
                  <a:cubicBezTo>
                    <a:pt x="106192" y="23586"/>
                    <a:pt x="82422" y="0"/>
                    <a:pt x="53090" y="0"/>
                  </a:cubicBezTo>
                  <a:cubicBezTo>
                    <a:pt x="23770" y="0"/>
                    <a:pt x="0" y="23586"/>
                    <a:pt x="0" y="52679"/>
                  </a:cubicBezTo>
                  <a:cubicBezTo>
                    <a:pt x="0" y="81772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1E8480B2-601A-4CC0-992A-ADA4396D620D}"/>
                </a:ext>
              </a:extLst>
            </p:cNvPr>
            <p:cNvSpPr/>
            <p:nvPr/>
          </p:nvSpPr>
          <p:spPr>
            <a:xfrm>
              <a:off x="10438946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4A4CF4D1-395E-CF00-96CF-97AA1C6DA8B3}"/>
                </a:ext>
              </a:extLst>
            </p:cNvPr>
            <p:cNvSpPr/>
            <p:nvPr/>
          </p:nvSpPr>
          <p:spPr>
            <a:xfrm>
              <a:off x="10864488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209DC099-9E74-9205-B11A-CFC24654E011}"/>
                </a:ext>
              </a:extLst>
            </p:cNvPr>
            <p:cNvSpPr/>
            <p:nvPr/>
          </p:nvSpPr>
          <p:spPr>
            <a:xfrm>
              <a:off x="11325812" y="6376381"/>
              <a:ext cx="106203" cy="105358"/>
            </a:xfrm>
            <a:custGeom>
              <a:avLst/>
              <a:gdLst>
                <a:gd name="connsiteX0" fmla="*/ 53102 w 106203"/>
                <a:gd name="connsiteY0" fmla="*/ 105359 h 105358"/>
                <a:gd name="connsiteX1" fmla="*/ 106204 w 106203"/>
                <a:gd name="connsiteY1" fmla="*/ 52679 h 105358"/>
                <a:gd name="connsiteX2" fmla="*/ 53102 w 106203"/>
                <a:gd name="connsiteY2" fmla="*/ 0 h 105358"/>
                <a:gd name="connsiteX3" fmla="*/ 0 w 106203"/>
                <a:gd name="connsiteY3" fmla="*/ 52679 h 105358"/>
                <a:gd name="connsiteX4" fmla="*/ 53102 w 106203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3" h="105358">
                  <a:moveTo>
                    <a:pt x="53102" y="105359"/>
                  </a:moveTo>
                  <a:cubicBezTo>
                    <a:pt x="82434" y="105359"/>
                    <a:pt x="106204" y="81778"/>
                    <a:pt x="106204" y="52679"/>
                  </a:cubicBezTo>
                  <a:cubicBezTo>
                    <a:pt x="106204" y="23581"/>
                    <a:pt x="82434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B4ED8A79-FBD9-7455-CCAE-F10AADCFEDBC}"/>
                </a:ext>
              </a:extLst>
            </p:cNvPr>
            <p:cNvSpPr/>
            <p:nvPr/>
          </p:nvSpPr>
          <p:spPr>
            <a:xfrm>
              <a:off x="7635088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2" y="0"/>
                    <a:pt x="0" y="23581"/>
                    <a:pt x="0" y="52679"/>
                  </a:cubicBezTo>
                  <a:cubicBezTo>
                    <a:pt x="0" y="81778"/>
                    <a:pt x="23772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EAC0E893-AE74-EED0-3199-7568AB012707}"/>
                </a:ext>
              </a:extLst>
            </p:cNvPr>
            <p:cNvSpPr/>
            <p:nvPr/>
          </p:nvSpPr>
          <p:spPr>
            <a:xfrm>
              <a:off x="7189692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3" y="0"/>
                    <a:pt x="0" y="23581"/>
                    <a:pt x="0" y="52679"/>
                  </a:cubicBezTo>
                  <a:cubicBezTo>
                    <a:pt x="0" y="81778"/>
                    <a:pt x="23773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24" name="Группа 223">
            <a:extLst>
              <a:ext uri="{FF2B5EF4-FFF2-40B4-BE49-F238E27FC236}">
                <a16:creationId xmlns:a16="http://schemas.microsoft.com/office/drawing/2014/main" id="{1D874F10-E7AB-F99E-84B3-53D6646DE2D7}"/>
              </a:ext>
            </a:extLst>
          </p:cNvPr>
          <p:cNvGrpSpPr/>
          <p:nvPr userDrawn="1"/>
        </p:nvGrpSpPr>
        <p:grpSpPr>
          <a:xfrm>
            <a:off x="9482029" y="2515058"/>
            <a:ext cx="2095867" cy="830922"/>
            <a:chOff x="18966527" y="5030115"/>
            <a:chExt cx="4192280" cy="1661843"/>
          </a:xfrm>
        </p:grpSpPr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8336C37C-EBB1-22F4-CCA9-4815826ED397}"/>
                </a:ext>
              </a:extLst>
            </p:cNvPr>
            <p:cNvSpPr/>
            <p:nvPr/>
          </p:nvSpPr>
          <p:spPr>
            <a:xfrm>
              <a:off x="20229501" y="5219237"/>
              <a:ext cx="1666423" cy="1315792"/>
            </a:xfrm>
            <a:custGeom>
              <a:avLst/>
              <a:gdLst>
                <a:gd name="connsiteX0" fmla="*/ 1666424 w 1666423"/>
                <a:gd name="connsiteY0" fmla="*/ 657896 h 1315792"/>
                <a:gd name="connsiteX1" fmla="*/ 833212 w 1666423"/>
                <a:gd name="connsiteY1" fmla="*/ 1315792 h 1315792"/>
                <a:gd name="connsiteX2" fmla="*/ 0 w 1666423"/>
                <a:gd name="connsiteY2" fmla="*/ 657896 h 1315792"/>
                <a:gd name="connsiteX3" fmla="*/ 833212 w 1666423"/>
                <a:gd name="connsiteY3" fmla="*/ 0 h 1315792"/>
                <a:gd name="connsiteX4" fmla="*/ 1666424 w 1666423"/>
                <a:gd name="connsiteY4" fmla="*/ 657896 h 13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423" h="1315792">
                  <a:moveTo>
                    <a:pt x="1666424" y="657896"/>
                  </a:moveTo>
                  <a:cubicBezTo>
                    <a:pt x="1666424" y="1021242"/>
                    <a:pt x="1293382" y="1315792"/>
                    <a:pt x="833212" y="1315792"/>
                  </a:cubicBezTo>
                  <a:cubicBezTo>
                    <a:pt x="373042" y="1315792"/>
                    <a:pt x="0" y="1021242"/>
                    <a:pt x="0" y="657896"/>
                  </a:cubicBezTo>
                  <a:cubicBezTo>
                    <a:pt x="0" y="294550"/>
                    <a:pt x="373042" y="0"/>
                    <a:pt x="833212" y="0"/>
                  </a:cubicBezTo>
                  <a:cubicBezTo>
                    <a:pt x="1293382" y="0"/>
                    <a:pt x="1666424" y="294550"/>
                    <a:pt x="1666424" y="657896"/>
                  </a:cubicBezTo>
                  <a:close/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0048F5A2-DAF9-EA95-8943-B995EDCF8E7F}"/>
                </a:ext>
              </a:extLst>
            </p:cNvPr>
            <p:cNvSpPr/>
            <p:nvPr/>
          </p:nvSpPr>
          <p:spPr>
            <a:xfrm>
              <a:off x="21012266" y="5150823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C7735E44-B9D8-E489-0867-BE975540289D}"/>
                </a:ext>
              </a:extLst>
            </p:cNvPr>
            <p:cNvSpPr/>
            <p:nvPr/>
          </p:nvSpPr>
          <p:spPr>
            <a:xfrm>
              <a:off x="21012266" y="6466616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DBE65685-82ED-BB8D-BF45-45C99C4314C7}"/>
                </a:ext>
              </a:extLst>
            </p:cNvPr>
            <p:cNvSpPr/>
            <p:nvPr/>
          </p:nvSpPr>
          <p:spPr>
            <a:xfrm>
              <a:off x="19591909" y="5219236"/>
              <a:ext cx="552789" cy="1315795"/>
            </a:xfrm>
            <a:custGeom>
              <a:avLst/>
              <a:gdLst>
                <a:gd name="connsiteX0" fmla="*/ 552789 w 552789"/>
                <a:gd name="connsiteY0" fmla="*/ 0 h 1315795"/>
                <a:gd name="connsiteX1" fmla="*/ 0 w 552789"/>
                <a:gd name="connsiteY1" fmla="*/ 657897 h 1315795"/>
                <a:gd name="connsiteX2" fmla="*/ 552789 w 55278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789" h="1315795">
                  <a:moveTo>
                    <a:pt x="552789" y="0"/>
                  </a:moveTo>
                  <a:cubicBezTo>
                    <a:pt x="230277" y="97891"/>
                    <a:pt x="0" y="355502"/>
                    <a:pt x="0" y="657897"/>
                  </a:cubicBezTo>
                  <a:cubicBezTo>
                    <a:pt x="0" y="960289"/>
                    <a:pt x="230277" y="1217903"/>
                    <a:pt x="552789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3D1E8B87-65FB-7A95-9B08-664D11406E4C}"/>
                </a:ext>
              </a:extLst>
            </p:cNvPr>
            <p:cNvSpPr/>
            <p:nvPr/>
          </p:nvSpPr>
          <p:spPr>
            <a:xfrm>
              <a:off x="21972520" y="5219233"/>
              <a:ext cx="548754" cy="1315787"/>
            </a:xfrm>
            <a:custGeom>
              <a:avLst/>
              <a:gdLst>
                <a:gd name="connsiteX0" fmla="*/ 0 w 548754"/>
                <a:gd name="connsiteY0" fmla="*/ 1315788 h 1315787"/>
                <a:gd name="connsiteX1" fmla="*/ 548754 w 548754"/>
                <a:gd name="connsiteY1" fmla="*/ 657896 h 1315787"/>
                <a:gd name="connsiteX2" fmla="*/ 0 w 548754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54" h="1315787">
                  <a:moveTo>
                    <a:pt x="0" y="1315788"/>
                  </a:moveTo>
                  <a:cubicBezTo>
                    <a:pt x="320150" y="1217906"/>
                    <a:pt x="548754" y="960292"/>
                    <a:pt x="548754" y="657896"/>
                  </a:cubicBezTo>
                  <a:cubicBezTo>
                    <a:pt x="548754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CAD0199F-7B36-6C02-A7B7-6B60726AB793}"/>
                </a:ext>
              </a:extLst>
            </p:cNvPr>
            <p:cNvSpPr/>
            <p:nvPr/>
          </p:nvSpPr>
          <p:spPr>
            <a:xfrm>
              <a:off x="22610064" y="5219233"/>
              <a:ext cx="548743" cy="1315787"/>
            </a:xfrm>
            <a:custGeom>
              <a:avLst/>
              <a:gdLst>
                <a:gd name="connsiteX0" fmla="*/ 0 w 548743"/>
                <a:gd name="connsiteY0" fmla="*/ 1315788 h 1315787"/>
                <a:gd name="connsiteX1" fmla="*/ 548743 w 548743"/>
                <a:gd name="connsiteY1" fmla="*/ 657896 h 1315787"/>
                <a:gd name="connsiteX2" fmla="*/ 0 w 548743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3" h="1315787">
                  <a:moveTo>
                    <a:pt x="0" y="1315788"/>
                  </a:moveTo>
                  <a:cubicBezTo>
                    <a:pt x="320150" y="1217906"/>
                    <a:pt x="548743" y="960292"/>
                    <a:pt x="548743" y="657896"/>
                  </a:cubicBezTo>
                  <a:cubicBezTo>
                    <a:pt x="548743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5C41E780-141A-D989-563A-EB4A5B1D8543}"/>
                </a:ext>
              </a:extLst>
            </p:cNvPr>
            <p:cNvSpPr/>
            <p:nvPr/>
          </p:nvSpPr>
          <p:spPr>
            <a:xfrm>
              <a:off x="18966527" y="5219236"/>
              <a:ext cx="548749" cy="1315795"/>
            </a:xfrm>
            <a:custGeom>
              <a:avLst/>
              <a:gdLst>
                <a:gd name="connsiteX0" fmla="*/ 548750 w 548749"/>
                <a:gd name="connsiteY0" fmla="*/ 0 h 1315795"/>
                <a:gd name="connsiteX1" fmla="*/ 0 w 548749"/>
                <a:gd name="connsiteY1" fmla="*/ 657897 h 1315795"/>
                <a:gd name="connsiteX2" fmla="*/ 548750 w 54874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9" h="1315795">
                  <a:moveTo>
                    <a:pt x="548750" y="0"/>
                  </a:moveTo>
                  <a:cubicBezTo>
                    <a:pt x="228595" y="97891"/>
                    <a:pt x="0" y="355502"/>
                    <a:pt x="0" y="657897"/>
                  </a:cubicBezTo>
                  <a:cubicBezTo>
                    <a:pt x="0" y="960289"/>
                    <a:pt x="228595" y="1217903"/>
                    <a:pt x="548750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57F07CB6-B531-0361-6D5E-8A2D79061917}"/>
                </a:ext>
              </a:extLst>
            </p:cNvPr>
            <p:cNvSpPr/>
            <p:nvPr/>
          </p:nvSpPr>
          <p:spPr>
            <a:xfrm>
              <a:off x="21060604" y="5034136"/>
              <a:ext cx="11528" cy="1657822"/>
            </a:xfrm>
            <a:custGeom>
              <a:avLst/>
              <a:gdLst>
                <a:gd name="connsiteX0" fmla="*/ 0 w 11528"/>
                <a:gd name="connsiteY0" fmla="*/ 0 h 1657822"/>
                <a:gd name="connsiteX1" fmla="*/ 0 w 11528"/>
                <a:gd name="connsiteY1" fmla="*/ 1657823 h 165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8" h="1657822">
                  <a:moveTo>
                    <a:pt x="0" y="0"/>
                  </a:moveTo>
                  <a:lnTo>
                    <a:pt x="0" y="1657823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E5D7316F-53CF-D513-0555-8DA2A9519045}"/>
                </a:ext>
              </a:extLst>
            </p:cNvPr>
            <p:cNvSpPr/>
            <p:nvPr/>
          </p:nvSpPr>
          <p:spPr>
            <a:xfrm>
              <a:off x="21004184" y="5030115"/>
              <a:ext cx="110498" cy="55095"/>
            </a:xfrm>
            <a:custGeom>
              <a:avLst/>
              <a:gdLst>
                <a:gd name="connsiteX0" fmla="*/ 110498 w 110498"/>
                <a:gd name="connsiteY0" fmla="*/ 55096 h 55095"/>
                <a:gd name="connsiteX1" fmla="*/ 55255 w 110498"/>
                <a:gd name="connsiteY1" fmla="*/ 0 h 55095"/>
                <a:gd name="connsiteX2" fmla="*/ 0 w 110498"/>
                <a:gd name="connsiteY2" fmla="*/ 55096 h 5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8" h="55095">
                  <a:moveTo>
                    <a:pt x="110498" y="55096"/>
                  </a:moveTo>
                  <a:lnTo>
                    <a:pt x="55255" y="0"/>
                  </a:lnTo>
                  <a:lnTo>
                    <a:pt x="0" y="55096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34" name="Группа 233">
            <a:extLst>
              <a:ext uri="{FF2B5EF4-FFF2-40B4-BE49-F238E27FC236}">
                <a16:creationId xmlns:a16="http://schemas.microsoft.com/office/drawing/2014/main" id="{AD8D872F-854C-21A1-B6DB-F66A8F2EE78B}"/>
              </a:ext>
            </a:extLst>
          </p:cNvPr>
          <p:cNvGrpSpPr/>
          <p:nvPr userDrawn="1"/>
        </p:nvGrpSpPr>
        <p:grpSpPr>
          <a:xfrm>
            <a:off x="6515568" y="2539397"/>
            <a:ext cx="2168111" cy="778318"/>
            <a:chOff x="13032832" y="5078794"/>
            <a:chExt cx="4336787" cy="1556635"/>
          </a:xfrm>
        </p:grpSpPr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6F1A06F6-7015-7E09-73BB-5E1574307682}"/>
                </a:ext>
              </a:extLst>
            </p:cNvPr>
            <p:cNvSpPr/>
            <p:nvPr/>
          </p:nvSpPr>
          <p:spPr>
            <a:xfrm>
              <a:off x="13099764" y="5078794"/>
              <a:ext cx="2963148" cy="1556635"/>
            </a:xfrm>
            <a:custGeom>
              <a:avLst/>
              <a:gdLst>
                <a:gd name="connsiteX0" fmla="*/ 2963148 w 2963148"/>
                <a:gd name="connsiteY0" fmla="*/ 1556636 h 1556635"/>
                <a:gd name="connsiteX1" fmla="*/ 2116679 w 2963148"/>
                <a:gd name="connsiteY1" fmla="*/ 0 h 1556635"/>
                <a:gd name="connsiteX2" fmla="*/ 1270314 w 2963148"/>
                <a:gd name="connsiteY2" fmla="*/ 1556636 h 1556635"/>
                <a:gd name="connsiteX3" fmla="*/ 423840 w 2963148"/>
                <a:gd name="connsiteY3" fmla="*/ 0 h 1556635"/>
                <a:gd name="connsiteX4" fmla="*/ 0 w 2963148"/>
                <a:gd name="connsiteY4" fmla="*/ 78038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3148" h="1556635">
                  <a:moveTo>
                    <a:pt x="2963148" y="1556636"/>
                  </a:moveTo>
                  <a:cubicBezTo>
                    <a:pt x="2539919" y="1556636"/>
                    <a:pt x="2539919" y="0"/>
                    <a:pt x="2116679" y="0"/>
                  </a:cubicBezTo>
                  <a:cubicBezTo>
                    <a:pt x="1693439" y="0"/>
                    <a:pt x="1693554" y="1556636"/>
                    <a:pt x="1270314" y="1556636"/>
                  </a:cubicBezTo>
                  <a:cubicBezTo>
                    <a:pt x="847077" y="1556636"/>
                    <a:pt x="847077" y="0"/>
                    <a:pt x="423840" y="0"/>
                  </a:cubicBezTo>
                  <a:cubicBezTo>
                    <a:pt x="211847" y="0"/>
                    <a:pt x="106011" y="390541"/>
                    <a:pt x="0" y="78038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6" name="Полилиния 235">
              <a:extLst>
                <a:ext uri="{FF2B5EF4-FFF2-40B4-BE49-F238E27FC236}">
                  <a16:creationId xmlns:a16="http://schemas.microsoft.com/office/drawing/2014/main" id="{292F0B17-2466-F13C-CCE0-F0E7432D17BA}"/>
                </a:ext>
              </a:extLst>
            </p:cNvPr>
            <p:cNvSpPr/>
            <p:nvPr/>
          </p:nvSpPr>
          <p:spPr>
            <a:xfrm>
              <a:off x="13516380" y="5078794"/>
              <a:ext cx="3808915" cy="1556635"/>
            </a:xfrm>
            <a:custGeom>
              <a:avLst/>
              <a:gdLst>
                <a:gd name="connsiteX0" fmla="*/ 0 w 3808915"/>
                <a:gd name="connsiteY0" fmla="*/ 0 h 1556635"/>
                <a:gd name="connsiteX1" fmla="*/ 846371 w 3808915"/>
                <a:gd name="connsiteY1" fmla="*/ 1556636 h 1556635"/>
                <a:gd name="connsiteX2" fmla="*/ 1692840 w 3808915"/>
                <a:gd name="connsiteY2" fmla="*/ 0 h 1556635"/>
                <a:gd name="connsiteX3" fmla="*/ 2539309 w 3808915"/>
                <a:gd name="connsiteY3" fmla="*/ 1556636 h 1556635"/>
                <a:gd name="connsiteX4" fmla="*/ 3385686 w 3808915"/>
                <a:gd name="connsiteY4" fmla="*/ 0 h 1556635"/>
                <a:gd name="connsiteX5" fmla="*/ 3808915 w 3808915"/>
                <a:gd name="connsiteY5" fmla="*/ 77831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08915" h="1556635">
                  <a:moveTo>
                    <a:pt x="0" y="0"/>
                  </a:moveTo>
                  <a:cubicBezTo>
                    <a:pt x="423237" y="0"/>
                    <a:pt x="423237" y="1556636"/>
                    <a:pt x="846371" y="1556636"/>
                  </a:cubicBezTo>
                  <a:cubicBezTo>
                    <a:pt x="1269496" y="1556636"/>
                    <a:pt x="1269600" y="0"/>
                    <a:pt x="1692840" y="0"/>
                  </a:cubicBezTo>
                  <a:cubicBezTo>
                    <a:pt x="2116081" y="0"/>
                    <a:pt x="2116081" y="1556636"/>
                    <a:pt x="2539309" y="1556636"/>
                  </a:cubicBezTo>
                  <a:cubicBezTo>
                    <a:pt x="2962550" y="1556636"/>
                    <a:pt x="2962446" y="0"/>
                    <a:pt x="3385686" y="0"/>
                  </a:cubicBezTo>
                  <a:cubicBezTo>
                    <a:pt x="3597301" y="0"/>
                    <a:pt x="3703114" y="389159"/>
                    <a:pt x="3808915" y="77831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92960F0A-FC6A-0996-D175-F9FCD163BC15}"/>
                </a:ext>
              </a:extLst>
            </p:cNvPr>
            <p:cNvSpPr/>
            <p:nvPr/>
          </p:nvSpPr>
          <p:spPr>
            <a:xfrm>
              <a:off x="13093194" y="5859658"/>
              <a:ext cx="4232158" cy="11493"/>
            </a:xfrm>
            <a:custGeom>
              <a:avLst/>
              <a:gdLst>
                <a:gd name="connsiteX0" fmla="*/ 0 w 4232158"/>
                <a:gd name="connsiteY0" fmla="*/ 0 h 11493"/>
                <a:gd name="connsiteX1" fmla="*/ 4232159 w 4232158"/>
                <a:gd name="connsiteY1" fmla="*/ 0 h 1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158" h="11493">
                  <a:moveTo>
                    <a:pt x="0" y="0"/>
                  </a:moveTo>
                  <a:lnTo>
                    <a:pt x="4232159" y="0"/>
                  </a:lnTo>
                </a:path>
              </a:pathLst>
            </a:custGeom>
            <a:ln w="115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6DB63F1E-B971-5379-5056-2B964B0FC854}"/>
                </a:ext>
              </a:extLst>
            </p:cNvPr>
            <p:cNvSpPr/>
            <p:nvPr/>
          </p:nvSpPr>
          <p:spPr>
            <a:xfrm>
              <a:off x="14725690" y="5796878"/>
              <a:ext cx="104603" cy="104378"/>
            </a:xfrm>
            <a:custGeom>
              <a:avLst/>
              <a:gdLst>
                <a:gd name="connsiteX0" fmla="*/ 52307 w 104603"/>
                <a:gd name="connsiteY0" fmla="*/ 104379 h 104378"/>
                <a:gd name="connsiteX1" fmla="*/ 104604 w 104603"/>
                <a:gd name="connsiteY1" fmla="*/ 52190 h 104378"/>
                <a:gd name="connsiteX2" fmla="*/ 52307 w 104603"/>
                <a:gd name="connsiteY2" fmla="*/ 0 h 104378"/>
                <a:gd name="connsiteX3" fmla="*/ 0 w 104603"/>
                <a:gd name="connsiteY3" fmla="*/ 52190 h 104378"/>
                <a:gd name="connsiteX4" fmla="*/ 52307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307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CCD02B5B-1D4A-A385-BCB0-34BFE84C90C7}"/>
                </a:ext>
              </a:extLst>
            </p:cNvPr>
            <p:cNvSpPr/>
            <p:nvPr/>
          </p:nvSpPr>
          <p:spPr>
            <a:xfrm>
              <a:off x="13879227" y="5796878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1" y="104379"/>
                    <a:pt x="104608" y="81012"/>
                    <a:pt x="104608" y="52190"/>
                  </a:cubicBezTo>
                  <a:cubicBezTo>
                    <a:pt x="104608" y="23367"/>
                    <a:pt x="81191" y="0"/>
                    <a:pt x="52304" y="0"/>
                  </a:cubicBezTo>
                  <a:cubicBezTo>
                    <a:pt x="23417" y="0"/>
                    <a:pt x="0" y="23367"/>
                    <a:pt x="0" y="52190"/>
                  </a:cubicBezTo>
                  <a:cubicBezTo>
                    <a:pt x="0" y="81012"/>
                    <a:pt x="23417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DD07A308-0275-C2AC-1390-07350921BF84}"/>
                </a:ext>
              </a:extLst>
            </p:cNvPr>
            <p:cNvSpPr/>
            <p:nvPr/>
          </p:nvSpPr>
          <p:spPr>
            <a:xfrm>
              <a:off x="13032832" y="5796879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2" y="104379"/>
                    <a:pt x="104608" y="81012"/>
                    <a:pt x="104608" y="52190"/>
                  </a:cubicBezTo>
                  <a:cubicBezTo>
                    <a:pt x="104608" y="23367"/>
                    <a:pt x="81192" y="0"/>
                    <a:pt x="52304" y="0"/>
                  </a:cubicBezTo>
                  <a:cubicBezTo>
                    <a:pt x="23416" y="0"/>
                    <a:pt x="0" y="23367"/>
                    <a:pt x="0" y="52190"/>
                  </a:cubicBezTo>
                  <a:cubicBezTo>
                    <a:pt x="0" y="81012"/>
                    <a:pt x="23416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CFFAE746-2389-E2F0-8BBA-AB2A8A723258}"/>
                </a:ext>
              </a:extLst>
            </p:cNvPr>
            <p:cNvSpPr/>
            <p:nvPr/>
          </p:nvSpPr>
          <p:spPr>
            <a:xfrm>
              <a:off x="16441608" y="5819864"/>
              <a:ext cx="74677" cy="74520"/>
            </a:xfrm>
            <a:custGeom>
              <a:avLst/>
              <a:gdLst>
                <a:gd name="connsiteX0" fmla="*/ 37333 w 74677"/>
                <a:gd name="connsiteY0" fmla="*/ 74520 h 74520"/>
                <a:gd name="connsiteX1" fmla="*/ 74677 w 74677"/>
                <a:gd name="connsiteY1" fmla="*/ 37259 h 74520"/>
                <a:gd name="connsiteX2" fmla="*/ 37333 w 74677"/>
                <a:gd name="connsiteY2" fmla="*/ 0 h 74520"/>
                <a:gd name="connsiteX3" fmla="*/ 0 w 74677"/>
                <a:gd name="connsiteY3" fmla="*/ 37259 h 74520"/>
                <a:gd name="connsiteX4" fmla="*/ 37333 w 74677"/>
                <a:gd name="connsiteY4" fmla="*/ 74520 h 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77" h="74520">
                  <a:moveTo>
                    <a:pt x="37333" y="74520"/>
                  </a:moveTo>
                  <a:cubicBezTo>
                    <a:pt x="57963" y="74520"/>
                    <a:pt x="74677" y="57838"/>
                    <a:pt x="74677" y="37259"/>
                  </a:cubicBezTo>
                  <a:cubicBezTo>
                    <a:pt x="74677" y="16682"/>
                    <a:pt x="57963" y="0"/>
                    <a:pt x="37333" y="0"/>
                  </a:cubicBezTo>
                  <a:cubicBezTo>
                    <a:pt x="16714" y="0"/>
                    <a:pt x="0" y="16682"/>
                    <a:pt x="0" y="37259"/>
                  </a:cubicBezTo>
                  <a:cubicBezTo>
                    <a:pt x="0" y="57838"/>
                    <a:pt x="16714" y="74520"/>
                    <a:pt x="37333" y="74520"/>
                  </a:cubicBezTo>
                  <a:close/>
                </a:path>
              </a:pathLst>
            </a:custGeom>
            <a:solidFill>
              <a:srgbClr val="775AFF"/>
            </a:solidFill>
            <a:ln w="11500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5608BAFF-1229-90B3-FBF2-218BCE454E4C}"/>
                </a:ext>
              </a:extLst>
            </p:cNvPr>
            <p:cNvSpPr/>
            <p:nvPr/>
          </p:nvSpPr>
          <p:spPr>
            <a:xfrm>
              <a:off x="155762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4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0248EB2B-FDAD-A4BB-522D-0BD5676C263B}"/>
                </a:ext>
              </a:extLst>
            </p:cNvPr>
            <p:cNvSpPr/>
            <p:nvPr/>
          </p:nvSpPr>
          <p:spPr>
            <a:xfrm>
              <a:off x="164185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3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3" y="81012"/>
                    <a:pt x="104603" y="52190"/>
                  </a:cubicBezTo>
                  <a:cubicBezTo>
                    <a:pt x="104603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F2241D5B-ADEC-F157-BAA4-D1FE5E652929}"/>
                </a:ext>
              </a:extLst>
            </p:cNvPr>
            <p:cNvSpPr/>
            <p:nvPr/>
          </p:nvSpPr>
          <p:spPr>
            <a:xfrm>
              <a:off x="17265005" y="5796878"/>
              <a:ext cx="104614" cy="104378"/>
            </a:xfrm>
            <a:custGeom>
              <a:avLst/>
              <a:gdLst>
                <a:gd name="connsiteX0" fmla="*/ 52307 w 104614"/>
                <a:gd name="connsiteY0" fmla="*/ 104379 h 104378"/>
                <a:gd name="connsiteX1" fmla="*/ 104615 w 104614"/>
                <a:gd name="connsiteY1" fmla="*/ 52190 h 104378"/>
                <a:gd name="connsiteX2" fmla="*/ 52307 w 104614"/>
                <a:gd name="connsiteY2" fmla="*/ 0 h 104378"/>
                <a:gd name="connsiteX3" fmla="*/ 0 w 104614"/>
                <a:gd name="connsiteY3" fmla="*/ 52190 h 104378"/>
                <a:gd name="connsiteX4" fmla="*/ 52307 w 104614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14" h="104378">
                  <a:moveTo>
                    <a:pt x="52307" y="104379"/>
                  </a:moveTo>
                  <a:cubicBezTo>
                    <a:pt x="81197" y="104379"/>
                    <a:pt x="104615" y="81012"/>
                    <a:pt x="104615" y="52190"/>
                  </a:cubicBezTo>
                  <a:cubicBezTo>
                    <a:pt x="104615" y="23367"/>
                    <a:pt x="81197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45" name="Группа 244">
            <a:extLst>
              <a:ext uri="{FF2B5EF4-FFF2-40B4-BE49-F238E27FC236}">
                <a16:creationId xmlns:a16="http://schemas.microsoft.com/office/drawing/2014/main" id="{B8442C6B-AFCC-23D1-6417-7F49455071E0}"/>
              </a:ext>
            </a:extLst>
          </p:cNvPr>
          <p:cNvGrpSpPr/>
          <p:nvPr userDrawn="1"/>
        </p:nvGrpSpPr>
        <p:grpSpPr>
          <a:xfrm>
            <a:off x="634492" y="2574756"/>
            <a:ext cx="2156157" cy="711749"/>
            <a:chOff x="1269149" y="5149511"/>
            <a:chExt cx="4312875" cy="1423498"/>
          </a:xfrm>
        </p:grpSpPr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59416FFB-9F5D-E0C3-DDF0-9CDEA8499B77}"/>
                </a:ext>
              </a:extLst>
            </p:cNvPr>
            <p:cNvSpPr/>
            <p:nvPr/>
          </p:nvSpPr>
          <p:spPr>
            <a:xfrm>
              <a:off x="197096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1" y="1423498"/>
                    <a:pt x="0" y="1104837"/>
                    <a:pt x="0" y="711749"/>
                  </a:cubicBezTo>
                  <a:cubicBezTo>
                    <a:pt x="0" y="318661"/>
                    <a:pt x="320721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5E246B9F-D075-F451-3580-291D30164EC3}"/>
                </a:ext>
              </a:extLst>
            </p:cNvPr>
            <p:cNvSpPr/>
            <p:nvPr/>
          </p:nvSpPr>
          <p:spPr>
            <a:xfrm>
              <a:off x="126914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0" y="1423498"/>
                    <a:pt x="0" y="1104837"/>
                    <a:pt x="0" y="711749"/>
                  </a:cubicBezTo>
                  <a:cubicBezTo>
                    <a:pt x="0" y="318661"/>
                    <a:pt x="320720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54E45EB7-A646-59B9-B473-B0CA8F6EDD76}"/>
                </a:ext>
              </a:extLst>
            </p:cNvPr>
            <p:cNvSpPr/>
            <p:nvPr/>
          </p:nvSpPr>
          <p:spPr>
            <a:xfrm>
              <a:off x="2701833" y="5149511"/>
              <a:ext cx="1424393" cy="1423498"/>
            </a:xfrm>
            <a:custGeom>
              <a:avLst/>
              <a:gdLst>
                <a:gd name="connsiteX0" fmla="*/ 1424393 w 1424393"/>
                <a:gd name="connsiteY0" fmla="*/ 711749 h 1423498"/>
                <a:gd name="connsiteX1" fmla="*/ 712197 w 1424393"/>
                <a:gd name="connsiteY1" fmla="*/ 1423498 h 1423498"/>
                <a:gd name="connsiteX2" fmla="*/ 0 w 1424393"/>
                <a:gd name="connsiteY2" fmla="*/ 711749 h 1423498"/>
                <a:gd name="connsiteX3" fmla="*/ 712197 w 1424393"/>
                <a:gd name="connsiteY3" fmla="*/ 0 h 1423498"/>
                <a:gd name="connsiteX4" fmla="*/ 1424393 w 1424393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393" h="1423498">
                  <a:moveTo>
                    <a:pt x="1424393" y="711749"/>
                  </a:moveTo>
                  <a:cubicBezTo>
                    <a:pt x="1424393" y="1104837"/>
                    <a:pt x="1105532" y="1423498"/>
                    <a:pt x="712197" y="1423498"/>
                  </a:cubicBezTo>
                  <a:cubicBezTo>
                    <a:pt x="318861" y="1423498"/>
                    <a:pt x="0" y="1104837"/>
                    <a:pt x="0" y="711749"/>
                  </a:cubicBezTo>
                  <a:cubicBezTo>
                    <a:pt x="0" y="318661"/>
                    <a:pt x="318861" y="0"/>
                    <a:pt x="712197" y="0"/>
                  </a:cubicBezTo>
                  <a:cubicBezTo>
                    <a:pt x="1105532" y="0"/>
                    <a:pt x="1424393" y="318661"/>
                    <a:pt x="1424393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3DC34D4F-8727-3292-8872-11B218677413}"/>
                </a:ext>
              </a:extLst>
            </p:cNvPr>
            <p:cNvSpPr/>
            <p:nvPr/>
          </p:nvSpPr>
          <p:spPr>
            <a:xfrm>
              <a:off x="3411942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E143BFEA-6A28-D26C-B1AF-314AE5FF37C9}"/>
                </a:ext>
              </a:extLst>
            </p:cNvPr>
            <p:cNvSpPr/>
            <p:nvPr/>
          </p:nvSpPr>
          <p:spPr>
            <a:xfrm>
              <a:off x="4130388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10C7C1E9-F85B-C726-3446-5D6D75A1BB69}"/>
                </a:ext>
              </a:extLst>
            </p:cNvPr>
            <p:cNvSpPr/>
            <p:nvPr/>
          </p:nvSpPr>
          <p:spPr>
            <a:xfrm rot="10800000" flipV="1">
              <a:off x="2649292" y="5818680"/>
              <a:ext cx="104697" cy="104327"/>
            </a:xfrm>
            <a:custGeom>
              <a:avLst/>
              <a:gdLst>
                <a:gd name="connsiteX0" fmla="*/ 104821 w 104697"/>
                <a:gd name="connsiteY0" fmla="*/ 52226 h 104327"/>
                <a:gd name="connsiteX1" fmla="*/ 52472 w 104697"/>
                <a:gd name="connsiteY1" fmla="*/ 104390 h 104327"/>
                <a:gd name="connsiteX2" fmla="*/ 123 w 104697"/>
                <a:gd name="connsiteY2" fmla="*/ 52226 h 104327"/>
                <a:gd name="connsiteX3" fmla="*/ 52472 w 104697"/>
                <a:gd name="connsiteY3" fmla="*/ 62 h 104327"/>
                <a:gd name="connsiteX4" fmla="*/ 104821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21" y="52226"/>
                  </a:moveTo>
                  <a:cubicBezTo>
                    <a:pt x="104821" y="81035"/>
                    <a:pt x="81383" y="104390"/>
                    <a:pt x="52472" y="104390"/>
                  </a:cubicBezTo>
                  <a:cubicBezTo>
                    <a:pt x="23560" y="104390"/>
                    <a:pt x="123" y="81035"/>
                    <a:pt x="123" y="52226"/>
                  </a:cubicBezTo>
                  <a:cubicBezTo>
                    <a:pt x="123" y="23416"/>
                    <a:pt x="23560" y="62"/>
                    <a:pt x="52472" y="62"/>
                  </a:cubicBezTo>
                  <a:cubicBezTo>
                    <a:pt x="81383" y="62"/>
                    <a:pt x="104821" y="23416"/>
                    <a:pt x="104821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2" name="Полилиния 251">
              <a:extLst>
                <a:ext uri="{FF2B5EF4-FFF2-40B4-BE49-F238E27FC236}">
                  <a16:creationId xmlns:a16="http://schemas.microsoft.com/office/drawing/2014/main" id="{C5EEC085-7F9D-A020-3CBD-C9311AADFD7A}"/>
                </a:ext>
              </a:extLst>
            </p:cNvPr>
            <p:cNvSpPr/>
            <p:nvPr/>
          </p:nvSpPr>
          <p:spPr>
            <a:xfrm rot="10800000" flipV="1">
              <a:off x="2076178" y="5359341"/>
              <a:ext cx="104697" cy="104327"/>
            </a:xfrm>
            <a:custGeom>
              <a:avLst/>
              <a:gdLst>
                <a:gd name="connsiteX0" fmla="*/ 104771 w 104697"/>
                <a:gd name="connsiteY0" fmla="*/ 52186 h 104327"/>
                <a:gd name="connsiteX1" fmla="*/ 52422 w 104697"/>
                <a:gd name="connsiteY1" fmla="*/ 104350 h 104327"/>
                <a:gd name="connsiteX2" fmla="*/ 73 w 104697"/>
                <a:gd name="connsiteY2" fmla="*/ 52186 h 104327"/>
                <a:gd name="connsiteX3" fmla="*/ 52422 w 104697"/>
                <a:gd name="connsiteY3" fmla="*/ 22 h 104327"/>
                <a:gd name="connsiteX4" fmla="*/ 104771 w 104697"/>
                <a:gd name="connsiteY4" fmla="*/ 5218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71" y="52186"/>
                  </a:moveTo>
                  <a:cubicBezTo>
                    <a:pt x="104771" y="80995"/>
                    <a:pt x="81333" y="104350"/>
                    <a:pt x="52422" y="104350"/>
                  </a:cubicBezTo>
                  <a:cubicBezTo>
                    <a:pt x="23510" y="104350"/>
                    <a:pt x="73" y="80995"/>
                    <a:pt x="73" y="52186"/>
                  </a:cubicBezTo>
                  <a:cubicBezTo>
                    <a:pt x="73" y="23376"/>
                    <a:pt x="23510" y="22"/>
                    <a:pt x="52422" y="22"/>
                  </a:cubicBezTo>
                  <a:cubicBezTo>
                    <a:pt x="81333" y="22"/>
                    <a:pt x="104771" y="23376"/>
                    <a:pt x="104771" y="5218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094A838B-5D96-FEE0-8399-FD77CE47813B}"/>
                </a:ext>
              </a:extLst>
            </p:cNvPr>
            <p:cNvSpPr/>
            <p:nvPr/>
          </p:nvSpPr>
          <p:spPr>
            <a:xfrm rot="10800000" flipV="1">
              <a:off x="1498990" y="6377312"/>
              <a:ext cx="104697" cy="104327"/>
            </a:xfrm>
            <a:custGeom>
              <a:avLst/>
              <a:gdLst>
                <a:gd name="connsiteX0" fmla="*/ 104721 w 104697"/>
                <a:gd name="connsiteY0" fmla="*/ 52274 h 104327"/>
                <a:gd name="connsiteX1" fmla="*/ 52372 w 104697"/>
                <a:gd name="connsiteY1" fmla="*/ 104438 h 104327"/>
                <a:gd name="connsiteX2" fmla="*/ 23 w 104697"/>
                <a:gd name="connsiteY2" fmla="*/ 52274 h 104327"/>
                <a:gd name="connsiteX3" fmla="*/ 52372 w 104697"/>
                <a:gd name="connsiteY3" fmla="*/ 110 h 104327"/>
                <a:gd name="connsiteX4" fmla="*/ 104721 w 104697"/>
                <a:gd name="connsiteY4" fmla="*/ 52274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21" y="52274"/>
                  </a:moveTo>
                  <a:cubicBezTo>
                    <a:pt x="104721" y="81084"/>
                    <a:pt x="81283" y="104438"/>
                    <a:pt x="52372" y="104438"/>
                  </a:cubicBezTo>
                  <a:cubicBezTo>
                    <a:pt x="23460" y="104438"/>
                    <a:pt x="23" y="81084"/>
                    <a:pt x="23" y="52274"/>
                  </a:cubicBezTo>
                  <a:cubicBezTo>
                    <a:pt x="23" y="23465"/>
                    <a:pt x="23460" y="110"/>
                    <a:pt x="52372" y="110"/>
                  </a:cubicBezTo>
                  <a:cubicBezTo>
                    <a:pt x="81283" y="110"/>
                    <a:pt x="104721" y="23465"/>
                    <a:pt x="104721" y="52274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1D23CACF-401F-205A-8394-30B1881EF974}"/>
                </a:ext>
              </a:extLst>
            </p:cNvPr>
            <p:cNvSpPr/>
            <p:nvPr/>
          </p:nvSpPr>
          <p:spPr>
            <a:xfrm rot="10800000" flipV="1">
              <a:off x="4763020" y="6042130"/>
              <a:ext cx="104697" cy="104327"/>
            </a:xfrm>
            <a:custGeom>
              <a:avLst/>
              <a:gdLst>
                <a:gd name="connsiteX0" fmla="*/ 105004 w 104697"/>
                <a:gd name="connsiteY0" fmla="*/ 52245 h 104327"/>
                <a:gd name="connsiteX1" fmla="*/ 52655 w 104697"/>
                <a:gd name="connsiteY1" fmla="*/ 104409 h 104327"/>
                <a:gd name="connsiteX2" fmla="*/ 306 w 104697"/>
                <a:gd name="connsiteY2" fmla="*/ 52245 h 104327"/>
                <a:gd name="connsiteX3" fmla="*/ 52655 w 104697"/>
                <a:gd name="connsiteY3" fmla="*/ 81 h 104327"/>
                <a:gd name="connsiteX4" fmla="*/ 105004 w 104697"/>
                <a:gd name="connsiteY4" fmla="*/ 52245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04" y="52245"/>
                  </a:moveTo>
                  <a:cubicBezTo>
                    <a:pt x="105004" y="81054"/>
                    <a:pt x="81567" y="104409"/>
                    <a:pt x="52655" y="104409"/>
                  </a:cubicBezTo>
                  <a:cubicBezTo>
                    <a:pt x="23743" y="104409"/>
                    <a:pt x="306" y="81054"/>
                    <a:pt x="306" y="52245"/>
                  </a:cubicBezTo>
                  <a:cubicBezTo>
                    <a:pt x="306" y="23436"/>
                    <a:pt x="23743" y="81"/>
                    <a:pt x="52655" y="81"/>
                  </a:cubicBezTo>
                  <a:cubicBezTo>
                    <a:pt x="81567" y="81"/>
                    <a:pt x="105004" y="23436"/>
                    <a:pt x="105004" y="52245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5FBCDFCD-DFA6-C96A-7F30-F9ED1B91A3F0}"/>
                </a:ext>
              </a:extLst>
            </p:cNvPr>
            <p:cNvSpPr/>
            <p:nvPr/>
          </p:nvSpPr>
          <p:spPr>
            <a:xfrm rot="10800000" flipV="1">
              <a:off x="5477327" y="5603493"/>
              <a:ext cx="104697" cy="104327"/>
            </a:xfrm>
            <a:custGeom>
              <a:avLst/>
              <a:gdLst>
                <a:gd name="connsiteX0" fmla="*/ 105066 w 104697"/>
                <a:gd name="connsiteY0" fmla="*/ 52207 h 104327"/>
                <a:gd name="connsiteX1" fmla="*/ 52717 w 104697"/>
                <a:gd name="connsiteY1" fmla="*/ 104371 h 104327"/>
                <a:gd name="connsiteX2" fmla="*/ 368 w 104697"/>
                <a:gd name="connsiteY2" fmla="*/ 52207 h 104327"/>
                <a:gd name="connsiteX3" fmla="*/ 52717 w 104697"/>
                <a:gd name="connsiteY3" fmla="*/ 43 h 104327"/>
                <a:gd name="connsiteX4" fmla="*/ 105066 w 104697"/>
                <a:gd name="connsiteY4" fmla="*/ 52207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66" y="52207"/>
                  </a:moveTo>
                  <a:cubicBezTo>
                    <a:pt x="105066" y="81016"/>
                    <a:pt x="81628" y="104371"/>
                    <a:pt x="52717" y="104371"/>
                  </a:cubicBezTo>
                  <a:cubicBezTo>
                    <a:pt x="23805" y="104371"/>
                    <a:pt x="368" y="81016"/>
                    <a:pt x="368" y="52207"/>
                  </a:cubicBezTo>
                  <a:cubicBezTo>
                    <a:pt x="368" y="23397"/>
                    <a:pt x="23805" y="43"/>
                    <a:pt x="52717" y="43"/>
                  </a:cubicBezTo>
                  <a:cubicBezTo>
                    <a:pt x="81628" y="43"/>
                    <a:pt x="105066" y="23397"/>
                    <a:pt x="105066" y="52207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0BA9E645-E0B0-1052-A9EE-F0F140A6B166}"/>
                </a:ext>
              </a:extLst>
            </p:cNvPr>
            <p:cNvSpPr/>
            <p:nvPr/>
          </p:nvSpPr>
          <p:spPr>
            <a:xfrm rot="10800000" flipV="1">
              <a:off x="3363564" y="5818680"/>
              <a:ext cx="104697" cy="104327"/>
            </a:xfrm>
            <a:custGeom>
              <a:avLst/>
              <a:gdLst>
                <a:gd name="connsiteX0" fmla="*/ 104883 w 104697"/>
                <a:gd name="connsiteY0" fmla="*/ 52226 h 104327"/>
                <a:gd name="connsiteX1" fmla="*/ 52534 w 104697"/>
                <a:gd name="connsiteY1" fmla="*/ 104390 h 104327"/>
                <a:gd name="connsiteX2" fmla="*/ 185 w 104697"/>
                <a:gd name="connsiteY2" fmla="*/ 52226 h 104327"/>
                <a:gd name="connsiteX3" fmla="*/ 52534 w 104697"/>
                <a:gd name="connsiteY3" fmla="*/ 62 h 104327"/>
                <a:gd name="connsiteX4" fmla="*/ 104883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83" y="52226"/>
                  </a:moveTo>
                  <a:cubicBezTo>
                    <a:pt x="104883" y="81035"/>
                    <a:pt x="81445" y="104390"/>
                    <a:pt x="52534" y="104390"/>
                  </a:cubicBezTo>
                  <a:cubicBezTo>
                    <a:pt x="23622" y="104390"/>
                    <a:pt x="185" y="81035"/>
                    <a:pt x="185" y="52226"/>
                  </a:cubicBezTo>
                  <a:cubicBezTo>
                    <a:pt x="185" y="23416"/>
                    <a:pt x="23622" y="62"/>
                    <a:pt x="52534" y="62"/>
                  </a:cubicBezTo>
                  <a:cubicBezTo>
                    <a:pt x="81445" y="62"/>
                    <a:pt x="104883" y="23416"/>
                    <a:pt x="104883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E460339A-4310-D3F6-CB96-D2C7B84EE399}"/>
                </a:ext>
              </a:extLst>
            </p:cNvPr>
            <p:cNvSpPr/>
            <p:nvPr/>
          </p:nvSpPr>
          <p:spPr>
            <a:xfrm rot="10800000" flipV="1">
              <a:off x="4077836" y="5818680"/>
              <a:ext cx="104697" cy="104327"/>
            </a:xfrm>
            <a:custGeom>
              <a:avLst/>
              <a:gdLst>
                <a:gd name="connsiteX0" fmla="*/ 104945 w 104697"/>
                <a:gd name="connsiteY0" fmla="*/ 52226 h 104327"/>
                <a:gd name="connsiteX1" fmla="*/ 52596 w 104697"/>
                <a:gd name="connsiteY1" fmla="*/ 104390 h 104327"/>
                <a:gd name="connsiteX2" fmla="*/ 247 w 104697"/>
                <a:gd name="connsiteY2" fmla="*/ 52226 h 104327"/>
                <a:gd name="connsiteX3" fmla="*/ 52596 w 104697"/>
                <a:gd name="connsiteY3" fmla="*/ 62 h 104327"/>
                <a:gd name="connsiteX4" fmla="*/ 104945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945" y="52226"/>
                  </a:moveTo>
                  <a:cubicBezTo>
                    <a:pt x="104945" y="81035"/>
                    <a:pt x="81507" y="104390"/>
                    <a:pt x="52596" y="104390"/>
                  </a:cubicBezTo>
                  <a:cubicBezTo>
                    <a:pt x="23684" y="104390"/>
                    <a:pt x="247" y="81035"/>
                    <a:pt x="247" y="52226"/>
                  </a:cubicBezTo>
                  <a:cubicBezTo>
                    <a:pt x="247" y="23416"/>
                    <a:pt x="23684" y="62"/>
                    <a:pt x="52596" y="62"/>
                  </a:cubicBezTo>
                  <a:cubicBezTo>
                    <a:pt x="81507" y="62"/>
                    <a:pt x="104945" y="23416"/>
                    <a:pt x="104945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58" name="Text 3">
            <a:hlinkClick r:id="rId2"/>
            <a:extLst>
              <a:ext uri="{FF2B5EF4-FFF2-40B4-BE49-F238E27FC236}">
                <a16:creationId xmlns:a16="http://schemas.microsoft.com/office/drawing/2014/main" id="{92A1D86A-6E0A-12C7-74CB-DAFC7556626B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линейных иллюстраций здесь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941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499B1-4F56-9A30-5973-87EB96B63F56}"/>
              </a:ext>
            </a:extLst>
          </p:cNvPr>
          <p:cNvSpPr txBox="1"/>
          <p:nvPr userDrawn="1"/>
        </p:nvSpPr>
        <p:spPr>
          <a:xfrm>
            <a:off x="609596" y="408890"/>
            <a:ext cx="9475200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Линейная графика</a:t>
            </a:r>
          </a:p>
        </p:txBody>
      </p:sp>
      <p:sp>
        <p:nvSpPr>
          <p:cNvPr id="3" name="Text 3">
            <a:hlinkClick r:id="rId2"/>
            <a:extLst>
              <a:ext uri="{FF2B5EF4-FFF2-40B4-BE49-F238E27FC236}">
                <a16:creationId xmlns:a16="http://schemas.microsoft.com/office/drawing/2014/main" id="{58794D2A-53CA-F559-313B-F231A82C399A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линейных иллюстраций здесь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6E7629D-0C2A-2E1E-EE32-B9F36A6B77C8}"/>
              </a:ext>
            </a:extLst>
          </p:cNvPr>
          <p:cNvSpPr/>
          <p:nvPr userDrawn="1"/>
        </p:nvSpPr>
        <p:spPr>
          <a:xfrm>
            <a:off x="7994384" y="1219200"/>
            <a:ext cx="3580506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Толщина линии при масштабировании – 2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пт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C9FE35D-5748-D385-21CB-8C3FC424C8B4}"/>
              </a:ext>
            </a:extLst>
          </p:cNvPr>
          <p:cNvGrpSpPr/>
          <p:nvPr userDrawn="1"/>
        </p:nvGrpSpPr>
        <p:grpSpPr>
          <a:xfrm>
            <a:off x="3647914" y="2490511"/>
            <a:ext cx="2015422" cy="1062267"/>
            <a:chOff x="7296778" y="4981021"/>
            <a:chExt cx="4031369" cy="2124533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4A985AD-0036-884A-7E0E-AD02DD0D8FF0}"/>
                </a:ext>
              </a:extLst>
            </p:cNvPr>
            <p:cNvSpPr/>
            <p:nvPr/>
          </p:nvSpPr>
          <p:spPr>
            <a:xfrm>
              <a:off x="7296778" y="5379608"/>
              <a:ext cx="779140" cy="1327352"/>
            </a:xfrm>
            <a:custGeom>
              <a:avLst/>
              <a:gdLst>
                <a:gd name="connsiteX0" fmla="*/ 779140 w 779140"/>
                <a:gd name="connsiteY0" fmla="*/ 265741 h 1327352"/>
                <a:gd name="connsiteX1" fmla="*/ 0 w 779140"/>
                <a:gd name="connsiteY1" fmla="*/ 0 h 1327352"/>
                <a:gd name="connsiteX2" fmla="*/ 0 w 779140"/>
                <a:gd name="connsiteY2" fmla="*/ 1327352 h 1327352"/>
                <a:gd name="connsiteX3" fmla="*/ 779140 w 779140"/>
                <a:gd name="connsiteY3" fmla="*/ 1224790 h 1327352"/>
                <a:gd name="connsiteX4" fmla="*/ 779140 w 779140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0" h="1327352">
                  <a:moveTo>
                    <a:pt x="779140" y="265741"/>
                  </a:moveTo>
                  <a:lnTo>
                    <a:pt x="0" y="0"/>
                  </a:lnTo>
                  <a:lnTo>
                    <a:pt x="0" y="1327352"/>
                  </a:lnTo>
                  <a:lnTo>
                    <a:pt x="779140" y="1224790"/>
                  </a:lnTo>
                  <a:lnTo>
                    <a:pt x="77914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5DC7C3A-C8DE-65CA-1338-ABAA93EE1C29}"/>
                </a:ext>
              </a:extLst>
            </p:cNvPr>
            <p:cNvSpPr/>
            <p:nvPr/>
          </p:nvSpPr>
          <p:spPr>
            <a:xfrm>
              <a:off x="10549002" y="5379608"/>
              <a:ext cx="779145" cy="1327352"/>
            </a:xfrm>
            <a:custGeom>
              <a:avLst/>
              <a:gdLst>
                <a:gd name="connsiteX0" fmla="*/ 0 w 779145"/>
                <a:gd name="connsiteY0" fmla="*/ 265741 h 1327352"/>
                <a:gd name="connsiteX1" fmla="*/ 779146 w 779145"/>
                <a:gd name="connsiteY1" fmla="*/ 0 h 1327352"/>
                <a:gd name="connsiteX2" fmla="*/ 779146 w 779145"/>
                <a:gd name="connsiteY2" fmla="*/ 1327352 h 1327352"/>
                <a:gd name="connsiteX3" fmla="*/ 0 w 779145"/>
                <a:gd name="connsiteY3" fmla="*/ 1224790 h 1327352"/>
                <a:gd name="connsiteX4" fmla="*/ 0 w 779145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327352">
                  <a:moveTo>
                    <a:pt x="0" y="265741"/>
                  </a:moveTo>
                  <a:lnTo>
                    <a:pt x="779146" y="0"/>
                  </a:lnTo>
                  <a:lnTo>
                    <a:pt x="779146" y="1327352"/>
                  </a:lnTo>
                  <a:lnTo>
                    <a:pt x="0" y="1224790"/>
                  </a:lnTo>
                  <a:lnTo>
                    <a:pt x="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49146FF-C1A8-2098-F333-607414C9F066}"/>
                </a:ext>
              </a:extLst>
            </p:cNvPr>
            <p:cNvSpPr/>
            <p:nvPr/>
          </p:nvSpPr>
          <p:spPr>
            <a:xfrm>
              <a:off x="9897738" y="5147426"/>
              <a:ext cx="779145" cy="1791722"/>
            </a:xfrm>
            <a:custGeom>
              <a:avLst/>
              <a:gdLst>
                <a:gd name="connsiteX0" fmla="*/ 0 w 779145"/>
                <a:gd name="connsiteY0" fmla="*/ 652724 h 1791722"/>
                <a:gd name="connsiteX1" fmla="*/ 779146 w 779145"/>
                <a:gd name="connsiteY1" fmla="*/ 0 h 1791722"/>
                <a:gd name="connsiteX2" fmla="*/ 779146 w 779145"/>
                <a:gd name="connsiteY2" fmla="*/ 1791723 h 1791722"/>
                <a:gd name="connsiteX3" fmla="*/ 0 w 779145"/>
                <a:gd name="connsiteY3" fmla="*/ 1302188 h 1791722"/>
                <a:gd name="connsiteX4" fmla="*/ 0 w 779145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791722">
                  <a:moveTo>
                    <a:pt x="0" y="652724"/>
                  </a:moveTo>
                  <a:lnTo>
                    <a:pt x="779146" y="0"/>
                  </a:lnTo>
                  <a:lnTo>
                    <a:pt x="779146" y="1791723"/>
                  </a:lnTo>
                  <a:lnTo>
                    <a:pt x="0" y="1302188"/>
                  </a:lnTo>
                  <a:lnTo>
                    <a:pt x="0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5F79E9D-2014-56DA-6957-E77DA816302A}"/>
                </a:ext>
              </a:extLst>
            </p:cNvPr>
            <p:cNvSpPr/>
            <p:nvPr/>
          </p:nvSpPr>
          <p:spPr>
            <a:xfrm>
              <a:off x="9308593" y="4988753"/>
              <a:ext cx="10900" cy="2087768"/>
            </a:xfrm>
            <a:custGeom>
              <a:avLst/>
              <a:gdLst>
                <a:gd name="connsiteX0" fmla="*/ 0 w 10900"/>
                <a:gd name="connsiteY0" fmla="*/ 0 h 2087768"/>
                <a:gd name="connsiteX1" fmla="*/ 0 w 10900"/>
                <a:gd name="connsiteY1" fmla="*/ 2087769 h 20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087768">
                  <a:moveTo>
                    <a:pt x="0" y="0"/>
                  </a:moveTo>
                  <a:lnTo>
                    <a:pt x="0" y="2087769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E96D4C13-B7EB-7BE2-426B-A79C0519A5E6}"/>
                </a:ext>
              </a:extLst>
            </p:cNvPr>
            <p:cNvSpPr/>
            <p:nvPr/>
          </p:nvSpPr>
          <p:spPr>
            <a:xfrm>
              <a:off x="9268644" y="4984887"/>
              <a:ext cx="82895" cy="41377"/>
            </a:xfrm>
            <a:custGeom>
              <a:avLst/>
              <a:gdLst>
                <a:gd name="connsiteX0" fmla="*/ 82896 w 82895"/>
                <a:gd name="connsiteY0" fmla="*/ 41378 h 41377"/>
                <a:gd name="connsiteX1" fmla="*/ 41443 w 82895"/>
                <a:gd name="connsiteY1" fmla="*/ 0 h 41377"/>
                <a:gd name="connsiteX2" fmla="*/ 0 w 82895"/>
                <a:gd name="connsiteY2" fmla="*/ 41378 h 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95" h="41377">
                  <a:moveTo>
                    <a:pt x="82896" y="41378"/>
                  </a:moveTo>
                  <a:lnTo>
                    <a:pt x="41443" y="0"/>
                  </a:lnTo>
                  <a:lnTo>
                    <a:pt x="0" y="41378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82847CE-B5FC-5D03-0562-224269CEA07F}"/>
                </a:ext>
              </a:extLst>
            </p:cNvPr>
            <p:cNvSpPr/>
            <p:nvPr/>
          </p:nvSpPr>
          <p:spPr>
            <a:xfrm>
              <a:off x="7548749" y="6095526"/>
              <a:ext cx="41446" cy="82757"/>
            </a:xfrm>
            <a:custGeom>
              <a:avLst/>
              <a:gdLst>
                <a:gd name="connsiteX0" fmla="*/ 41447 w 41446"/>
                <a:gd name="connsiteY0" fmla="*/ 0 h 82757"/>
                <a:gd name="connsiteX1" fmla="*/ 0 w 41446"/>
                <a:gd name="connsiteY1" fmla="*/ 41384 h 82757"/>
                <a:gd name="connsiteX2" fmla="*/ 41447 w 41446"/>
                <a:gd name="connsiteY2" fmla="*/ 82757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6" h="82757">
                  <a:moveTo>
                    <a:pt x="41447" y="0"/>
                  </a:moveTo>
                  <a:lnTo>
                    <a:pt x="0" y="41384"/>
                  </a:lnTo>
                  <a:lnTo>
                    <a:pt x="41447" y="82757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66502A-B1BD-4ED6-7421-7A9763826274}"/>
                </a:ext>
              </a:extLst>
            </p:cNvPr>
            <p:cNvSpPr/>
            <p:nvPr/>
          </p:nvSpPr>
          <p:spPr>
            <a:xfrm>
              <a:off x="11020763" y="6095526"/>
              <a:ext cx="41442" cy="82757"/>
            </a:xfrm>
            <a:custGeom>
              <a:avLst/>
              <a:gdLst>
                <a:gd name="connsiteX0" fmla="*/ 0 w 41442"/>
                <a:gd name="connsiteY0" fmla="*/ 82757 h 82757"/>
                <a:gd name="connsiteX1" fmla="*/ 41443 w 41442"/>
                <a:gd name="connsiteY1" fmla="*/ 41384 h 82757"/>
                <a:gd name="connsiteX2" fmla="*/ 0 w 41442"/>
                <a:gd name="connsiteY2" fmla="*/ 0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2" h="82757">
                  <a:moveTo>
                    <a:pt x="0" y="82757"/>
                  </a:moveTo>
                  <a:lnTo>
                    <a:pt x="41443" y="41384"/>
                  </a:lnTo>
                  <a:lnTo>
                    <a:pt x="0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8FA902C8-B47D-5BB8-ABD3-CEC184EBF2C4}"/>
                </a:ext>
              </a:extLst>
            </p:cNvPr>
            <p:cNvSpPr/>
            <p:nvPr/>
          </p:nvSpPr>
          <p:spPr>
            <a:xfrm>
              <a:off x="9440354" y="4981021"/>
              <a:ext cx="469035" cy="2124533"/>
            </a:xfrm>
            <a:custGeom>
              <a:avLst/>
              <a:gdLst>
                <a:gd name="connsiteX0" fmla="*/ 0 w 469035"/>
                <a:gd name="connsiteY0" fmla="*/ 773965 h 2124533"/>
                <a:gd name="connsiteX1" fmla="*/ 469035 w 469035"/>
                <a:gd name="connsiteY1" fmla="*/ 0 h 2124533"/>
                <a:gd name="connsiteX2" fmla="*/ 469035 w 469035"/>
                <a:gd name="connsiteY2" fmla="*/ 2124534 h 2124533"/>
                <a:gd name="connsiteX3" fmla="*/ 0 w 469035"/>
                <a:gd name="connsiteY3" fmla="*/ 1544059 h 2124533"/>
                <a:gd name="connsiteX4" fmla="*/ 0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0" y="773965"/>
                  </a:moveTo>
                  <a:lnTo>
                    <a:pt x="469035" y="0"/>
                  </a:lnTo>
                  <a:lnTo>
                    <a:pt x="469035" y="2124534"/>
                  </a:lnTo>
                  <a:lnTo>
                    <a:pt x="0" y="1544059"/>
                  </a:lnTo>
                  <a:lnTo>
                    <a:pt x="0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2765786-4922-49EF-3764-192852B4924F}"/>
                </a:ext>
              </a:extLst>
            </p:cNvPr>
            <p:cNvSpPr/>
            <p:nvPr/>
          </p:nvSpPr>
          <p:spPr>
            <a:xfrm>
              <a:off x="7932523" y="5147426"/>
              <a:ext cx="779142" cy="1791722"/>
            </a:xfrm>
            <a:custGeom>
              <a:avLst/>
              <a:gdLst>
                <a:gd name="connsiteX0" fmla="*/ 779143 w 779142"/>
                <a:gd name="connsiteY0" fmla="*/ 652724 h 1791722"/>
                <a:gd name="connsiteX1" fmla="*/ 0 w 779142"/>
                <a:gd name="connsiteY1" fmla="*/ 0 h 1791722"/>
                <a:gd name="connsiteX2" fmla="*/ 0 w 779142"/>
                <a:gd name="connsiteY2" fmla="*/ 1791723 h 1791722"/>
                <a:gd name="connsiteX3" fmla="*/ 779143 w 779142"/>
                <a:gd name="connsiteY3" fmla="*/ 1302188 h 1791722"/>
                <a:gd name="connsiteX4" fmla="*/ 779143 w 779142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2" h="1791722">
                  <a:moveTo>
                    <a:pt x="779143" y="652724"/>
                  </a:moveTo>
                  <a:lnTo>
                    <a:pt x="0" y="0"/>
                  </a:lnTo>
                  <a:lnTo>
                    <a:pt x="0" y="1791723"/>
                  </a:lnTo>
                  <a:lnTo>
                    <a:pt x="779143" y="1302188"/>
                  </a:lnTo>
                  <a:lnTo>
                    <a:pt x="779143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15841031-9FDC-05C1-04F2-05EEA0F47834}"/>
                </a:ext>
              </a:extLst>
            </p:cNvPr>
            <p:cNvSpPr/>
            <p:nvPr/>
          </p:nvSpPr>
          <p:spPr>
            <a:xfrm>
              <a:off x="8707763" y="4981021"/>
              <a:ext cx="469035" cy="2124533"/>
            </a:xfrm>
            <a:custGeom>
              <a:avLst/>
              <a:gdLst>
                <a:gd name="connsiteX0" fmla="*/ 469035 w 469035"/>
                <a:gd name="connsiteY0" fmla="*/ 773965 h 2124533"/>
                <a:gd name="connsiteX1" fmla="*/ 0 w 469035"/>
                <a:gd name="connsiteY1" fmla="*/ 0 h 2124533"/>
                <a:gd name="connsiteX2" fmla="*/ 0 w 469035"/>
                <a:gd name="connsiteY2" fmla="*/ 2124534 h 2124533"/>
                <a:gd name="connsiteX3" fmla="*/ 469035 w 469035"/>
                <a:gd name="connsiteY3" fmla="*/ 1544059 h 2124533"/>
                <a:gd name="connsiteX4" fmla="*/ 469035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469035" y="773965"/>
                  </a:moveTo>
                  <a:lnTo>
                    <a:pt x="0" y="0"/>
                  </a:lnTo>
                  <a:lnTo>
                    <a:pt x="0" y="2124534"/>
                  </a:lnTo>
                  <a:lnTo>
                    <a:pt x="469035" y="1544059"/>
                  </a:lnTo>
                  <a:lnTo>
                    <a:pt x="469035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8FE45FF-B4B4-178C-FED9-5B2BBE6B7E04}"/>
                </a:ext>
              </a:extLst>
            </p:cNvPr>
            <p:cNvSpPr/>
            <p:nvPr/>
          </p:nvSpPr>
          <p:spPr>
            <a:xfrm>
              <a:off x="8986852" y="6134222"/>
              <a:ext cx="645400" cy="10881"/>
            </a:xfrm>
            <a:custGeom>
              <a:avLst/>
              <a:gdLst>
                <a:gd name="connsiteX0" fmla="*/ 0 w 645400"/>
                <a:gd name="connsiteY0" fmla="*/ 0 h 10881"/>
                <a:gd name="connsiteX1" fmla="*/ 645401 w 645400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400" h="10881">
                  <a:moveTo>
                    <a:pt x="0" y="0"/>
                  </a:moveTo>
                  <a:lnTo>
                    <a:pt x="645401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261B60C-E6F4-A5B9-8D96-CA9FD9DFBAF4}"/>
                </a:ext>
              </a:extLst>
            </p:cNvPr>
            <p:cNvSpPr/>
            <p:nvPr/>
          </p:nvSpPr>
          <p:spPr>
            <a:xfrm>
              <a:off x="8327879" y="6134222"/>
              <a:ext cx="379873" cy="10881"/>
            </a:xfrm>
            <a:custGeom>
              <a:avLst/>
              <a:gdLst>
                <a:gd name="connsiteX0" fmla="*/ 0 w 379873"/>
                <a:gd name="connsiteY0" fmla="*/ 0 h 10881"/>
                <a:gd name="connsiteX1" fmla="*/ 379874 w 379873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3" h="10881">
                  <a:moveTo>
                    <a:pt x="0" y="0"/>
                  </a:moveTo>
                  <a:lnTo>
                    <a:pt x="379874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9F953ED-1CA7-6331-A57A-3C40B5445DCF}"/>
                </a:ext>
              </a:extLst>
            </p:cNvPr>
            <p:cNvSpPr/>
            <p:nvPr/>
          </p:nvSpPr>
          <p:spPr>
            <a:xfrm>
              <a:off x="7552624" y="6134222"/>
              <a:ext cx="379878" cy="10881"/>
            </a:xfrm>
            <a:custGeom>
              <a:avLst/>
              <a:gdLst>
                <a:gd name="connsiteX0" fmla="*/ 0 w 379878"/>
                <a:gd name="connsiteY0" fmla="*/ 0 h 10881"/>
                <a:gd name="connsiteX1" fmla="*/ 379878 w 379878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8" h="10881">
                  <a:moveTo>
                    <a:pt x="0" y="0"/>
                  </a:moveTo>
                  <a:lnTo>
                    <a:pt x="379878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CAD673C-FE87-17A2-C82F-995064141DA4}"/>
                </a:ext>
              </a:extLst>
            </p:cNvPr>
            <p:cNvSpPr/>
            <p:nvPr/>
          </p:nvSpPr>
          <p:spPr>
            <a:xfrm>
              <a:off x="9909434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ED38309-F684-E9DE-F711-36FF2513C42B}"/>
                </a:ext>
              </a:extLst>
            </p:cNvPr>
            <p:cNvSpPr/>
            <p:nvPr/>
          </p:nvSpPr>
          <p:spPr>
            <a:xfrm>
              <a:off x="10676938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9B009C8E-685A-4A90-7593-B2A6D118A5E4}"/>
              </a:ext>
            </a:extLst>
          </p:cNvPr>
          <p:cNvGrpSpPr/>
          <p:nvPr userDrawn="1"/>
        </p:nvGrpSpPr>
        <p:grpSpPr>
          <a:xfrm>
            <a:off x="9715714" y="2383421"/>
            <a:ext cx="1870160" cy="1270467"/>
            <a:chOff x="19433958" y="4766842"/>
            <a:chExt cx="3740808" cy="2540933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D4B45C1-D614-77B0-289D-B8700FBB0D71}"/>
                </a:ext>
              </a:extLst>
            </p:cNvPr>
            <p:cNvSpPr/>
            <p:nvPr/>
          </p:nvSpPr>
          <p:spPr>
            <a:xfrm>
              <a:off x="19433958" y="4864345"/>
              <a:ext cx="1874542" cy="2345944"/>
            </a:xfrm>
            <a:custGeom>
              <a:avLst/>
              <a:gdLst>
                <a:gd name="connsiteX0" fmla="*/ 1873267 w 1874542"/>
                <a:gd name="connsiteY0" fmla="*/ 1107360 h 2345944"/>
                <a:gd name="connsiteX1" fmla="*/ 1874543 w 1874542"/>
                <a:gd name="connsiteY1" fmla="*/ 1151019 h 2345944"/>
                <a:gd name="connsiteX2" fmla="*/ 1869092 w 1874542"/>
                <a:gd name="connsiteY2" fmla="*/ 1151106 h 2345944"/>
                <a:gd name="connsiteX3" fmla="*/ 1869256 w 1874542"/>
                <a:gd name="connsiteY3" fmla="*/ 1172974 h 2345944"/>
                <a:gd name="connsiteX4" fmla="*/ 1869092 w 1874542"/>
                <a:gd name="connsiteY4" fmla="*/ 1194841 h 2345944"/>
                <a:gd name="connsiteX5" fmla="*/ 1874543 w 1874542"/>
                <a:gd name="connsiteY5" fmla="*/ 1194928 h 2345944"/>
                <a:gd name="connsiteX6" fmla="*/ 1873267 w 1874542"/>
                <a:gd name="connsiteY6" fmla="*/ 1238587 h 2345944"/>
                <a:gd name="connsiteX7" fmla="*/ 1867817 w 1874542"/>
                <a:gd name="connsiteY7" fmla="*/ 1238347 h 2345944"/>
                <a:gd name="connsiteX8" fmla="*/ 1865256 w 1874542"/>
                <a:gd name="connsiteY8" fmla="*/ 1281875 h 2345944"/>
                <a:gd name="connsiteX9" fmla="*/ 1870695 w 1874542"/>
                <a:gd name="connsiteY9" fmla="*/ 1282278 h 2345944"/>
                <a:gd name="connsiteX10" fmla="*/ 1866814 w 1874542"/>
                <a:gd name="connsiteY10" fmla="*/ 1325871 h 2345944"/>
                <a:gd name="connsiteX11" fmla="*/ 1861397 w 1874542"/>
                <a:gd name="connsiteY11" fmla="*/ 1325316 h 2345944"/>
                <a:gd name="connsiteX12" fmla="*/ 1856241 w 1874542"/>
                <a:gd name="connsiteY12" fmla="*/ 1368572 h 2345944"/>
                <a:gd name="connsiteX13" fmla="*/ 1861637 w 1874542"/>
                <a:gd name="connsiteY13" fmla="*/ 1369291 h 2345944"/>
                <a:gd name="connsiteX14" fmla="*/ 1855162 w 1874542"/>
                <a:gd name="connsiteY14" fmla="*/ 1412492 h 2345944"/>
                <a:gd name="connsiteX15" fmla="*/ 1849777 w 1874542"/>
                <a:gd name="connsiteY15" fmla="*/ 1411610 h 2345944"/>
                <a:gd name="connsiteX16" fmla="*/ 1841994 w 1874542"/>
                <a:gd name="connsiteY16" fmla="*/ 1454507 h 2345944"/>
                <a:gd name="connsiteX17" fmla="*/ 1847336 w 1874542"/>
                <a:gd name="connsiteY17" fmla="*/ 1455563 h 2345944"/>
                <a:gd name="connsiteX18" fmla="*/ 1838190 w 1874542"/>
                <a:gd name="connsiteY18" fmla="*/ 1498373 h 2345944"/>
                <a:gd name="connsiteX19" fmla="*/ 1832871 w 1874542"/>
                <a:gd name="connsiteY19" fmla="*/ 1497154 h 2345944"/>
                <a:gd name="connsiteX20" fmla="*/ 1822440 w 1874542"/>
                <a:gd name="connsiteY20" fmla="*/ 1539441 h 2345944"/>
                <a:gd name="connsiteX21" fmla="*/ 1827704 w 1874542"/>
                <a:gd name="connsiteY21" fmla="*/ 1540834 h 2345944"/>
                <a:gd name="connsiteX22" fmla="*/ 1815899 w 1874542"/>
                <a:gd name="connsiteY22" fmla="*/ 1582914 h 2345944"/>
                <a:gd name="connsiteX23" fmla="*/ 1810678 w 1874542"/>
                <a:gd name="connsiteY23" fmla="*/ 1581358 h 2345944"/>
                <a:gd name="connsiteX24" fmla="*/ 1797565 w 1874542"/>
                <a:gd name="connsiteY24" fmla="*/ 1622905 h 2345944"/>
                <a:gd name="connsiteX25" fmla="*/ 1802732 w 1874542"/>
                <a:gd name="connsiteY25" fmla="*/ 1624625 h 2345944"/>
                <a:gd name="connsiteX26" fmla="*/ 1788202 w 1874542"/>
                <a:gd name="connsiteY26" fmla="*/ 1665921 h 2345944"/>
                <a:gd name="connsiteX27" fmla="*/ 1783090 w 1874542"/>
                <a:gd name="connsiteY27" fmla="*/ 1664027 h 2345944"/>
                <a:gd name="connsiteX28" fmla="*/ 1767274 w 1874542"/>
                <a:gd name="connsiteY28" fmla="*/ 1704638 h 2345944"/>
                <a:gd name="connsiteX29" fmla="*/ 1772320 w 1874542"/>
                <a:gd name="connsiteY29" fmla="*/ 1706696 h 2345944"/>
                <a:gd name="connsiteX30" fmla="*/ 1755087 w 1874542"/>
                <a:gd name="connsiteY30" fmla="*/ 1746893 h 2345944"/>
                <a:gd name="connsiteX31" fmla="*/ 1750117 w 1874542"/>
                <a:gd name="connsiteY31" fmla="*/ 1744662 h 2345944"/>
                <a:gd name="connsiteX32" fmla="*/ 1731608 w 1874542"/>
                <a:gd name="connsiteY32" fmla="*/ 1784064 h 2345944"/>
                <a:gd name="connsiteX33" fmla="*/ 1736502 w 1874542"/>
                <a:gd name="connsiteY33" fmla="*/ 1786459 h 2345944"/>
                <a:gd name="connsiteX34" fmla="*/ 1716533 w 1874542"/>
                <a:gd name="connsiteY34" fmla="*/ 1825383 h 2345944"/>
                <a:gd name="connsiteX35" fmla="*/ 1711726 w 1874542"/>
                <a:gd name="connsiteY35" fmla="*/ 1822814 h 2345944"/>
                <a:gd name="connsiteX36" fmla="*/ 1690471 w 1874542"/>
                <a:gd name="connsiteY36" fmla="*/ 1860867 h 2345944"/>
                <a:gd name="connsiteX37" fmla="*/ 1695180 w 1874542"/>
                <a:gd name="connsiteY37" fmla="*/ 1863610 h 2345944"/>
                <a:gd name="connsiteX38" fmla="*/ 1672453 w 1874542"/>
                <a:gd name="connsiteY38" fmla="*/ 1901010 h 2345944"/>
                <a:gd name="connsiteX39" fmla="*/ 1667842 w 1874542"/>
                <a:gd name="connsiteY39" fmla="*/ 1898104 h 2345944"/>
                <a:gd name="connsiteX40" fmla="*/ 1643862 w 1874542"/>
                <a:gd name="connsiteY40" fmla="*/ 1934459 h 2345944"/>
                <a:gd name="connsiteX41" fmla="*/ 1648364 w 1874542"/>
                <a:gd name="connsiteY41" fmla="*/ 1937539 h 2345944"/>
                <a:gd name="connsiteX42" fmla="*/ 1622901 w 1874542"/>
                <a:gd name="connsiteY42" fmla="*/ 1973110 h 2345944"/>
                <a:gd name="connsiteX43" fmla="*/ 1618530 w 1874542"/>
                <a:gd name="connsiteY43" fmla="*/ 1969867 h 2345944"/>
                <a:gd name="connsiteX44" fmla="*/ 1591835 w 1874542"/>
                <a:gd name="connsiteY44" fmla="*/ 2004241 h 2345944"/>
                <a:gd name="connsiteX45" fmla="*/ 1596075 w 1874542"/>
                <a:gd name="connsiteY45" fmla="*/ 2007658 h 2345944"/>
                <a:gd name="connsiteX46" fmla="*/ 1567898 w 1874542"/>
                <a:gd name="connsiteY46" fmla="*/ 2041107 h 2345944"/>
                <a:gd name="connsiteX47" fmla="*/ 1563800 w 1874542"/>
                <a:gd name="connsiteY47" fmla="*/ 2037515 h 2345944"/>
                <a:gd name="connsiteX48" fmla="*/ 1534369 w 1874542"/>
                <a:gd name="connsiteY48" fmla="*/ 2069647 h 2345944"/>
                <a:gd name="connsiteX49" fmla="*/ 1538315 w 1874542"/>
                <a:gd name="connsiteY49" fmla="*/ 2073402 h 2345944"/>
                <a:gd name="connsiteX50" fmla="*/ 1507402 w 1874542"/>
                <a:gd name="connsiteY50" fmla="*/ 2104402 h 2345944"/>
                <a:gd name="connsiteX51" fmla="*/ 1503620 w 1874542"/>
                <a:gd name="connsiteY51" fmla="*/ 2100483 h 2345944"/>
                <a:gd name="connsiteX52" fmla="*/ 1471562 w 1874542"/>
                <a:gd name="connsiteY52" fmla="*/ 2129938 h 2345944"/>
                <a:gd name="connsiteX53" fmla="*/ 1475159 w 1874542"/>
                <a:gd name="connsiteY53" fmla="*/ 2134030 h 2345944"/>
                <a:gd name="connsiteX54" fmla="*/ 1441619 w 1874542"/>
                <a:gd name="connsiteY54" fmla="*/ 2162156 h 2345944"/>
                <a:gd name="connsiteX55" fmla="*/ 1438208 w 1874542"/>
                <a:gd name="connsiteY55" fmla="*/ 2157911 h 2345944"/>
                <a:gd name="connsiteX56" fmla="*/ 1403610 w 1874542"/>
                <a:gd name="connsiteY56" fmla="*/ 2184296 h 2345944"/>
                <a:gd name="connsiteX57" fmla="*/ 1406815 w 1874542"/>
                <a:gd name="connsiteY57" fmla="*/ 2188693 h 2345944"/>
                <a:gd name="connsiteX58" fmla="*/ 1370779 w 1874542"/>
                <a:gd name="connsiteY58" fmla="*/ 2213543 h 2345944"/>
                <a:gd name="connsiteX59" fmla="*/ 1367792 w 1874542"/>
                <a:gd name="connsiteY59" fmla="*/ 2208993 h 2345944"/>
                <a:gd name="connsiteX60" fmla="*/ 1330808 w 1874542"/>
                <a:gd name="connsiteY60" fmla="*/ 2231884 h 2345944"/>
                <a:gd name="connsiteX61" fmla="*/ 1333555 w 1874542"/>
                <a:gd name="connsiteY61" fmla="*/ 2236575 h 2345944"/>
                <a:gd name="connsiteX62" fmla="*/ 1295219 w 1874542"/>
                <a:gd name="connsiteY62" fmla="*/ 2257692 h 2345944"/>
                <a:gd name="connsiteX63" fmla="*/ 1292701 w 1874542"/>
                <a:gd name="connsiteY63" fmla="*/ 2252870 h 2345944"/>
                <a:gd name="connsiteX64" fmla="*/ 1253569 w 1874542"/>
                <a:gd name="connsiteY64" fmla="*/ 2271831 h 2345944"/>
                <a:gd name="connsiteX65" fmla="*/ 1255815 w 1874542"/>
                <a:gd name="connsiteY65" fmla="*/ 2276783 h 2345944"/>
                <a:gd name="connsiteX66" fmla="*/ 1215451 w 1874542"/>
                <a:gd name="connsiteY66" fmla="*/ 2293742 h 2345944"/>
                <a:gd name="connsiteX67" fmla="*/ 1213468 w 1874542"/>
                <a:gd name="connsiteY67" fmla="*/ 2288670 h 2345944"/>
                <a:gd name="connsiteX68" fmla="*/ 1172505 w 1874542"/>
                <a:gd name="connsiteY68" fmla="*/ 2303288 h 2345944"/>
                <a:gd name="connsiteX69" fmla="*/ 1174205 w 1874542"/>
                <a:gd name="connsiteY69" fmla="*/ 2308469 h 2345944"/>
                <a:gd name="connsiteX70" fmla="*/ 1132196 w 1874542"/>
                <a:gd name="connsiteY70" fmla="*/ 2320867 h 2345944"/>
                <a:gd name="connsiteX71" fmla="*/ 1130800 w 1874542"/>
                <a:gd name="connsiteY71" fmla="*/ 2315598 h 2345944"/>
                <a:gd name="connsiteX72" fmla="*/ 1088475 w 1874542"/>
                <a:gd name="connsiteY72" fmla="*/ 2325525 h 2345944"/>
                <a:gd name="connsiteX73" fmla="*/ 1089565 w 1874542"/>
                <a:gd name="connsiteY73" fmla="*/ 2330859 h 2345944"/>
                <a:gd name="connsiteX74" fmla="*/ 1046437 w 1874542"/>
                <a:gd name="connsiteY74" fmla="*/ 2338391 h 2345944"/>
                <a:gd name="connsiteX75" fmla="*/ 1045654 w 1874542"/>
                <a:gd name="connsiteY75" fmla="*/ 2333003 h 2345944"/>
                <a:gd name="connsiteX76" fmla="*/ 1002475 w 1874542"/>
                <a:gd name="connsiteY76" fmla="*/ 2338010 h 2345944"/>
                <a:gd name="connsiteX77" fmla="*/ 1002945 w 1874542"/>
                <a:gd name="connsiteY77" fmla="*/ 2343431 h 2345944"/>
                <a:gd name="connsiteX78" fmla="*/ 959237 w 1874542"/>
                <a:gd name="connsiteY78" fmla="*/ 2345945 h 2345944"/>
                <a:gd name="connsiteX79" fmla="*/ 959080 w 1874542"/>
                <a:gd name="connsiteY79" fmla="*/ 2340503 h 2345944"/>
                <a:gd name="connsiteX80" fmla="*/ 937273 w 1874542"/>
                <a:gd name="connsiteY80" fmla="*/ 2340818 h 2345944"/>
                <a:gd name="connsiteX81" fmla="*/ 915467 w 1874542"/>
                <a:gd name="connsiteY81" fmla="*/ 2340503 h 2345944"/>
                <a:gd name="connsiteX82" fmla="*/ 915310 w 1874542"/>
                <a:gd name="connsiteY82" fmla="*/ 2345945 h 2345944"/>
                <a:gd name="connsiteX83" fmla="*/ 871600 w 1874542"/>
                <a:gd name="connsiteY83" fmla="*/ 2343431 h 2345944"/>
                <a:gd name="connsiteX84" fmla="*/ 872071 w 1874542"/>
                <a:gd name="connsiteY84" fmla="*/ 2338010 h 2345944"/>
                <a:gd name="connsiteX85" fmla="*/ 828892 w 1874542"/>
                <a:gd name="connsiteY85" fmla="*/ 2333003 h 2345944"/>
                <a:gd name="connsiteX86" fmla="*/ 828109 w 1874542"/>
                <a:gd name="connsiteY86" fmla="*/ 2338391 h 2345944"/>
                <a:gd name="connsiteX87" fmla="*/ 784978 w 1874542"/>
                <a:gd name="connsiteY87" fmla="*/ 2330859 h 2345944"/>
                <a:gd name="connsiteX88" fmla="*/ 786071 w 1874542"/>
                <a:gd name="connsiteY88" fmla="*/ 2325525 h 2345944"/>
                <a:gd name="connsiteX89" fmla="*/ 743742 w 1874542"/>
                <a:gd name="connsiteY89" fmla="*/ 2315598 h 2345944"/>
                <a:gd name="connsiteX90" fmla="*/ 742346 w 1874542"/>
                <a:gd name="connsiteY90" fmla="*/ 2320867 h 2345944"/>
                <a:gd name="connsiteX91" fmla="*/ 700345 w 1874542"/>
                <a:gd name="connsiteY91" fmla="*/ 2308469 h 2345944"/>
                <a:gd name="connsiteX92" fmla="*/ 702037 w 1874542"/>
                <a:gd name="connsiteY92" fmla="*/ 2303288 h 2345944"/>
                <a:gd name="connsiteX93" fmla="*/ 661076 w 1874542"/>
                <a:gd name="connsiteY93" fmla="*/ 2288670 h 2345944"/>
                <a:gd name="connsiteX94" fmla="*/ 659101 w 1874542"/>
                <a:gd name="connsiteY94" fmla="*/ 2293742 h 2345944"/>
                <a:gd name="connsiteX95" fmla="*/ 618731 w 1874542"/>
                <a:gd name="connsiteY95" fmla="*/ 2276783 h 2345944"/>
                <a:gd name="connsiteX96" fmla="*/ 620979 w 1874542"/>
                <a:gd name="connsiteY96" fmla="*/ 2271831 h 2345944"/>
                <a:gd name="connsiteX97" fmla="*/ 581840 w 1874542"/>
                <a:gd name="connsiteY97" fmla="*/ 2252870 h 2345944"/>
                <a:gd name="connsiteX98" fmla="*/ 579333 w 1874542"/>
                <a:gd name="connsiteY98" fmla="*/ 2257692 h 2345944"/>
                <a:gd name="connsiteX99" fmla="*/ 540989 w 1874542"/>
                <a:gd name="connsiteY99" fmla="*/ 2236575 h 2345944"/>
                <a:gd name="connsiteX100" fmla="*/ 543742 w 1874542"/>
                <a:gd name="connsiteY100" fmla="*/ 2231884 h 2345944"/>
                <a:gd name="connsiteX101" fmla="*/ 506754 w 1874542"/>
                <a:gd name="connsiteY101" fmla="*/ 2208993 h 2345944"/>
                <a:gd name="connsiteX102" fmla="*/ 503769 w 1874542"/>
                <a:gd name="connsiteY102" fmla="*/ 2213543 h 2345944"/>
                <a:gd name="connsiteX103" fmla="*/ 467732 w 1874542"/>
                <a:gd name="connsiteY103" fmla="*/ 2188704 h 2345944"/>
                <a:gd name="connsiteX104" fmla="*/ 470936 w 1874542"/>
                <a:gd name="connsiteY104" fmla="*/ 2184296 h 2345944"/>
                <a:gd name="connsiteX105" fmla="*/ 436334 w 1874542"/>
                <a:gd name="connsiteY105" fmla="*/ 2157911 h 2345944"/>
                <a:gd name="connsiteX106" fmla="*/ 432925 w 1874542"/>
                <a:gd name="connsiteY106" fmla="*/ 2162156 h 2345944"/>
                <a:gd name="connsiteX107" fmla="*/ 399387 w 1874542"/>
                <a:gd name="connsiteY107" fmla="*/ 2134030 h 2345944"/>
                <a:gd name="connsiteX108" fmla="*/ 402987 w 1874542"/>
                <a:gd name="connsiteY108" fmla="*/ 2129938 h 2345944"/>
                <a:gd name="connsiteX109" fmla="*/ 370926 w 1874542"/>
                <a:gd name="connsiteY109" fmla="*/ 2100483 h 2345944"/>
                <a:gd name="connsiteX110" fmla="*/ 367148 w 1874542"/>
                <a:gd name="connsiteY110" fmla="*/ 2104402 h 2345944"/>
                <a:gd name="connsiteX111" fmla="*/ 336231 w 1874542"/>
                <a:gd name="connsiteY111" fmla="*/ 2073402 h 2345944"/>
                <a:gd name="connsiteX112" fmla="*/ 340174 w 1874542"/>
                <a:gd name="connsiteY112" fmla="*/ 2069647 h 2345944"/>
                <a:gd name="connsiteX113" fmla="*/ 310749 w 1874542"/>
                <a:gd name="connsiteY113" fmla="*/ 2037515 h 2345944"/>
                <a:gd name="connsiteX114" fmla="*/ 306652 w 1874542"/>
                <a:gd name="connsiteY114" fmla="*/ 2041107 h 2345944"/>
                <a:gd name="connsiteX115" fmla="*/ 278466 w 1874542"/>
                <a:gd name="connsiteY115" fmla="*/ 2007658 h 2345944"/>
                <a:gd name="connsiteX116" fmla="*/ 282706 w 1874542"/>
                <a:gd name="connsiteY116" fmla="*/ 2004241 h 2345944"/>
                <a:gd name="connsiteX117" fmla="*/ 256016 w 1874542"/>
                <a:gd name="connsiteY117" fmla="*/ 1969867 h 2345944"/>
                <a:gd name="connsiteX118" fmla="*/ 251644 w 1874542"/>
                <a:gd name="connsiteY118" fmla="*/ 1973110 h 2345944"/>
                <a:gd name="connsiteX119" fmla="*/ 226186 w 1874542"/>
                <a:gd name="connsiteY119" fmla="*/ 1937539 h 2345944"/>
                <a:gd name="connsiteX120" fmla="*/ 230680 w 1874542"/>
                <a:gd name="connsiteY120" fmla="*/ 1934459 h 2345944"/>
                <a:gd name="connsiteX121" fmla="*/ 206700 w 1874542"/>
                <a:gd name="connsiteY121" fmla="*/ 1898104 h 2345944"/>
                <a:gd name="connsiteX122" fmla="*/ 202094 w 1874542"/>
                <a:gd name="connsiteY122" fmla="*/ 1901010 h 2345944"/>
                <a:gd name="connsiteX123" fmla="*/ 179368 w 1874542"/>
                <a:gd name="connsiteY123" fmla="*/ 1863610 h 2345944"/>
                <a:gd name="connsiteX124" fmla="*/ 184079 w 1874542"/>
                <a:gd name="connsiteY124" fmla="*/ 1860867 h 2345944"/>
                <a:gd name="connsiteX125" fmla="*/ 162815 w 1874542"/>
                <a:gd name="connsiteY125" fmla="*/ 1822814 h 2345944"/>
                <a:gd name="connsiteX126" fmla="*/ 158009 w 1874542"/>
                <a:gd name="connsiteY126" fmla="*/ 1825383 h 2345944"/>
                <a:gd name="connsiteX127" fmla="*/ 138042 w 1874542"/>
                <a:gd name="connsiteY127" fmla="*/ 1786459 h 2345944"/>
                <a:gd name="connsiteX128" fmla="*/ 142935 w 1874542"/>
                <a:gd name="connsiteY128" fmla="*/ 1784064 h 2345944"/>
                <a:gd name="connsiteX129" fmla="*/ 124428 w 1874542"/>
                <a:gd name="connsiteY129" fmla="*/ 1744662 h 2345944"/>
                <a:gd name="connsiteX130" fmla="*/ 119455 w 1874542"/>
                <a:gd name="connsiteY130" fmla="*/ 1746893 h 2345944"/>
                <a:gd name="connsiteX131" fmla="*/ 102223 w 1874542"/>
                <a:gd name="connsiteY131" fmla="*/ 1706696 h 2345944"/>
                <a:gd name="connsiteX132" fmla="*/ 107269 w 1874542"/>
                <a:gd name="connsiteY132" fmla="*/ 1704638 h 2345944"/>
                <a:gd name="connsiteX133" fmla="*/ 91455 w 1874542"/>
                <a:gd name="connsiteY133" fmla="*/ 1664038 h 2345944"/>
                <a:gd name="connsiteX134" fmla="*/ 86343 w 1874542"/>
                <a:gd name="connsiteY134" fmla="*/ 1665921 h 2345944"/>
                <a:gd name="connsiteX135" fmla="*/ 71812 w 1874542"/>
                <a:gd name="connsiteY135" fmla="*/ 1624625 h 2345944"/>
                <a:gd name="connsiteX136" fmla="*/ 76983 w 1874542"/>
                <a:gd name="connsiteY136" fmla="*/ 1622905 h 2345944"/>
                <a:gd name="connsiteX137" fmla="*/ 63872 w 1874542"/>
                <a:gd name="connsiteY137" fmla="*/ 1581358 h 2345944"/>
                <a:gd name="connsiteX138" fmla="*/ 58648 w 1874542"/>
                <a:gd name="connsiteY138" fmla="*/ 1582914 h 2345944"/>
                <a:gd name="connsiteX139" fmla="*/ 46838 w 1874542"/>
                <a:gd name="connsiteY139" fmla="*/ 1540834 h 2345944"/>
                <a:gd name="connsiteX140" fmla="*/ 52108 w 1874542"/>
                <a:gd name="connsiteY140" fmla="*/ 1539441 h 2345944"/>
                <a:gd name="connsiteX141" fmla="*/ 41671 w 1874542"/>
                <a:gd name="connsiteY141" fmla="*/ 1497154 h 2345944"/>
                <a:gd name="connsiteX142" fmla="*/ 36360 w 1874542"/>
                <a:gd name="connsiteY142" fmla="*/ 1498373 h 2345944"/>
                <a:gd name="connsiteX143" fmla="*/ 27210 w 1874542"/>
                <a:gd name="connsiteY143" fmla="*/ 1455563 h 2345944"/>
                <a:gd name="connsiteX144" fmla="*/ 32557 w 1874542"/>
                <a:gd name="connsiteY144" fmla="*/ 1454518 h 2345944"/>
                <a:gd name="connsiteX145" fmla="*/ 24766 w 1874542"/>
                <a:gd name="connsiteY145" fmla="*/ 1411610 h 2345944"/>
                <a:gd name="connsiteX146" fmla="*/ 19389 w 1874542"/>
                <a:gd name="connsiteY146" fmla="*/ 1412492 h 2345944"/>
                <a:gd name="connsiteX147" fmla="*/ 12904 w 1874542"/>
                <a:gd name="connsiteY147" fmla="*/ 1369291 h 2345944"/>
                <a:gd name="connsiteX148" fmla="*/ 18306 w 1874542"/>
                <a:gd name="connsiteY148" fmla="*/ 1368572 h 2345944"/>
                <a:gd name="connsiteX149" fmla="*/ 13148 w 1874542"/>
                <a:gd name="connsiteY149" fmla="*/ 1325316 h 2345944"/>
                <a:gd name="connsiteX150" fmla="*/ 7727 w 1874542"/>
                <a:gd name="connsiteY150" fmla="*/ 1325871 h 2345944"/>
                <a:gd name="connsiteX151" fmla="*/ 3853 w 1874542"/>
                <a:gd name="connsiteY151" fmla="*/ 1282278 h 2345944"/>
                <a:gd name="connsiteX152" fmla="*/ 9289 w 1874542"/>
                <a:gd name="connsiteY152" fmla="*/ 1281875 h 2345944"/>
                <a:gd name="connsiteX153" fmla="*/ 6725 w 1874542"/>
                <a:gd name="connsiteY153" fmla="*/ 1238347 h 2345944"/>
                <a:gd name="connsiteX154" fmla="*/ 1280 w 1874542"/>
                <a:gd name="connsiteY154" fmla="*/ 1238587 h 2345944"/>
                <a:gd name="connsiteX155" fmla="*/ 0 w 1874542"/>
                <a:gd name="connsiteY155" fmla="*/ 1194928 h 2345944"/>
                <a:gd name="connsiteX156" fmla="*/ 5450 w 1874542"/>
                <a:gd name="connsiteY156" fmla="*/ 1194841 h 2345944"/>
                <a:gd name="connsiteX157" fmla="*/ 5289 w 1874542"/>
                <a:gd name="connsiteY157" fmla="*/ 1172974 h 2345944"/>
                <a:gd name="connsiteX158" fmla="*/ 5450 w 1874542"/>
                <a:gd name="connsiteY158" fmla="*/ 1151106 h 2345944"/>
                <a:gd name="connsiteX159" fmla="*/ 0 w 1874542"/>
                <a:gd name="connsiteY159" fmla="*/ 1151019 h 2345944"/>
                <a:gd name="connsiteX160" fmla="*/ 1280 w 1874542"/>
                <a:gd name="connsiteY160" fmla="*/ 1107360 h 2345944"/>
                <a:gd name="connsiteX161" fmla="*/ 6725 w 1874542"/>
                <a:gd name="connsiteY161" fmla="*/ 1107600 h 2345944"/>
                <a:gd name="connsiteX162" fmla="*/ 9289 w 1874542"/>
                <a:gd name="connsiteY162" fmla="*/ 1064072 h 2345944"/>
                <a:gd name="connsiteX163" fmla="*/ 3853 w 1874542"/>
                <a:gd name="connsiteY163" fmla="*/ 1063669 h 2345944"/>
                <a:gd name="connsiteX164" fmla="*/ 7727 w 1874542"/>
                <a:gd name="connsiteY164" fmla="*/ 1020076 h 2345944"/>
                <a:gd name="connsiteX165" fmla="*/ 13148 w 1874542"/>
                <a:gd name="connsiteY165" fmla="*/ 1020631 h 2345944"/>
                <a:gd name="connsiteX166" fmla="*/ 18306 w 1874542"/>
                <a:gd name="connsiteY166" fmla="*/ 977377 h 2345944"/>
                <a:gd name="connsiteX167" fmla="*/ 12904 w 1874542"/>
                <a:gd name="connsiteY167" fmla="*/ 976652 h 2345944"/>
                <a:gd name="connsiteX168" fmla="*/ 19389 w 1874542"/>
                <a:gd name="connsiteY168" fmla="*/ 933449 h 2345944"/>
                <a:gd name="connsiteX169" fmla="*/ 24766 w 1874542"/>
                <a:gd name="connsiteY169" fmla="*/ 934337 h 2345944"/>
                <a:gd name="connsiteX170" fmla="*/ 32557 w 1874542"/>
                <a:gd name="connsiteY170" fmla="*/ 891433 h 2345944"/>
                <a:gd name="connsiteX171" fmla="*/ 27209 w 1874542"/>
                <a:gd name="connsiteY171" fmla="*/ 890380 h 2345944"/>
                <a:gd name="connsiteX172" fmla="*/ 36360 w 1874542"/>
                <a:gd name="connsiteY172" fmla="*/ 847578 h 2345944"/>
                <a:gd name="connsiteX173" fmla="*/ 41671 w 1874542"/>
                <a:gd name="connsiteY173" fmla="*/ 848797 h 2345944"/>
                <a:gd name="connsiteX174" fmla="*/ 52108 w 1874542"/>
                <a:gd name="connsiteY174" fmla="*/ 806501 h 2345944"/>
                <a:gd name="connsiteX175" fmla="*/ 46838 w 1874542"/>
                <a:gd name="connsiteY175" fmla="*/ 805116 h 2345944"/>
                <a:gd name="connsiteX176" fmla="*/ 58648 w 1874542"/>
                <a:gd name="connsiteY176" fmla="*/ 763036 h 2345944"/>
                <a:gd name="connsiteX177" fmla="*/ 63872 w 1874542"/>
                <a:gd name="connsiteY177" fmla="*/ 764588 h 2345944"/>
                <a:gd name="connsiteX178" fmla="*/ 76983 w 1874542"/>
                <a:gd name="connsiteY178" fmla="*/ 723046 h 2345944"/>
                <a:gd name="connsiteX179" fmla="*/ 71812 w 1874542"/>
                <a:gd name="connsiteY179" fmla="*/ 721326 h 2345944"/>
                <a:gd name="connsiteX180" fmla="*/ 86343 w 1874542"/>
                <a:gd name="connsiteY180" fmla="*/ 680025 h 2345944"/>
                <a:gd name="connsiteX181" fmla="*/ 91454 w 1874542"/>
                <a:gd name="connsiteY181" fmla="*/ 681913 h 2345944"/>
                <a:gd name="connsiteX182" fmla="*/ 107269 w 1874542"/>
                <a:gd name="connsiteY182" fmla="*/ 641308 h 2345944"/>
                <a:gd name="connsiteX183" fmla="*/ 102223 w 1874542"/>
                <a:gd name="connsiteY183" fmla="*/ 639251 h 2345944"/>
                <a:gd name="connsiteX184" fmla="*/ 119454 w 1874542"/>
                <a:gd name="connsiteY184" fmla="*/ 599053 h 2345944"/>
                <a:gd name="connsiteX185" fmla="*/ 124428 w 1874542"/>
                <a:gd name="connsiteY185" fmla="*/ 601279 h 2345944"/>
                <a:gd name="connsiteX186" fmla="*/ 142935 w 1874542"/>
                <a:gd name="connsiteY186" fmla="*/ 561882 h 2345944"/>
                <a:gd name="connsiteX187" fmla="*/ 138042 w 1874542"/>
                <a:gd name="connsiteY187" fmla="*/ 559485 h 2345944"/>
                <a:gd name="connsiteX188" fmla="*/ 158009 w 1874542"/>
                <a:gd name="connsiteY188" fmla="*/ 520564 h 2345944"/>
                <a:gd name="connsiteX189" fmla="*/ 162815 w 1874542"/>
                <a:gd name="connsiteY189" fmla="*/ 523130 h 2345944"/>
                <a:gd name="connsiteX190" fmla="*/ 184079 w 1874542"/>
                <a:gd name="connsiteY190" fmla="*/ 485077 h 2345944"/>
                <a:gd name="connsiteX191" fmla="*/ 179368 w 1874542"/>
                <a:gd name="connsiteY191" fmla="*/ 482339 h 2345944"/>
                <a:gd name="connsiteX192" fmla="*/ 202094 w 1874542"/>
                <a:gd name="connsiteY192" fmla="*/ 444932 h 2345944"/>
                <a:gd name="connsiteX193" fmla="*/ 206700 w 1874542"/>
                <a:gd name="connsiteY193" fmla="*/ 447839 h 2345944"/>
                <a:gd name="connsiteX194" fmla="*/ 230680 w 1874542"/>
                <a:gd name="connsiteY194" fmla="*/ 411483 h 2345944"/>
                <a:gd name="connsiteX195" fmla="*/ 226186 w 1874542"/>
                <a:gd name="connsiteY195" fmla="*/ 408405 h 2345944"/>
                <a:gd name="connsiteX196" fmla="*/ 251644 w 1874542"/>
                <a:gd name="connsiteY196" fmla="*/ 372830 h 2345944"/>
                <a:gd name="connsiteX197" fmla="*/ 256016 w 1874542"/>
                <a:gd name="connsiteY197" fmla="*/ 376079 h 2345944"/>
                <a:gd name="connsiteX198" fmla="*/ 282706 w 1874542"/>
                <a:gd name="connsiteY198" fmla="*/ 341702 h 2345944"/>
                <a:gd name="connsiteX199" fmla="*/ 278466 w 1874542"/>
                <a:gd name="connsiteY199" fmla="*/ 338283 h 2345944"/>
                <a:gd name="connsiteX200" fmla="*/ 306651 w 1874542"/>
                <a:gd name="connsiteY200" fmla="*/ 304839 h 2345944"/>
                <a:gd name="connsiteX201" fmla="*/ 310748 w 1874542"/>
                <a:gd name="connsiteY201" fmla="*/ 308428 h 2345944"/>
                <a:gd name="connsiteX202" fmla="*/ 340174 w 1874542"/>
                <a:gd name="connsiteY202" fmla="*/ 276300 h 2345944"/>
                <a:gd name="connsiteX203" fmla="*/ 336231 w 1874542"/>
                <a:gd name="connsiteY203" fmla="*/ 272543 h 2345944"/>
                <a:gd name="connsiteX204" fmla="*/ 367148 w 1874542"/>
                <a:gd name="connsiteY204" fmla="*/ 241539 h 2345944"/>
                <a:gd name="connsiteX205" fmla="*/ 370926 w 1874542"/>
                <a:gd name="connsiteY205" fmla="*/ 245462 h 2345944"/>
                <a:gd name="connsiteX206" fmla="*/ 402987 w 1874542"/>
                <a:gd name="connsiteY206" fmla="*/ 216008 h 2345944"/>
                <a:gd name="connsiteX207" fmla="*/ 399387 w 1874542"/>
                <a:gd name="connsiteY207" fmla="*/ 211920 h 2345944"/>
                <a:gd name="connsiteX208" fmla="*/ 432925 w 1874542"/>
                <a:gd name="connsiteY208" fmla="*/ 183789 h 2345944"/>
                <a:gd name="connsiteX209" fmla="*/ 436334 w 1874542"/>
                <a:gd name="connsiteY209" fmla="*/ 188036 h 2345944"/>
                <a:gd name="connsiteX210" fmla="*/ 470935 w 1874542"/>
                <a:gd name="connsiteY210" fmla="*/ 161649 h 2345944"/>
                <a:gd name="connsiteX211" fmla="*/ 467732 w 1874542"/>
                <a:gd name="connsiteY211" fmla="*/ 157247 h 2345944"/>
                <a:gd name="connsiteX212" fmla="*/ 503769 w 1874542"/>
                <a:gd name="connsiteY212" fmla="*/ 132403 h 2345944"/>
                <a:gd name="connsiteX213" fmla="*/ 506754 w 1874542"/>
                <a:gd name="connsiteY213" fmla="*/ 136956 h 2345944"/>
                <a:gd name="connsiteX214" fmla="*/ 543742 w 1874542"/>
                <a:gd name="connsiteY214" fmla="*/ 114063 h 2345944"/>
                <a:gd name="connsiteX215" fmla="*/ 540989 w 1874542"/>
                <a:gd name="connsiteY215" fmla="*/ 109367 h 2345944"/>
                <a:gd name="connsiteX216" fmla="*/ 579332 w 1874542"/>
                <a:gd name="connsiteY216" fmla="*/ 88249 h 2345944"/>
                <a:gd name="connsiteX217" fmla="*/ 581840 w 1874542"/>
                <a:gd name="connsiteY217" fmla="*/ 93081 h 2345944"/>
                <a:gd name="connsiteX218" fmla="*/ 620979 w 1874542"/>
                <a:gd name="connsiteY218" fmla="*/ 74116 h 2345944"/>
                <a:gd name="connsiteX219" fmla="*/ 618731 w 1874542"/>
                <a:gd name="connsiteY219" fmla="*/ 69159 h 2345944"/>
                <a:gd name="connsiteX220" fmla="*/ 659100 w 1874542"/>
                <a:gd name="connsiteY220" fmla="*/ 52203 h 2345944"/>
                <a:gd name="connsiteX221" fmla="*/ 661076 w 1874542"/>
                <a:gd name="connsiteY221" fmla="*/ 57275 h 2345944"/>
                <a:gd name="connsiteX222" fmla="*/ 702037 w 1874542"/>
                <a:gd name="connsiteY222" fmla="*/ 42654 h 2345944"/>
                <a:gd name="connsiteX223" fmla="*/ 700345 w 1874542"/>
                <a:gd name="connsiteY223" fmla="*/ 37480 h 2345944"/>
                <a:gd name="connsiteX224" fmla="*/ 742346 w 1874542"/>
                <a:gd name="connsiteY224" fmla="*/ 25084 h 2345944"/>
                <a:gd name="connsiteX225" fmla="*/ 743742 w 1874542"/>
                <a:gd name="connsiteY225" fmla="*/ 30344 h 2345944"/>
                <a:gd name="connsiteX226" fmla="*/ 786071 w 1874542"/>
                <a:gd name="connsiteY226" fmla="*/ 20421 h 2345944"/>
                <a:gd name="connsiteX227" fmla="*/ 784978 w 1874542"/>
                <a:gd name="connsiteY227" fmla="*/ 15090 h 2345944"/>
                <a:gd name="connsiteX228" fmla="*/ 828109 w 1874542"/>
                <a:gd name="connsiteY228" fmla="*/ 7555 h 2345944"/>
                <a:gd name="connsiteX229" fmla="*/ 828892 w 1874542"/>
                <a:gd name="connsiteY229" fmla="*/ 12941 h 2345944"/>
                <a:gd name="connsiteX230" fmla="*/ 872071 w 1874542"/>
                <a:gd name="connsiteY230" fmla="*/ 7940 h 2345944"/>
                <a:gd name="connsiteX231" fmla="*/ 871600 w 1874542"/>
                <a:gd name="connsiteY231" fmla="*/ 2519 h 2345944"/>
                <a:gd name="connsiteX232" fmla="*/ 915310 w 1874542"/>
                <a:gd name="connsiteY232" fmla="*/ 0 h 2345944"/>
                <a:gd name="connsiteX233" fmla="*/ 915467 w 1874542"/>
                <a:gd name="connsiteY233" fmla="*/ 5440 h 2345944"/>
                <a:gd name="connsiteX234" fmla="*/ 937273 w 1874542"/>
                <a:gd name="connsiteY234" fmla="*/ 5127 h 2345944"/>
                <a:gd name="connsiteX235" fmla="*/ 959080 w 1874542"/>
                <a:gd name="connsiteY235" fmla="*/ 5440 h 2345944"/>
                <a:gd name="connsiteX236" fmla="*/ 959237 w 1874542"/>
                <a:gd name="connsiteY236" fmla="*/ 0 h 2345944"/>
                <a:gd name="connsiteX237" fmla="*/ 1002945 w 1874542"/>
                <a:gd name="connsiteY237" fmla="*/ 2519 h 2345944"/>
                <a:gd name="connsiteX238" fmla="*/ 1002475 w 1874542"/>
                <a:gd name="connsiteY238" fmla="*/ 7940 h 2345944"/>
                <a:gd name="connsiteX239" fmla="*/ 1045654 w 1874542"/>
                <a:gd name="connsiteY239" fmla="*/ 12941 h 2345944"/>
                <a:gd name="connsiteX240" fmla="*/ 1046437 w 1874542"/>
                <a:gd name="connsiteY240" fmla="*/ 7555 h 2345944"/>
                <a:gd name="connsiteX241" fmla="*/ 1089565 w 1874542"/>
                <a:gd name="connsiteY241" fmla="*/ 15090 h 2345944"/>
                <a:gd name="connsiteX242" fmla="*/ 1088475 w 1874542"/>
                <a:gd name="connsiteY242" fmla="*/ 20421 h 2345944"/>
                <a:gd name="connsiteX243" fmla="*/ 1130800 w 1874542"/>
                <a:gd name="connsiteY243" fmla="*/ 30344 h 2345944"/>
                <a:gd name="connsiteX244" fmla="*/ 1132196 w 1874542"/>
                <a:gd name="connsiteY244" fmla="*/ 25084 h 2345944"/>
                <a:gd name="connsiteX245" fmla="*/ 1174205 w 1874542"/>
                <a:gd name="connsiteY245" fmla="*/ 37480 h 2345944"/>
                <a:gd name="connsiteX246" fmla="*/ 1172505 w 1874542"/>
                <a:gd name="connsiteY246" fmla="*/ 42654 h 2345944"/>
                <a:gd name="connsiteX247" fmla="*/ 1213468 w 1874542"/>
                <a:gd name="connsiteY247" fmla="*/ 57275 h 2345944"/>
                <a:gd name="connsiteX248" fmla="*/ 1215440 w 1874542"/>
                <a:gd name="connsiteY248" fmla="*/ 52203 h 2345944"/>
                <a:gd name="connsiteX249" fmla="*/ 1255815 w 1874542"/>
                <a:gd name="connsiteY249" fmla="*/ 69158 h 2345944"/>
                <a:gd name="connsiteX250" fmla="*/ 1253569 w 1874542"/>
                <a:gd name="connsiteY250" fmla="*/ 74116 h 2345944"/>
                <a:gd name="connsiteX251" fmla="*/ 1292701 w 1874542"/>
                <a:gd name="connsiteY251" fmla="*/ 93081 h 2345944"/>
                <a:gd name="connsiteX252" fmla="*/ 1295208 w 1874542"/>
                <a:gd name="connsiteY252" fmla="*/ 88249 h 2345944"/>
                <a:gd name="connsiteX253" fmla="*/ 1333555 w 1874542"/>
                <a:gd name="connsiteY253" fmla="*/ 109367 h 2345944"/>
                <a:gd name="connsiteX254" fmla="*/ 1330808 w 1874542"/>
                <a:gd name="connsiteY254" fmla="*/ 114063 h 2345944"/>
                <a:gd name="connsiteX255" fmla="*/ 1367792 w 1874542"/>
                <a:gd name="connsiteY255" fmla="*/ 136956 h 2345944"/>
                <a:gd name="connsiteX256" fmla="*/ 1370779 w 1874542"/>
                <a:gd name="connsiteY256" fmla="*/ 132403 h 2345944"/>
                <a:gd name="connsiteX257" fmla="*/ 1406815 w 1874542"/>
                <a:gd name="connsiteY257" fmla="*/ 157247 h 2345944"/>
                <a:gd name="connsiteX258" fmla="*/ 1403610 w 1874542"/>
                <a:gd name="connsiteY258" fmla="*/ 161649 h 2345944"/>
                <a:gd name="connsiteX259" fmla="*/ 1438208 w 1874542"/>
                <a:gd name="connsiteY259" fmla="*/ 188035 h 2345944"/>
                <a:gd name="connsiteX260" fmla="*/ 1441619 w 1874542"/>
                <a:gd name="connsiteY260" fmla="*/ 183789 h 2345944"/>
                <a:gd name="connsiteX261" fmla="*/ 1475159 w 1874542"/>
                <a:gd name="connsiteY261" fmla="*/ 211920 h 2345944"/>
                <a:gd name="connsiteX262" fmla="*/ 1471562 w 1874542"/>
                <a:gd name="connsiteY262" fmla="*/ 216006 h 2345944"/>
                <a:gd name="connsiteX263" fmla="*/ 1503620 w 1874542"/>
                <a:gd name="connsiteY263" fmla="*/ 245462 h 2345944"/>
                <a:gd name="connsiteX264" fmla="*/ 1507402 w 1874542"/>
                <a:gd name="connsiteY264" fmla="*/ 241539 h 2345944"/>
                <a:gd name="connsiteX265" fmla="*/ 1538315 w 1874542"/>
                <a:gd name="connsiteY265" fmla="*/ 272543 h 2345944"/>
                <a:gd name="connsiteX266" fmla="*/ 1534369 w 1874542"/>
                <a:gd name="connsiteY266" fmla="*/ 276299 h 2345944"/>
                <a:gd name="connsiteX267" fmla="*/ 1563800 w 1874542"/>
                <a:gd name="connsiteY267" fmla="*/ 308428 h 2345944"/>
                <a:gd name="connsiteX268" fmla="*/ 1567898 w 1874542"/>
                <a:gd name="connsiteY268" fmla="*/ 304839 h 2345944"/>
                <a:gd name="connsiteX269" fmla="*/ 1596075 w 1874542"/>
                <a:gd name="connsiteY269" fmla="*/ 338283 h 2345944"/>
                <a:gd name="connsiteX270" fmla="*/ 1591835 w 1874542"/>
                <a:gd name="connsiteY270" fmla="*/ 341702 h 2345944"/>
                <a:gd name="connsiteX271" fmla="*/ 1618530 w 1874542"/>
                <a:gd name="connsiteY271" fmla="*/ 376079 h 2345944"/>
                <a:gd name="connsiteX272" fmla="*/ 1622901 w 1874542"/>
                <a:gd name="connsiteY272" fmla="*/ 372830 h 2345944"/>
                <a:gd name="connsiteX273" fmla="*/ 1648364 w 1874542"/>
                <a:gd name="connsiteY273" fmla="*/ 408405 h 2345944"/>
                <a:gd name="connsiteX274" fmla="*/ 1643862 w 1874542"/>
                <a:gd name="connsiteY274" fmla="*/ 411483 h 2345944"/>
                <a:gd name="connsiteX275" fmla="*/ 1667842 w 1874542"/>
                <a:gd name="connsiteY275" fmla="*/ 447839 h 2345944"/>
                <a:gd name="connsiteX276" fmla="*/ 1672453 w 1874542"/>
                <a:gd name="connsiteY276" fmla="*/ 444931 h 2345944"/>
                <a:gd name="connsiteX277" fmla="*/ 1695180 w 1874542"/>
                <a:gd name="connsiteY277" fmla="*/ 482339 h 2345944"/>
                <a:gd name="connsiteX278" fmla="*/ 1690471 w 1874542"/>
                <a:gd name="connsiteY278" fmla="*/ 485077 h 2345944"/>
                <a:gd name="connsiteX279" fmla="*/ 1711726 w 1874542"/>
                <a:gd name="connsiteY279" fmla="*/ 523130 h 2345944"/>
                <a:gd name="connsiteX280" fmla="*/ 1716533 w 1874542"/>
                <a:gd name="connsiteY280" fmla="*/ 520563 h 2345944"/>
                <a:gd name="connsiteX281" fmla="*/ 1736502 w 1874542"/>
                <a:gd name="connsiteY281" fmla="*/ 559485 h 2345944"/>
                <a:gd name="connsiteX282" fmla="*/ 1731608 w 1874542"/>
                <a:gd name="connsiteY282" fmla="*/ 561882 h 2345944"/>
                <a:gd name="connsiteX283" fmla="*/ 1750117 w 1874542"/>
                <a:gd name="connsiteY283" fmla="*/ 601279 h 2345944"/>
                <a:gd name="connsiteX284" fmla="*/ 1755087 w 1874542"/>
                <a:gd name="connsiteY284" fmla="*/ 599053 h 2345944"/>
                <a:gd name="connsiteX285" fmla="*/ 1772320 w 1874542"/>
                <a:gd name="connsiteY285" fmla="*/ 639249 h 2345944"/>
                <a:gd name="connsiteX286" fmla="*/ 1767274 w 1874542"/>
                <a:gd name="connsiteY286" fmla="*/ 641307 h 2345944"/>
                <a:gd name="connsiteX287" fmla="*/ 1783090 w 1874542"/>
                <a:gd name="connsiteY287" fmla="*/ 681912 h 2345944"/>
                <a:gd name="connsiteX288" fmla="*/ 1788202 w 1874542"/>
                <a:gd name="connsiteY288" fmla="*/ 680025 h 2345944"/>
                <a:gd name="connsiteX289" fmla="*/ 1802732 w 1874542"/>
                <a:gd name="connsiteY289" fmla="*/ 721326 h 2345944"/>
                <a:gd name="connsiteX290" fmla="*/ 1797565 w 1874542"/>
                <a:gd name="connsiteY290" fmla="*/ 723046 h 2345944"/>
                <a:gd name="connsiteX291" fmla="*/ 1810678 w 1874542"/>
                <a:gd name="connsiteY291" fmla="*/ 764588 h 2345944"/>
                <a:gd name="connsiteX292" fmla="*/ 1815899 w 1874542"/>
                <a:gd name="connsiteY292" fmla="*/ 763036 h 2345944"/>
                <a:gd name="connsiteX293" fmla="*/ 1827704 w 1874542"/>
                <a:gd name="connsiteY293" fmla="*/ 805115 h 2345944"/>
                <a:gd name="connsiteX294" fmla="*/ 1822440 w 1874542"/>
                <a:gd name="connsiteY294" fmla="*/ 806501 h 2345944"/>
                <a:gd name="connsiteX295" fmla="*/ 1832871 w 1874542"/>
                <a:gd name="connsiteY295" fmla="*/ 848797 h 2345944"/>
                <a:gd name="connsiteX296" fmla="*/ 1838190 w 1874542"/>
                <a:gd name="connsiteY296" fmla="*/ 847578 h 2345944"/>
                <a:gd name="connsiteX297" fmla="*/ 1847336 w 1874542"/>
                <a:gd name="connsiteY297" fmla="*/ 890380 h 2345944"/>
                <a:gd name="connsiteX298" fmla="*/ 1841994 w 1874542"/>
                <a:gd name="connsiteY298" fmla="*/ 891432 h 2345944"/>
                <a:gd name="connsiteX299" fmla="*/ 1849777 w 1874542"/>
                <a:gd name="connsiteY299" fmla="*/ 934337 h 2345944"/>
                <a:gd name="connsiteX300" fmla="*/ 1855162 w 1874542"/>
                <a:gd name="connsiteY300" fmla="*/ 933449 h 2345944"/>
                <a:gd name="connsiteX301" fmla="*/ 1861637 w 1874542"/>
                <a:gd name="connsiteY301" fmla="*/ 976652 h 2345944"/>
                <a:gd name="connsiteX302" fmla="*/ 1856241 w 1874542"/>
                <a:gd name="connsiteY302" fmla="*/ 977377 h 2345944"/>
                <a:gd name="connsiteX303" fmla="*/ 1861397 w 1874542"/>
                <a:gd name="connsiteY303" fmla="*/ 1020631 h 2345944"/>
                <a:gd name="connsiteX304" fmla="*/ 1866814 w 1874542"/>
                <a:gd name="connsiteY304" fmla="*/ 1020076 h 2345944"/>
                <a:gd name="connsiteX305" fmla="*/ 1870695 w 1874542"/>
                <a:gd name="connsiteY305" fmla="*/ 1063669 h 2345944"/>
                <a:gd name="connsiteX306" fmla="*/ 1865256 w 1874542"/>
                <a:gd name="connsiteY306" fmla="*/ 1064072 h 2345944"/>
                <a:gd name="connsiteX307" fmla="*/ 1867817 w 1874542"/>
                <a:gd name="connsiteY307" fmla="*/ 1107600 h 2345944"/>
                <a:gd name="connsiteX308" fmla="*/ 1873267 w 1874542"/>
                <a:gd name="connsiteY308" fmla="*/ 1107360 h 234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42" h="2345944">
                  <a:moveTo>
                    <a:pt x="1873267" y="1107360"/>
                  </a:moveTo>
                  <a:cubicBezTo>
                    <a:pt x="1873899" y="1121848"/>
                    <a:pt x="1874335" y="1136401"/>
                    <a:pt x="1874543" y="1151019"/>
                  </a:cubicBezTo>
                  <a:lnTo>
                    <a:pt x="1869092" y="1151106"/>
                  </a:lnTo>
                  <a:cubicBezTo>
                    <a:pt x="1869201" y="1158377"/>
                    <a:pt x="1869256" y="1165670"/>
                    <a:pt x="1869256" y="1172974"/>
                  </a:cubicBezTo>
                  <a:cubicBezTo>
                    <a:pt x="1869256" y="1180277"/>
                    <a:pt x="1869201" y="1187570"/>
                    <a:pt x="1869092" y="1194841"/>
                  </a:cubicBezTo>
                  <a:lnTo>
                    <a:pt x="1874543" y="1194928"/>
                  </a:lnTo>
                  <a:cubicBezTo>
                    <a:pt x="1874335" y="1209546"/>
                    <a:pt x="1873899" y="1224099"/>
                    <a:pt x="1873267" y="1238587"/>
                  </a:cubicBezTo>
                  <a:lnTo>
                    <a:pt x="1867817" y="1238347"/>
                  </a:lnTo>
                  <a:cubicBezTo>
                    <a:pt x="1867174" y="1252933"/>
                    <a:pt x="1866324" y="1267442"/>
                    <a:pt x="1865256" y="1281875"/>
                  </a:cubicBezTo>
                  <a:lnTo>
                    <a:pt x="1870695" y="1282278"/>
                  </a:lnTo>
                  <a:cubicBezTo>
                    <a:pt x="1869616" y="1296885"/>
                    <a:pt x="1868319" y="1311427"/>
                    <a:pt x="1866814" y="1325871"/>
                  </a:cubicBezTo>
                  <a:lnTo>
                    <a:pt x="1861397" y="1325316"/>
                  </a:lnTo>
                  <a:cubicBezTo>
                    <a:pt x="1859893" y="1339815"/>
                    <a:pt x="1858170" y="1354237"/>
                    <a:pt x="1856241" y="1368572"/>
                  </a:cubicBezTo>
                  <a:lnTo>
                    <a:pt x="1861637" y="1369291"/>
                  </a:lnTo>
                  <a:cubicBezTo>
                    <a:pt x="1859696" y="1383789"/>
                    <a:pt x="1857527" y="1398190"/>
                    <a:pt x="1855162" y="1412492"/>
                  </a:cubicBezTo>
                  <a:lnTo>
                    <a:pt x="1849777" y="1411610"/>
                  </a:lnTo>
                  <a:cubicBezTo>
                    <a:pt x="1847390" y="1426011"/>
                    <a:pt x="1844796" y="1440314"/>
                    <a:pt x="1841994" y="1454507"/>
                  </a:cubicBezTo>
                  <a:lnTo>
                    <a:pt x="1847336" y="1455563"/>
                  </a:lnTo>
                  <a:cubicBezTo>
                    <a:pt x="1844501" y="1469942"/>
                    <a:pt x="1841449" y="1484212"/>
                    <a:pt x="1838190" y="1498373"/>
                  </a:cubicBezTo>
                  <a:lnTo>
                    <a:pt x="1832871" y="1497154"/>
                  </a:lnTo>
                  <a:cubicBezTo>
                    <a:pt x="1829601" y="1511358"/>
                    <a:pt x="1826124" y="1525465"/>
                    <a:pt x="1822440" y="1539441"/>
                  </a:cubicBezTo>
                  <a:lnTo>
                    <a:pt x="1827704" y="1540834"/>
                  </a:lnTo>
                  <a:cubicBezTo>
                    <a:pt x="1823976" y="1554973"/>
                    <a:pt x="1820042" y="1569004"/>
                    <a:pt x="1815899" y="1582914"/>
                  </a:cubicBezTo>
                  <a:lnTo>
                    <a:pt x="1810678" y="1581358"/>
                  </a:lnTo>
                  <a:cubicBezTo>
                    <a:pt x="1806514" y="1595334"/>
                    <a:pt x="1802143" y="1609179"/>
                    <a:pt x="1797565" y="1622905"/>
                  </a:cubicBezTo>
                  <a:lnTo>
                    <a:pt x="1802732" y="1624625"/>
                  </a:lnTo>
                  <a:cubicBezTo>
                    <a:pt x="1798099" y="1638524"/>
                    <a:pt x="1793249" y="1652294"/>
                    <a:pt x="1788202" y="1665921"/>
                  </a:cubicBezTo>
                  <a:lnTo>
                    <a:pt x="1783090" y="1664027"/>
                  </a:lnTo>
                  <a:cubicBezTo>
                    <a:pt x="1778021" y="1677710"/>
                    <a:pt x="1772746" y="1691250"/>
                    <a:pt x="1767274" y="1704638"/>
                  </a:cubicBezTo>
                  <a:lnTo>
                    <a:pt x="1772320" y="1706696"/>
                  </a:lnTo>
                  <a:cubicBezTo>
                    <a:pt x="1766783" y="1720247"/>
                    <a:pt x="1761039" y="1733646"/>
                    <a:pt x="1755087" y="1746893"/>
                  </a:cubicBezTo>
                  <a:lnTo>
                    <a:pt x="1750117" y="1744662"/>
                  </a:lnTo>
                  <a:cubicBezTo>
                    <a:pt x="1744143" y="1757963"/>
                    <a:pt x="1737974" y="1771101"/>
                    <a:pt x="1731608" y="1784064"/>
                  </a:cubicBezTo>
                  <a:lnTo>
                    <a:pt x="1736502" y="1786459"/>
                  </a:lnTo>
                  <a:cubicBezTo>
                    <a:pt x="1730049" y="1799608"/>
                    <a:pt x="1723390" y="1812582"/>
                    <a:pt x="1716533" y="1825383"/>
                  </a:cubicBezTo>
                  <a:lnTo>
                    <a:pt x="1711726" y="1822814"/>
                  </a:lnTo>
                  <a:cubicBezTo>
                    <a:pt x="1704837" y="1835680"/>
                    <a:pt x="1697752" y="1848371"/>
                    <a:pt x="1690471" y="1860867"/>
                  </a:cubicBezTo>
                  <a:lnTo>
                    <a:pt x="1695180" y="1863610"/>
                  </a:lnTo>
                  <a:cubicBezTo>
                    <a:pt x="1687800" y="1876269"/>
                    <a:pt x="1680225" y="1888743"/>
                    <a:pt x="1672453" y="1901010"/>
                  </a:cubicBezTo>
                  <a:lnTo>
                    <a:pt x="1667842" y="1898104"/>
                  </a:lnTo>
                  <a:cubicBezTo>
                    <a:pt x="1660048" y="1910425"/>
                    <a:pt x="1652048" y="1922551"/>
                    <a:pt x="1643862" y="1934459"/>
                  </a:cubicBezTo>
                  <a:lnTo>
                    <a:pt x="1648364" y="1937539"/>
                  </a:lnTo>
                  <a:cubicBezTo>
                    <a:pt x="1640068" y="1949610"/>
                    <a:pt x="1631577" y="1961474"/>
                    <a:pt x="1622901" y="1973110"/>
                  </a:cubicBezTo>
                  <a:lnTo>
                    <a:pt x="1618530" y="1969867"/>
                  </a:lnTo>
                  <a:cubicBezTo>
                    <a:pt x="1609820" y="1981557"/>
                    <a:pt x="1600926" y="1993019"/>
                    <a:pt x="1591835" y="2004241"/>
                  </a:cubicBezTo>
                  <a:lnTo>
                    <a:pt x="1596075" y="2007658"/>
                  </a:lnTo>
                  <a:cubicBezTo>
                    <a:pt x="1586875" y="2019055"/>
                    <a:pt x="1577469" y="2030201"/>
                    <a:pt x="1567898" y="2041107"/>
                  </a:cubicBezTo>
                  <a:lnTo>
                    <a:pt x="1563800" y="2037515"/>
                  </a:lnTo>
                  <a:cubicBezTo>
                    <a:pt x="1554175" y="2048476"/>
                    <a:pt x="1544365" y="2059187"/>
                    <a:pt x="1534369" y="2069647"/>
                  </a:cubicBezTo>
                  <a:lnTo>
                    <a:pt x="1538315" y="2073402"/>
                  </a:lnTo>
                  <a:cubicBezTo>
                    <a:pt x="1528189" y="2084004"/>
                    <a:pt x="1517877" y="2094344"/>
                    <a:pt x="1507402" y="2104402"/>
                  </a:cubicBezTo>
                  <a:lnTo>
                    <a:pt x="1503620" y="2100483"/>
                  </a:lnTo>
                  <a:cubicBezTo>
                    <a:pt x="1493112" y="2110584"/>
                    <a:pt x="1482419" y="2120402"/>
                    <a:pt x="1471562" y="2129938"/>
                  </a:cubicBezTo>
                  <a:lnTo>
                    <a:pt x="1475159" y="2134030"/>
                  </a:lnTo>
                  <a:cubicBezTo>
                    <a:pt x="1464150" y="2143696"/>
                    <a:pt x="1452967" y="2153078"/>
                    <a:pt x="1441619" y="2162156"/>
                  </a:cubicBezTo>
                  <a:lnTo>
                    <a:pt x="1438208" y="2157911"/>
                  </a:lnTo>
                  <a:cubicBezTo>
                    <a:pt x="1426839" y="2167011"/>
                    <a:pt x="1415306" y="2175806"/>
                    <a:pt x="1403610" y="2184296"/>
                  </a:cubicBezTo>
                  <a:lnTo>
                    <a:pt x="1406815" y="2188693"/>
                  </a:lnTo>
                  <a:cubicBezTo>
                    <a:pt x="1394967" y="2197303"/>
                    <a:pt x="1382955" y="2205586"/>
                    <a:pt x="1370779" y="2213543"/>
                  </a:cubicBezTo>
                  <a:lnTo>
                    <a:pt x="1367792" y="2208993"/>
                  </a:lnTo>
                  <a:cubicBezTo>
                    <a:pt x="1355617" y="2216950"/>
                    <a:pt x="1343289" y="2224580"/>
                    <a:pt x="1330808" y="2231884"/>
                  </a:cubicBezTo>
                  <a:lnTo>
                    <a:pt x="1333555" y="2236575"/>
                  </a:lnTo>
                  <a:cubicBezTo>
                    <a:pt x="1320932" y="2243966"/>
                    <a:pt x="1308147" y="2251008"/>
                    <a:pt x="1295219" y="2257692"/>
                  </a:cubicBezTo>
                  <a:lnTo>
                    <a:pt x="1292701" y="2252870"/>
                  </a:lnTo>
                  <a:cubicBezTo>
                    <a:pt x="1279806" y="2259542"/>
                    <a:pt x="1266759" y="2265866"/>
                    <a:pt x="1253569" y="2271831"/>
                  </a:cubicBezTo>
                  <a:lnTo>
                    <a:pt x="1255815" y="2276783"/>
                  </a:lnTo>
                  <a:cubicBezTo>
                    <a:pt x="1242495" y="2282814"/>
                    <a:pt x="1229033" y="2288463"/>
                    <a:pt x="1215451" y="2293742"/>
                  </a:cubicBezTo>
                  <a:lnTo>
                    <a:pt x="1213468" y="2288670"/>
                  </a:lnTo>
                  <a:cubicBezTo>
                    <a:pt x="1199940" y="2293927"/>
                    <a:pt x="1186293" y="2298803"/>
                    <a:pt x="1172505" y="2303288"/>
                  </a:cubicBezTo>
                  <a:lnTo>
                    <a:pt x="1174205" y="2308469"/>
                  </a:lnTo>
                  <a:cubicBezTo>
                    <a:pt x="1160318" y="2312986"/>
                    <a:pt x="1146322" y="2317122"/>
                    <a:pt x="1132196" y="2320867"/>
                  </a:cubicBezTo>
                  <a:lnTo>
                    <a:pt x="1130800" y="2315598"/>
                  </a:lnTo>
                  <a:cubicBezTo>
                    <a:pt x="1116805" y="2319310"/>
                    <a:pt x="1102700" y="2322619"/>
                    <a:pt x="1088475" y="2325525"/>
                  </a:cubicBezTo>
                  <a:lnTo>
                    <a:pt x="1089565" y="2330859"/>
                  </a:lnTo>
                  <a:cubicBezTo>
                    <a:pt x="1075298" y="2333776"/>
                    <a:pt x="1060918" y="2336290"/>
                    <a:pt x="1046437" y="2338391"/>
                  </a:cubicBezTo>
                  <a:lnTo>
                    <a:pt x="1045654" y="2333003"/>
                  </a:lnTo>
                  <a:cubicBezTo>
                    <a:pt x="1031357" y="2335082"/>
                    <a:pt x="1016962" y="2336747"/>
                    <a:pt x="1002475" y="2338010"/>
                  </a:cubicBezTo>
                  <a:lnTo>
                    <a:pt x="1002945" y="2343431"/>
                  </a:lnTo>
                  <a:cubicBezTo>
                    <a:pt x="988465" y="2344682"/>
                    <a:pt x="973892" y="2345521"/>
                    <a:pt x="959237" y="2345945"/>
                  </a:cubicBezTo>
                  <a:lnTo>
                    <a:pt x="959080" y="2340503"/>
                  </a:lnTo>
                  <a:cubicBezTo>
                    <a:pt x="951831" y="2340709"/>
                    <a:pt x="944562" y="2340818"/>
                    <a:pt x="937273" y="2340818"/>
                  </a:cubicBezTo>
                  <a:cubicBezTo>
                    <a:pt x="929984" y="2340818"/>
                    <a:pt x="922716" y="2340709"/>
                    <a:pt x="915467" y="2340503"/>
                  </a:cubicBezTo>
                  <a:lnTo>
                    <a:pt x="915310" y="2345945"/>
                  </a:lnTo>
                  <a:cubicBezTo>
                    <a:pt x="900655" y="2345521"/>
                    <a:pt x="886082" y="2344682"/>
                    <a:pt x="871600" y="2343431"/>
                  </a:cubicBezTo>
                  <a:lnTo>
                    <a:pt x="872071" y="2338010"/>
                  </a:lnTo>
                  <a:cubicBezTo>
                    <a:pt x="857585" y="2336747"/>
                    <a:pt x="843189" y="2335082"/>
                    <a:pt x="828892" y="2333003"/>
                  </a:cubicBezTo>
                  <a:lnTo>
                    <a:pt x="828109" y="2338391"/>
                  </a:lnTo>
                  <a:cubicBezTo>
                    <a:pt x="813629" y="2336290"/>
                    <a:pt x="799249" y="2333776"/>
                    <a:pt x="784978" y="2330859"/>
                  </a:cubicBezTo>
                  <a:lnTo>
                    <a:pt x="786071" y="2325525"/>
                  </a:lnTo>
                  <a:cubicBezTo>
                    <a:pt x="771850" y="2322619"/>
                    <a:pt x="757739" y="2319310"/>
                    <a:pt x="743742" y="2315598"/>
                  </a:cubicBezTo>
                  <a:lnTo>
                    <a:pt x="742346" y="2320867"/>
                  </a:lnTo>
                  <a:cubicBezTo>
                    <a:pt x="728226" y="2317122"/>
                    <a:pt x="714223" y="2312986"/>
                    <a:pt x="700345" y="2308469"/>
                  </a:cubicBezTo>
                  <a:lnTo>
                    <a:pt x="702037" y="2303288"/>
                  </a:lnTo>
                  <a:cubicBezTo>
                    <a:pt x="688257" y="2298803"/>
                    <a:pt x="674601" y="2293927"/>
                    <a:pt x="661076" y="2288670"/>
                  </a:cubicBezTo>
                  <a:lnTo>
                    <a:pt x="659101" y="2293742"/>
                  </a:lnTo>
                  <a:cubicBezTo>
                    <a:pt x="645508" y="2288463"/>
                    <a:pt x="632050" y="2282814"/>
                    <a:pt x="618731" y="2276783"/>
                  </a:cubicBezTo>
                  <a:lnTo>
                    <a:pt x="620979" y="2271831"/>
                  </a:lnTo>
                  <a:cubicBezTo>
                    <a:pt x="607793" y="2265866"/>
                    <a:pt x="594744" y="2259542"/>
                    <a:pt x="581840" y="2252870"/>
                  </a:cubicBezTo>
                  <a:lnTo>
                    <a:pt x="579333" y="2257692"/>
                  </a:lnTo>
                  <a:cubicBezTo>
                    <a:pt x="566404" y="2251008"/>
                    <a:pt x="553620" y="2243966"/>
                    <a:pt x="540989" y="2236575"/>
                  </a:cubicBezTo>
                  <a:lnTo>
                    <a:pt x="543742" y="2231884"/>
                  </a:lnTo>
                  <a:cubicBezTo>
                    <a:pt x="531261" y="2224580"/>
                    <a:pt x="518930" y="2216950"/>
                    <a:pt x="506754" y="2208993"/>
                  </a:cubicBezTo>
                  <a:lnTo>
                    <a:pt x="503769" y="2213543"/>
                  </a:lnTo>
                  <a:cubicBezTo>
                    <a:pt x="491597" y="2205586"/>
                    <a:pt x="479582" y="2197303"/>
                    <a:pt x="467732" y="2188704"/>
                  </a:cubicBezTo>
                  <a:lnTo>
                    <a:pt x="470936" y="2184296"/>
                  </a:lnTo>
                  <a:cubicBezTo>
                    <a:pt x="459239" y="2175806"/>
                    <a:pt x="447703" y="2167011"/>
                    <a:pt x="436334" y="2157911"/>
                  </a:cubicBezTo>
                  <a:lnTo>
                    <a:pt x="432925" y="2162156"/>
                  </a:lnTo>
                  <a:cubicBezTo>
                    <a:pt x="421577" y="2153078"/>
                    <a:pt x="410396" y="2143696"/>
                    <a:pt x="399387" y="2134030"/>
                  </a:cubicBezTo>
                  <a:lnTo>
                    <a:pt x="402987" y="2129938"/>
                  </a:lnTo>
                  <a:cubicBezTo>
                    <a:pt x="392129" y="2120402"/>
                    <a:pt x="381439" y="2110584"/>
                    <a:pt x="370926" y="2100483"/>
                  </a:cubicBezTo>
                  <a:lnTo>
                    <a:pt x="367148" y="2104402"/>
                  </a:lnTo>
                  <a:cubicBezTo>
                    <a:pt x="356665" y="2094344"/>
                    <a:pt x="346357" y="2084004"/>
                    <a:pt x="336231" y="2073402"/>
                  </a:cubicBezTo>
                  <a:lnTo>
                    <a:pt x="340174" y="2069647"/>
                  </a:lnTo>
                  <a:cubicBezTo>
                    <a:pt x="330187" y="2059187"/>
                    <a:pt x="320376" y="2048476"/>
                    <a:pt x="310749" y="2037515"/>
                  </a:cubicBezTo>
                  <a:lnTo>
                    <a:pt x="306652" y="2041107"/>
                  </a:lnTo>
                  <a:cubicBezTo>
                    <a:pt x="297073" y="2030201"/>
                    <a:pt x="287676" y="2019055"/>
                    <a:pt x="278466" y="2007658"/>
                  </a:cubicBezTo>
                  <a:lnTo>
                    <a:pt x="282706" y="2004241"/>
                  </a:lnTo>
                  <a:cubicBezTo>
                    <a:pt x="273625" y="1993019"/>
                    <a:pt x="264726" y="1981557"/>
                    <a:pt x="256016" y="1969867"/>
                  </a:cubicBezTo>
                  <a:lnTo>
                    <a:pt x="251644" y="1973110"/>
                  </a:lnTo>
                  <a:cubicBezTo>
                    <a:pt x="242969" y="1961474"/>
                    <a:pt x="234481" y="1949610"/>
                    <a:pt x="226186" y="1937539"/>
                  </a:cubicBezTo>
                  <a:lnTo>
                    <a:pt x="230680" y="1934459"/>
                  </a:lnTo>
                  <a:cubicBezTo>
                    <a:pt x="222497" y="1922551"/>
                    <a:pt x="214502" y="1910425"/>
                    <a:pt x="206700" y="1898104"/>
                  </a:cubicBezTo>
                  <a:lnTo>
                    <a:pt x="202094" y="1901010"/>
                  </a:lnTo>
                  <a:cubicBezTo>
                    <a:pt x="194324" y="1888743"/>
                    <a:pt x="186748" y="1876269"/>
                    <a:pt x="179368" y="1863610"/>
                  </a:cubicBezTo>
                  <a:lnTo>
                    <a:pt x="184079" y="1860867"/>
                  </a:lnTo>
                  <a:cubicBezTo>
                    <a:pt x="176796" y="1848371"/>
                    <a:pt x="169706" y="1835680"/>
                    <a:pt x="162815" y="1822814"/>
                  </a:cubicBezTo>
                  <a:lnTo>
                    <a:pt x="158009" y="1825383"/>
                  </a:lnTo>
                  <a:cubicBezTo>
                    <a:pt x="151156" y="1812582"/>
                    <a:pt x="144498" y="1799608"/>
                    <a:pt x="138042" y="1786459"/>
                  </a:cubicBezTo>
                  <a:lnTo>
                    <a:pt x="142935" y="1784064"/>
                  </a:lnTo>
                  <a:cubicBezTo>
                    <a:pt x="136569" y="1771101"/>
                    <a:pt x="130397" y="1757963"/>
                    <a:pt x="124428" y="1744662"/>
                  </a:cubicBezTo>
                  <a:lnTo>
                    <a:pt x="119455" y="1746893"/>
                  </a:lnTo>
                  <a:cubicBezTo>
                    <a:pt x="113509" y="1733646"/>
                    <a:pt x="107764" y="1720247"/>
                    <a:pt x="102223" y="1706696"/>
                  </a:cubicBezTo>
                  <a:lnTo>
                    <a:pt x="107269" y="1704638"/>
                  </a:lnTo>
                  <a:cubicBezTo>
                    <a:pt x="101795" y="1691250"/>
                    <a:pt x="96522" y="1677710"/>
                    <a:pt x="91455" y="1664038"/>
                  </a:cubicBezTo>
                  <a:lnTo>
                    <a:pt x="86343" y="1665921"/>
                  </a:lnTo>
                  <a:cubicBezTo>
                    <a:pt x="81295" y="1652294"/>
                    <a:pt x="76450" y="1638524"/>
                    <a:pt x="71812" y="1624625"/>
                  </a:cubicBezTo>
                  <a:lnTo>
                    <a:pt x="76983" y="1622905"/>
                  </a:lnTo>
                  <a:cubicBezTo>
                    <a:pt x="72408" y="1609179"/>
                    <a:pt x="68036" y="1595334"/>
                    <a:pt x="63872" y="1581358"/>
                  </a:cubicBezTo>
                  <a:lnTo>
                    <a:pt x="58648" y="1582914"/>
                  </a:lnTo>
                  <a:cubicBezTo>
                    <a:pt x="54505" y="1569004"/>
                    <a:pt x="50567" y="1554973"/>
                    <a:pt x="46838" y="1540834"/>
                  </a:cubicBezTo>
                  <a:lnTo>
                    <a:pt x="52108" y="1539441"/>
                  </a:lnTo>
                  <a:cubicBezTo>
                    <a:pt x="48423" y="1525465"/>
                    <a:pt x="44942" y="1511358"/>
                    <a:pt x="41671" y="1497154"/>
                  </a:cubicBezTo>
                  <a:lnTo>
                    <a:pt x="36360" y="1498373"/>
                  </a:lnTo>
                  <a:cubicBezTo>
                    <a:pt x="33101" y="1484212"/>
                    <a:pt x="30049" y="1469942"/>
                    <a:pt x="27210" y="1455563"/>
                  </a:cubicBezTo>
                  <a:lnTo>
                    <a:pt x="32557" y="1454518"/>
                  </a:lnTo>
                  <a:cubicBezTo>
                    <a:pt x="29751" y="1440314"/>
                    <a:pt x="27153" y="1426011"/>
                    <a:pt x="24766" y="1411610"/>
                  </a:cubicBezTo>
                  <a:lnTo>
                    <a:pt x="19389" y="1412492"/>
                  </a:lnTo>
                  <a:cubicBezTo>
                    <a:pt x="17018" y="1398190"/>
                    <a:pt x="14855" y="1383789"/>
                    <a:pt x="12904" y="1369291"/>
                  </a:cubicBezTo>
                  <a:lnTo>
                    <a:pt x="18306" y="1368572"/>
                  </a:lnTo>
                  <a:cubicBezTo>
                    <a:pt x="16377" y="1354237"/>
                    <a:pt x="14656" y="1339815"/>
                    <a:pt x="13148" y="1325316"/>
                  </a:cubicBezTo>
                  <a:lnTo>
                    <a:pt x="7727" y="1325871"/>
                  </a:lnTo>
                  <a:cubicBezTo>
                    <a:pt x="6225" y="1311427"/>
                    <a:pt x="4932" y="1296885"/>
                    <a:pt x="3853" y="1282278"/>
                  </a:cubicBezTo>
                  <a:lnTo>
                    <a:pt x="9289" y="1281875"/>
                  </a:lnTo>
                  <a:cubicBezTo>
                    <a:pt x="8223" y="1267442"/>
                    <a:pt x="7368" y="1252933"/>
                    <a:pt x="6725" y="1238347"/>
                  </a:cubicBezTo>
                  <a:lnTo>
                    <a:pt x="1280" y="1238587"/>
                  </a:lnTo>
                  <a:cubicBezTo>
                    <a:pt x="642" y="1224099"/>
                    <a:pt x="214" y="1209546"/>
                    <a:pt x="0" y="1194928"/>
                  </a:cubicBezTo>
                  <a:lnTo>
                    <a:pt x="5450" y="1194841"/>
                  </a:lnTo>
                  <a:cubicBezTo>
                    <a:pt x="5343" y="1187570"/>
                    <a:pt x="5289" y="1180277"/>
                    <a:pt x="5289" y="1172974"/>
                  </a:cubicBezTo>
                  <a:cubicBezTo>
                    <a:pt x="5289" y="1165670"/>
                    <a:pt x="5343" y="1158377"/>
                    <a:pt x="5450" y="1151106"/>
                  </a:cubicBezTo>
                  <a:lnTo>
                    <a:pt x="0" y="1151019"/>
                  </a:lnTo>
                  <a:cubicBezTo>
                    <a:pt x="214" y="1136401"/>
                    <a:pt x="642" y="1121848"/>
                    <a:pt x="1280" y="1107360"/>
                  </a:cubicBezTo>
                  <a:lnTo>
                    <a:pt x="6725" y="1107600"/>
                  </a:lnTo>
                  <a:cubicBezTo>
                    <a:pt x="7368" y="1093014"/>
                    <a:pt x="8223" y="1078505"/>
                    <a:pt x="9289" y="1064072"/>
                  </a:cubicBezTo>
                  <a:lnTo>
                    <a:pt x="3853" y="1063669"/>
                  </a:lnTo>
                  <a:cubicBezTo>
                    <a:pt x="4932" y="1049062"/>
                    <a:pt x="6225" y="1034520"/>
                    <a:pt x="7727" y="1020076"/>
                  </a:cubicBezTo>
                  <a:lnTo>
                    <a:pt x="13148" y="1020631"/>
                  </a:lnTo>
                  <a:cubicBezTo>
                    <a:pt x="14656" y="1006132"/>
                    <a:pt x="16377" y="991710"/>
                    <a:pt x="18306" y="977377"/>
                  </a:cubicBezTo>
                  <a:lnTo>
                    <a:pt x="12904" y="976652"/>
                  </a:lnTo>
                  <a:cubicBezTo>
                    <a:pt x="14855" y="962159"/>
                    <a:pt x="17018" y="947757"/>
                    <a:pt x="19389" y="933449"/>
                  </a:cubicBezTo>
                  <a:lnTo>
                    <a:pt x="24766" y="934337"/>
                  </a:lnTo>
                  <a:cubicBezTo>
                    <a:pt x="27153" y="919936"/>
                    <a:pt x="29751" y="905634"/>
                    <a:pt x="32557" y="891433"/>
                  </a:cubicBezTo>
                  <a:lnTo>
                    <a:pt x="27209" y="890380"/>
                  </a:lnTo>
                  <a:cubicBezTo>
                    <a:pt x="30049" y="876006"/>
                    <a:pt x="33101" y="861737"/>
                    <a:pt x="36360" y="847578"/>
                  </a:cubicBezTo>
                  <a:lnTo>
                    <a:pt x="41671" y="848797"/>
                  </a:lnTo>
                  <a:cubicBezTo>
                    <a:pt x="44942" y="834585"/>
                    <a:pt x="48423" y="820485"/>
                    <a:pt x="52108" y="806501"/>
                  </a:cubicBezTo>
                  <a:lnTo>
                    <a:pt x="46838" y="805116"/>
                  </a:lnTo>
                  <a:cubicBezTo>
                    <a:pt x="50567" y="790968"/>
                    <a:pt x="54505" y="776940"/>
                    <a:pt x="58648" y="763036"/>
                  </a:cubicBezTo>
                  <a:lnTo>
                    <a:pt x="63872" y="764588"/>
                  </a:lnTo>
                  <a:cubicBezTo>
                    <a:pt x="68036" y="750611"/>
                    <a:pt x="72408" y="736763"/>
                    <a:pt x="76983" y="723046"/>
                  </a:cubicBezTo>
                  <a:lnTo>
                    <a:pt x="71812" y="721326"/>
                  </a:lnTo>
                  <a:cubicBezTo>
                    <a:pt x="76449" y="707422"/>
                    <a:pt x="81295" y="693652"/>
                    <a:pt x="86343" y="680025"/>
                  </a:cubicBezTo>
                  <a:lnTo>
                    <a:pt x="91454" y="681913"/>
                  </a:lnTo>
                  <a:cubicBezTo>
                    <a:pt x="96522" y="668232"/>
                    <a:pt x="101795" y="654695"/>
                    <a:pt x="107269" y="641308"/>
                  </a:cubicBezTo>
                  <a:lnTo>
                    <a:pt x="102223" y="639251"/>
                  </a:lnTo>
                  <a:cubicBezTo>
                    <a:pt x="107764" y="625697"/>
                    <a:pt x="113509" y="612296"/>
                    <a:pt x="119454" y="599053"/>
                  </a:cubicBezTo>
                  <a:lnTo>
                    <a:pt x="124428" y="601279"/>
                  </a:lnTo>
                  <a:cubicBezTo>
                    <a:pt x="130397" y="587983"/>
                    <a:pt x="136569" y="574849"/>
                    <a:pt x="142935" y="561882"/>
                  </a:cubicBezTo>
                  <a:lnTo>
                    <a:pt x="138042" y="559485"/>
                  </a:lnTo>
                  <a:cubicBezTo>
                    <a:pt x="144498" y="546338"/>
                    <a:pt x="151156" y="533362"/>
                    <a:pt x="158009" y="520564"/>
                  </a:cubicBezTo>
                  <a:lnTo>
                    <a:pt x="162815" y="523130"/>
                  </a:lnTo>
                  <a:cubicBezTo>
                    <a:pt x="169706" y="510262"/>
                    <a:pt x="176796" y="497575"/>
                    <a:pt x="184079" y="485077"/>
                  </a:cubicBezTo>
                  <a:lnTo>
                    <a:pt x="179368" y="482339"/>
                  </a:lnTo>
                  <a:cubicBezTo>
                    <a:pt x="186748" y="469676"/>
                    <a:pt x="194324" y="457204"/>
                    <a:pt x="202094" y="444932"/>
                  </a:cubicBezTo>
                  <a:lnTo>
                    <a:pt x="206700" y="447839"/>
                  </a:lnTo>
                  <a:cubicBezTo>
                    <a:pt x="214502" y="435516"/>
                    <a:pt x="222497" y="423395"/>
                    <a:pt x="230680" y="411483"/>
                  </a:cubicBezTo>
                  <a:lnTo>
                    <a:pt x="226186" y="408405"/>
                  </a:lnTo>
                  <a:cubicBezTo>
                    <a:pt x="234481" y="396331"/>
                    <a:pt x="242969" y="384469"/>
                    <a:pt x="251644" y="372830"/>
                  </a:cubicBezTo>
                  <a:lnTo>
                    <a:pt x="256016" y="376079"/>
                  </a:lnTo>
                  <a:cubicBezTo>
                    <a:pt x="264725" y="364394"/>
                    <a:pt x="273624" y="352932"/>
                    <a:pt x="282706" y="341702"/>
                  </a:cubicBezTo>
                  <a:lnTo>
                    <a:pt x="278466" y="338283"/>
                  </a:lnTo>
                  <a:cubicBezTo>
                    <a:pt x="287676" y="326896"/>
                    <a:pt x="297073" y="315744"/>
                    <a:pt x="306651" y="304839"/>
                  </a:cubicBezTo>
                  <a:lnTo>
                    <a:pt x="310748" y="308428"/>
                  </a:lnTo>
                  <a:cubicBezTo>
                    <a:pt x="320376" y="297466"/>
                    <a:pt x="330187" y="286754"/>
                    <a:pt x="340174" y="276300"/>
                  </a:cubicBezTo>
                  <a:lnTo>
                    <a:pt x="336231" y="272543"/>
                  </a:lnTo>
                  <a:cubicBezTo>
                    <a:pt x="346357" y="261943"/>
                    <a:pt x="356665" y="251605"/>
                    <a:pt x="367148" y="241539"/>
                  </a:cubicBezTo>
                  <a:lnTo>
                    <a:pt x="370926" y="245462"/>
                  </a:lnTo>
                  <a:cubicBezTo>
                    <a:pt x="381439" y="235366"/>
                    <a:pt x="392129" y="225545"/>
                    <a:pt x="402987" y="216008"/>
                  </a:cubicBezTo>
                  <a:lnTo>
                    <a:pt x="399387" y="211920"/>
                  </a:lnTo>
                  <a:cubicBezTo>
                    <a:pt x="410396" y="202251"/>
                    <a:pt x="421577" y="192872"/>
                    <a:pt x="432925" y="183789"/>
                  </a:cubicBezTo>
                  <a:lnTo>
                    <a:pt x="436334" y="188036"/>
                  </a:lnTo>
                  <a:cubicBezTo>
                    <a:pt x="447703" y="178936"/>
                    <a:pt x="459239" y="170138"/>
                    <a:pt x="470935" y="161649"/>
                  </a:cubicBezTo>
                  <a:lnTo>
                    <a:pt x="467732" y="157247"/>
                  </a:lnTo>
                  <a:cubicBezTo>
                    <a:pt x="479582" y="148647"/>
                    <a:pt x="491597" y="140363"/>
                    <a:pt x="503769" y="132403"/>
                  </a:cubicBezTo>
                  <a:lnTo>
                    <a:pt x="506754" y="136956"/>
                  </a:lnTo>
                  <a:cubicBezTo>
                    <a:pt x="518929" y="128995"/>
                    <a:pt x="531261" y="121360"/>
                    <a:pt x="543742" y="114063"/>
                  </a:cubicBezTo>
                  <a:lnTo>
                    <a:pt x="540989" y="109367"/>
                  </a:lnTo>
                  <a:cubicBezTo>
                    <a:pt x="553619" y="101982"/>
                    <a:pt x="566402" y="94940"/>
                    <a:pt x="579332" y="88249"/>
                  </a:cubicBezTo>
                  <a:lnTo>
                    <a:pt x="581840" y="93081"/>
                  </a:lnTo>
                  <a:cubicBezTo>
                    <a:pt x="594744" y="86403"/>
                    <a:pt x="607793" y="80079"/>
                    <a:pt x="620979" y="74116"/>
                  </a:cubicBezTo>
                  <a:lnTo>
                    <a:pt x="618731" y="69159"/>
                  </a:lnTo>
                  <a:cubicBezTo>
                    <a:pt x="632050" y="63137"/>
                    <a:pt x="645508" y="57482"/>
                    <a:pt x="659100" y="52203"/>
                  </a:cubicBezTo>
                  <a:lnTo>
                    <a:pt x="661076" y="57275"/>
                  </a:lnTo>
                  <a:cubicBezTo>
                    <a:pt x="674601" y="52022"/>
                    <a:pt x="688257" y="47146"/>
                    <a:pt x="702037" y="42654"/>
                  </a:cubicBezTo>
                  <a:lnTo>
                    <a:pt x="700345" y="37480"/>
                  </a:lnTo>
                  <a:cubicBezTo>
                    <a:pt x="714223" y="32957"/>
                    <a:pt x="728226" y="28822"/>
                    <a:pt x="742346" y="25084"/>
                  </a:cubicBezTo>
                  <a:lnTo>
                    <a:pt x="743742" y="30344"/>
                  </a:lnTo>
                  <a:cubicBezTo>
                    <a:pt x="757739" y="26640"/>
                    <a:pt x="771850" y="23329"/>
                    <a:pt x="786071" y="20421"/>
                  </a:cubicBezTo>
                  <a:lnTo>
                    <a:pt x="784978" y="15090"/>
                  </a:lnTo>
                  <a:cubicBezTo>
                    <a:pt x="799248" y="12171"/>
                    <a:pt x="813628" y="9657"/>
                    <a:pt x="828109" y="7555"/>
                  </a:cubicBezTo>
                  <a:lnTo>
                    <a:pt x="828892" y="12941"/>
                  </a:lnTo>
                  <a:cubicBezTo>
                    <a:pt x="843189" y="10865"/>
                    <a:pt x="857585" y="9195"/>
                    <a:pt x="872071" y="7940"/>
                  </a:cubicBezTo>
                  <a:lnTo>
                    <a:pt x="871600" y="2519"/>
                  </a:lnTo>
                  <a:cubicBezTo>
                    <a:pt x="886082" y="1264"/>
                    <a:pt x="900655" y="422"/>
                    <a:pt x="915310" y="0"/>
                  </a:cubicBezTo>
                  <a:lnTo>
                    <a:pt x="915467" y="5440"/>
                  </a:lnTo>
                  <a:cubicBezTo>
                    <a:pt x="922715" y="5231"/>
                    <a:pt x="929984" y="5127"/>
                    <a:pt x="937273" y="5127"/>
                  </a:cubicBezTo>
                  <a:cubicBezTo>
                    <a:pt x="944562" y="5127"/>
                    <a:pt x="951831" y="5231"/>
                    <a:pt x="959080" y="5440"/>
                  </a:cubicBezTo>
                  <a:lnTo>
                    <a:pt x="959237" y="0"/>
                  </a:lnTo>
                  <a:cubicBezTo>
                    <a:pt x="973892" y="422"/>
                    <a:pt x="988463" y="1264"/>
                    <a:pt x="1002945" y="2519"/>
                  </a:cubicBezTo>
                  <a:lnTo>
                    <a:pt x="1002475" y="7940"/>
                  </a:lnTo>
                  <a:cubicBezTo>
                    <a:pt x="1016961" y="9195"/>
                    <a:pt x="1031357" y="10865"/>
                    <a:pt x="1045654" y="12941"/>
                  </a:cubicBezTo>
                  <a:lnTo>
                    <a:pt x="1046437" y="7555"/>
                  </a:lnTo>
                  <a:cubicBezTo>
                    <a:pt x="1060918" y="9657"/>
                    <a:pt x="1075298" y="12171"/>
                    <a:pt x="1089565" y="15090"/>
                  </a:cubicBezTo>
                  <a:lnTo>
                    <a:pt x="1088475" y="20421"/>
                  </a:lnTo>
                  <a:cubicBezTo>
                    <a:pt x="1102700" y="23329"/>
                    <a:pt x="1116805" y="26640"/>
                    <a:pt x="1130800" y="30344"/>
                  </a:cubicBezTo>
                  <a:lnTo>
                    <a:pt x="1132196" y="25084"/>
                  </a:lnTo>
                  <a:cubicBezTo>
                    <a:pt x="1146322" y="28822"/>
                    <a:pt x="1160318" y="32957"/>
                    <a:pt x="1174205" y="37480"/>
                  </a:cubicBezTo>
                  <a:lnTo>
                    <a:pt x="1172505" y="42654"/>
                  </a:lnTo>
                  <a:cubicBezTo>
                    <a:pt x="1186293" y="47146"/>
                    <a:pt x="1199940" y="52022"/>
                    <a:pt x="1213468" y="57275"/>
                  </a:cubicBezTo>
                  <a:lnTo>
                    <a:pt x="1215440" y="52203"/>
                  </a:lnTo>
                  <a:cubicBezTo>
                    <a:pt x="1229033" y="57481"/>
                    <a:pt x="1242495" y="63137"/>
                    <a:pt x="1255815" y="69158"/>
                  </a:cubicBezTo>
                  <a:lnTo>
                    <a:pt x="1253569" y="74116"/>
                  </a:lnTo>
                  <a:cubicBezTo>
                    <a:pt x="1266748" y="80079"/>
                    <a:pt x="1279806" y="86403"/>
                    <a:pt x="1292701" y="93081"/>
                  </a:cubicBezTo>
                  <a:lnTo>
                    <a:pt x="1295208" y="88249"/>
                  </a:lnTo>
                  <a:cubicBezTo>
                    <a:pt x="1308147" y="94940"/>
                    <a:pt x="1320922" y="101982"/>
                    <a:pt x="1333555" y="109367"/>
                  </a:cubicBezTo>
                  <a:lnTo>
                    <a:pt x="1330808" y="114063"/>
                  </a:lnTo>
                  <a:cubicBezTo>
                    <a:pt x="1343289" y="121360"/>
                    <a:pt x="1355617" y="128994"/>
                    <a:pt x="1367792" y="136956"/>
                  </a:cubicBezTo>
                  <a:lnTo>
                    <a:pt x="1370779" y="132403"/>
                  </a:lnTo>
                  <a:cubicBezTo>
                    <a:pt x="1382944" y="140363"/>
                    <a:pt x="1394967" y="148647"/>
                    <a:pt x="1406815" y="157247"/>
                  </a:cubicBezTo>
                  <a:lnTo>
                    <a:pt x="1403610" y="161649"/>
                  </a:lnTo>
                  <a:cubicBezTo>
                    <a:pt x="1415306" y="170138"/>
                    <a:pt x="1426839" y="178936"/>
                    <a:pt x="1438208" y="188035"/>
                  </a:cubicBezTo>
                  <a:lnTo>
                    <a:pt x="1441619" y="183789"/>
                  </a:lnTo>
                  <a:cubicBezTo>
                    <a:pt x="1452967" y="192871"/>
                    <a:pt x="1464150" y="202251"/>
                    <a:pt x="1475159" y="211920"/>
                  </a:cubicBezTo>
                  <a:lnTo>
                    <a:pt x="1471562" y="216006"/>
                  </a:lnTo>
                  <a:cubicBezTo>
                    <a:pt x="1482419" y="225545"/>
                    <a:pt x="1493112" y="235366"/>
                    <a:pt x="1503620" y="245462"/>
                  </a:cubicBezTo>
                  <a:lnTo>
                    <a:pt x="1507402" y="241539"/>
                  </a:lnTo>
                  <a:cubicBezTo>
                    <a:pt x="1517877" y="251605"/>
                    <a:pt x="1528189" y="261942"/>
                    <a:pt x="1538315" y="272543"/>
                  </a:cubicBezTo>
                  <a:lnTo>
                    <a:pt x="1534369" y="276299"/>
                  </a:lnTo>
                  <a:cubicBezTo>
                    <a:pt x="1544365" y="286754"/>
                    <a:pt x="1554175" y="297466"/>
                    <a:pt x="1563800" y="308428"/>
                  </a:cubicBezTo>
                  <a:lnTo>
                    <a:pt x="1567898" y="304839"/>
                  </a:lnTo>
                  <a:cubicBezTo>
                    <a:pt x="1577469" y="315744"/>
                    <a:pt x="1586875" y="326896"/>
                    <a:pt x="1596075" y="338283"/>
                  </a:cubicBezTo>
                  <a:lnTo>
                    <a:pt x="1591835" y="341702"/>
                  </a:lnTo>
                  <a:cubicBezTo>
                    <a:pt x="1600926" y="352932"/>
                    <a:pt x="1609820" y="364394"/>
                    <a:pt x="1618530" y="376079"/>
                  </a:cubicBezTo>
                  <a:lnTo>
                    <a:pt x="1622901" y="372830"/>
                  </a:lnTo>
                  <a:cubicBezTo>
                    <a:pt x="1631577" y="384469"/>
                    <a:pt x="1640068" y="396331"/>
                    <a:pt x="1648364" y="408405"/>
                  </a:cubicBezTo>
                  <a:lnTo>
                    <a:pt x="1643862" y="411483"/>
                  </a:lnTo>
                  <a:cubicBezTo>
                    <a:pt x="1652048" y="423394"/>
                    <a:pt x="1660048" y="435516"/>
                    <a:pt x="1667842" y="447839"/>
                  </a:cubicBezTo>
                  <a:lnTo>
                    <a:pt x="1672453" y="444931"/>
                  </a:lnTo>
                  <a:cubicBezTo>
                    <a:pt x="1680225" y="457204"/>
                    <a:pt x="1687800" y="469676"/>
                    <a:pt x="1695180" y="482339"/>
                  </a:cubicBezTo>
                  <a:lnTo>
                    <a:pt x="1690471" y="485077"/>
                  </a:lnTo>
                  <a:cubicBezTo>
                    <a:pt x="1697752" y="497575"/>
                    <a:pt x="1704837" y="510262"/>
                    <a:pt x="1711726" y="523130"/>
                  </a:cubicBezTo>
                  <a:lnTo>
                    <a:pt x="1716533" y="520563"/>
                  </a:lnTo>
                  <a:cubicBezTo>
                    <a:pt x="1723390" y="533362"/>
                    <a:pt x="1730049" y="546337"/>
                    <a:pt x="1736502" y="559485"/>
                  </a:cubicBezTo>
                  <a:lnTo>
                    <a:pt x="1731608" y="561882"/>
                  </a:lnTo>
                  <a:cubicBezTo>
                    <a:pt x="1737974" y="574848"/>
                    <a:pt x="1744143" y="587982"/>
                    <a:pt x="1750117" y="601279"/>
                  </a:cubicBezTo>
                  <a:lnTo>
                    <a:pt x="1755087" y="599053"/>
                  </a:lnTo>
                  <a:cubicBezTo>
                    <a:pt x="1761039" y="612294"/>
                    <a:pt x="1766783" y="625696"/>
                    <a:pt x="1772320" y="639249"/>
                  </a:cubicBezTo>
                  <a:lnTo>
                    <a:pt x="1767274" y="641307"/>
                  </a:lnTo>
                  <a:cubicBezTo>
                    <a:pt x="1772746" y="654694"/>
                    <a:pt x="1778021" y="668231"/>
                    <a:pt x="1783090" y="681912"/>
                  </a:cubicBezTo>
                  <a:lnTo>
                    <a:pt x="1788202" y="680025"/>
                  </a:lnTo>
                  <a:cubicBezTo>
                    <a:pt x="1793249" y="693651"/>
                    <a:pt x="1798099" y="707421"/>
                    <a:pt x="1802732" y="721326"/>
                  </a:cubicBezTo>
                  <a:lnTo>
                    <a:pt x="1797565" y="723046"/>
                  </a:lnTo>
                  <a:cubicBezTo>
                    <a:pt x="1802143" y="736761"/>
                    <a:pt x="1806514" y="750611"/>
                    <a:pt x="1810678" y="764588"/>
                  </a:cubicBezTo>
                  <a:lnTo>
                    <a:pt x="1815899" y="763036"/>
                  </a:lnTo>
                  <a:cubicBezTo>
                    <a:pt x="1820042" y="776939"/>
                    <a:pt x="1823976" y="790968"/>
                    <a:pt x="1827704" y="805115"/>
                  </a:cubicBezTo>
                  <a:lnTo>
                    <a:pt x="1822440" y="806501"/>
                  </a:lnTo>
                  <a:cubicBezTo>
                    <a:pt x="1826124" y="820485"/>
                    <a:pt x="1829601" y="834585"/>
                    <a:pt x="1832871" y="848797"/>
                  </a:cubicBezTo>
                  <a:lnTo>
                    <a:pt x="1838190" y="847578"/>
                  </a:lnTo>
                  <a:cubicBezTo>
                    <a:pt x="1841449" y="861737"/>
                    <a:pt x="1844501" y="876005"/>
                    <a:pt x="1847336" y="890380"/>
                  </a:cubicBezTo>
                  <a:lnTo>
                    <a:pt x="1841994" y="891432"/>
                  </a:lnTo>
                  <a:cubicBezTo>
                    <a:pt x="1844796" y="905634"/>
                    <a:pt x="1847390" y="919936"/>
                    <a:pt x="1849777" y="934337"/>
                  </a:cubicBezTo>
                  <a:lnTo>
                    <a:pt x="1855162" y="933449"/>
                  </a:lnTo>
                  <a:cubicBezTo>
                    <a:pt x="1857527" y="947755"/>
                    <a:pt x="1859696" y="962159"/>
                    <a:pt x="1861637" y="976652"/>
                  </a:cubicBezTo>
                  <a:lnTo>
                    <a:pt x="1856241" y="977377"/>
                  </a:lnTo>
                  <a:cubicBezTo>
                    <a:pt x="1858170" y="991710"/>
                    <a:pt x="1859893" y="1006132"/>
                    <a:pt x="1861397" y="1020631"/>
                  </a:cubicBezTo>
                  <a:lnTo>
                    <a:pt x="1866814" y="1020076"/>
                  </a:lnTo>
                  <a:cubicBezTo>
                    <a:pt x="1868319" y="1034520"/>
                    <a:pt x="1869616" y="1049062"/>
                    <a:pt x="1870695" y="1063669"/>
                  </a:cubicBezTo>
                  <a:lnTo>
                    <a:pt x="1865256" y="1064072"/>
                  </a:lnTo>
                  <a:cubicBezTo>
                    <a:pt x="1866324" y="1078505"/>
                    <a:pt x="1867174" y="1093014"/>
                    <a:pt x="1867817" y="1107600"/>
                  </a:cubicBezTo>
                  <a:lnTo>
                    <a:pt x="1873267" y="1107360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920A5AA2-758B-AC8D-B5E5-E2026B631B79}"/>
                </a:ext>
              </a:extLst>
            </p:cNvPr>
            <p:cNvSpPr/>
            <p:nvPr/>
          </p:nvSpPr>
          <p:spPr>
            <a:xfrm>
              <a:off x="20058753" y="4766842"/>
              <a:ext cx="1245602" cy="2540931"/>
            </a:xfrm>
            <a:custGeom>
              <a:avLst/>
              <a:gdLst>
                <a:gd name="connsiteX0" fmla="*/ 1245602 w 1245602"/>
                <a:gd name="connsiteY0" fmla="*/ 1270466 h 2540931"/>
                <a:gd name="connsiteX1" fmla="*/ 622801 w 1245602"/>
                <a:gd name="connsiteY1" fmla="*/ 2540932 h 2540931"/>
                <a:gd name="connsiteX2" fmla="*/ 0 w 1245602"/>
                <a:gd name="connsiteY2" fmla="*/ 1270466 h 2540931"/>
                <a:gd name="connsiteX3" fmla="*/ 622801 w 1245602"/>
                <a:gd name="connsiteY3" fmla="*/ 0 h 2540931"/>
                <a:gd name="connsiteX4" fmla="*/ 1245602 w 1245602"/>
                <a:gd name="connsiteY4" fmla="*/ 1270466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602" y="1270466"/>
                  </a:moveTo>
                  <a:cubicBezTo>
                    <a:pt x="1245602" y="1972125"/>
                    <a:pt x="966765" y="2540932"/>
                    <a:pt x="622801" y="2540932"/>
                  </a:cubicBezTo>
                  <a:cubicBezTo>
                    <a:pt x="278838" y="2540932"/>
                    <a:pt x="0" y="1972125"/>
                    <a:pt x="0" y="1270466"/>
                  </a:cubicBezTo>
                  <a:cubicBezTo>
                    <a:pt x="0" y="568807"/>
                    <a:pt x="278838" y="0"/>
                    <a:pt x="622801" y="0"/>
                  </a:cubicBezTo>
                  <a:cubicBezTo>
                    <a:pt x="966765" y="0"/>
                    <a:pt x="1245602" y="568807"/>
                    <a:pt x="1245602" y="1270466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A7013A79-5DDE-C2F1-74F7-A16DC5915B02}"/>
                </a:ext>
              </a:extLst>
            </p:cNvPr>
            <p:cNvSpPr/>
            <p:nvPr/>
          </p:nvSpPr>
          <p:spPr>
            <a:xfrm>
              <a:off x="20666432" y="5295905"/>
              <a:ext cx="637885" cy="1482805"/>
            </a:xfrm>
            <a:custGeom>
              <a:avLst/>
              <a:gdLst>
                <a:gd name="connsiteX0" fmla="*/ 637886 w 637885"/>
                <a:gd name="connsiteY0" fmla="*/ 741403 h 1482805"/>
                <a:gd name="connsiteX1" fmla="*/ 318943 w 637885"/>
                <a:gd name="connsiteY1" fmla="*/ 1482805 h 1482805"/>
                <a:gd name="connsiteX2" fmla="*/ 0 w 637885"/>
                <a:gd name="connsiteY2" fmla="*/ 741403 h 1482805"/>
                <a:gd name="connsiteX3" fmla="*/ 318943 w 637885"/>
                <a:gd name="connsiteY3" fmla="*/ 0 h 1482805"/>
                <a:gd name="connsiteX4" fmla="*/ 637886 w 637885"/>
                <a:gd name="connsiteY4" fmla="*/ 741403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7886" y="741403"/>
                  </a:moveTo>
                  <a:cubicBezTo>
                    <a:pt x="637886" y="1150868"/>
                    <a:pt x="495090" y="1482805"/>
                    <a:pt x="318943" y="1482805"/>
                  </a:cubicBezTo>
                  <a:cubicBezTo>
                    <a:pt x="142796" y="1482805"/>
                    <a:pt x="0" y="1150868"/>
                    <a:pt x="0" y="741403"/>
                  </a:cubicBezTo>
                  <a:cubicBezTo>
                    <a:pt x="0" y="331937"/>
                    <a:pt x="142796" y="0"/>
                    <a:pt x="318943" y="0"/>
                  </a:cubicBezTo>
                  <a:cubicBezTo>
                    <a:pt x="495090" y="0"/>
                    <a:pt x="637886" y="331937"/>
                    <a:pt x="637886" y="741403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B709CC7A-1232-ABBB-346A-55730D3CE24B}"/>
                </a:ext>
              </a:extLst>
            </p:cNvPr>
            <p:cNvSpPr/>
            <p:nvPr/>
          </p:nvSpPr>
          <p:spPr>
            <a:xfrm>
              <a:off x="21300216" y="4864337"/>
              <a:ext cx="1874550" cy="2345941"/>
            </a:xfrm>
            <a:custGeom>
              <a:avLst/>
              <a:gdLst>
                <a:gd name="connsiteX0" fmla="*/ 1286 w 1874550"/>
                <a:gd name="connsiteY0" fmla="*/ 1107358 h 2345941"/>
                <a:gd name="connsiteX1" fmla="*/ 0 w 1874550"/>
                <a:gd name="connsiteY1" fmla="*/ 1151027 h 2345941"/>
                <a:gd name="connsiteX2" fmla="*/ 5450 w 1874550"/>
                <a:gd name="connsiteY2" fmla="*/ 1151103 h 2345941"/>
                <a:gd name="connsiteX3" fmla="*/ 5298 w 1874550"/>
                <a:gd name="connsiteY3" fmla="*/ 1172971 h 2345941"/>
                <a:gd name="connsiteX4" fmla="*/ 5450 w 1874550"/>
                <a:gd name="connsiteY4" fmla="*/ 1194849 h 2345941"/>
                <a:gd name="connsiteX5" fmla="*/ 0 w 1874550"/>
                <a:gd name="connsiteY5" fmla="*/ 1194925 h 2345941"/>
                <a:gd name="connsiteX6" fmla="*/ 1286 w 1874550"/>
                <a:gd name="connsiteY6" fmla="*/ 1238595 h 2345941"/>
                <a:gd name="connsiteX7" fmla="*/ 6725 w 1874550"/>
                <a:gd name="connsiteY7" fmla="*/ 1238355 h 2345941"/>
                <a:gd name="connsiteX8" fmla="*/ 9298 w 1874550"/>
                <a:gd name="connsiteY8" fmla="*/ 1281872 h 2345941"/>
                <a:gd name="connsiteX9" fmla="*/ 3859 w 1874550"/>
                <a:gd name="connsiteY9" fmla="*/ 1282275 h 2345941"/>
                <a:gd name="connsiteX10" fmla="*/ 7728 w 1874550"/>
                <a:gd name="connsiteY10" fmla="*/ 1325879 h 2345941"/>
                <a:gd name="connsiteX11" fmla="*/ 13157 w 1874550"/>
                <a:gd name="connsiteY11" fmla="*/ 1325313 h 2345941"/>
                <a:gd name="connsiteX12" fmla="*/ 18312 w 1874550"/>
                <a:gd name="connsiteY12" fmla="*/ 1368569 h 2345941"/>
                <a:gd name="connsiteX13" fmla="*/ 12906 w 1874550"/>
                <a:gd name="connsiteY13" fmla="*/ 1369299 h 2345941"/>
                <a:gd name="connsiteX14" fmla="*/ 19392 w 1874550"/>
                <a:gd name="connsiteY14" fmla="*/ 1412500 h 2345941"/>
                <a:gd name="connsiteX15" fmla="*/ 24765 w 1874550"/>
                <a:gd name="connsiteY15" fmla="*/ 1411608 h 2345941"/>
                <a:gd name="connsiteX16" fmla="*/ 32559 w 1874550"/>
                <a:gd name="connsiteY16" fmla="*/ 1454515 h 2345941"/>
                <a:gd name="connsiteX17" fmla="*/ 27218 w 1874550"/>
                <a:gd name="connsiteY17" fmla="*/ 1455571 h 2345941"/>
                <a:gd name="connsiteX18" fmla="*/ 36363 w 1874550"/>
                <a:gd name="connsiteY18" fmla="*/ 1498370 h 2345941"/>
                <a:gd name="connsiteX19" fmla="*/ 41671 w 1874550"/>
                <a:gd name="connsiteY19" fmla="*/ 1497151 h 2345941"/>
                <a:gd name="connsiteX20" fmla="*/ 52114 w 1874550"/>
                <a:gd name="connsiteY20" fmla="*/ 1539449 h 2345941"/>
                <a:gd name="connsiteX21" fmla="*/ 46838 w 1874550"/>
                <a:gd name="connsiteY21" fmla="*/ 1540831 h 2345941"/>
                <a:gd name="connsiteX22" fmla="*/ 58654 w 1874550"/>
                <a:gd name="connsiteY22" fmla="*/ 1582911 h 2345941"/>
                <a:gd name="connsiteX23" fmla="*/ 63875 w 1874550"/>
                <a:gd name="connsiteY23" fmla="*/ 1581355 h 2345941"/>
                <a:gd name="connsiteX24" fmla="*/ 76988 w 1874550"/>
                <a:gd name="connsiteY24" fmla="*/ 1622902 h 2345941"/>
                <a:gd name="connsiteX25" fmla="*/ 71821 w 1874550"/>
                <a:gd name="connsiteY25" fmla="*/ 1624622 h 2345941"/>
                <a:gd name="connsiteX26" fmla="*/ 86351 w 1874550"/>
                <a:gd name="connsiteY26" fmla="*/ 1665918 h 2345941"/>
                <a:gd name="connsiteX27" fmla="*/ 91464 w 1874550"/>
                <a:gd name="connsiteY27" fmla="*/ 1664035 h 2345941"/>
                <a:gd name="connsiteX28" fmla="*/ 107269 w 1874550"/>
                <a:gd name="connsiteY28" fmla="*/ 1704635 h 2345941"/>
                <a:gd name="connsiteX29" fmla="*/ 102222 w 1874550"/>
                <a:gd name="connsiteY29" fmla="*/ 1706693 h 2345941"/>
                <a:gd name="connsiteX30" fmla="*/ 119455 w 1874550"/>
                <a:gd name="connsiteY30" fmla="*/ 1746890 h 2345941"/>
                <a:gd name="connsiteX31" fmla="*/ 124437 w 1874550"/>
                <a:gd name="connsiteY31" fmla="*/ 1744669 h 2345941"/>
                <a:gd name="connsiteX32" fmla="*/ 142934 w 1874550"/>
                <a:gd name="connsiteY32" fmla="*/ 1784061 h 2345941"/>
                <a:gd name="connsiteX33" fmla="*/ 138051 w 1874550"/>
                <a:gd name="connsiteY33" fmla="*/ 1786456 h 2345941"/>
                <a:gd name="connsiteX34" fmla="*/ 158009 w 1874550"/>
                <a:gd name="connsiteY34" fmla="*/ 1825380 h 2345941"/>
                <a:gd name="connsiteX35" fmla="*/ 162816 w 1874550"/>
                <a:gd name="connsiteY35" fmla="*/ 1822811 h 2345941"/>
                <a:gd name="connsiteX36" fmla="*/ 184083 w 1874550"/>
                <a:gd name="connsiteY36" fmla="*/ 1860864 h 2345941"/>
                <a:gd name="connsiteX37" fmla="*/ 179374 w 1874550"/>
                <a:gd name="connsiteY37" fmla="*/ 1863607 h 2345941"/>
                <a:gd name="connsiteX38" fmla="*/ 202101 w 1874550"/>
                <a:gd name="connsiteY38" fmla="*/ 1901018 h 2345941"/>
                <a:gd name="connsiteX39" fmla="*/ 206700 w 1874550"/>
                <a:gd name="connsiteY39" fmla="*/ 1898112 h 2345941"/>
                <a:gd name="connsiteX40" fmla="*/ 230681 w 1874550"/>
                <a:gd name="connsiteY40" fmla="*/ 1934467 h 2345941"/>
                <a:gd name="connsiteX41" fmla="*/ 226190 w 1874550"/>
                <a:gd name="connsiteY41" fmla="*/ 1937536 h 2345941"/>
                <a:gd name="connsiteX42" fmla="*/ 251653 w 1874550"/>
                <a:gd name="connsiteY42" fmla="*/ 1973118 h 2345941"/>
                <a:gd name="connsiteX43" fmla="*/ 256024 w 1874550"/>
                <a:gd name="connsiteY43" fmla="*/ 1969864 h 2345941"/>
                <a:gd name="connsiteX44" fmla="*/ 282708 w 1874550"/>
                <a:gd name="connsiteY44" fmla="*/ 2004238 h 2345941"/>
                <a:gd name="connsiteX45" fmla="*/ 278467 w 1874550"/>
                <a:gd name="connsiteY45" fmla="*/ 2007666 h 2345941"/>
                <a:gd name="connsiteX46" fmla="*/ 306655 w 1874550"/>
                <a:gd name="connsiteY46" fmla="*/ 2041104 h 2345941"/>
                <a:gd name="connsiteX47" fmla="*/ 310754 w 1874550"/>
                <a:gd name="connsiteY47" fmla="*/ 2037523 h 2345941"/>
                <a:gd name="connsiteX48" fmla="*/ 340173 w 1874550"/>
                <a:gd name="connsiteY48" fmla="*/ 2069644 h 2345941"/>
                <a:gd name="connsiteX49" fmla="*/ 336238 w 1874550"/>
                <a:gd name="connsiteY49" fmla="*/ 2073399 h 2345941"/>
                <a:gd name="connsiteX50" fmla="*/ 367151 w 1874550"/>
                <a:gd name="connsiteY50" fmla="*/ 2104410 h 2345941"/>
                <a:gd name="connsiteX51" fmla="*/ 370934 w 1874550"/>
                <a:gd name="connsiteY51" fmla="*/ 2100481 h 2345941"/>
                <a:gd name="connsiteX52" fmla="*/ 402991 w 1874550"/>
                <a:gd name="connsiteY52" fmla="*/ 2129935 h 2345941"/>
                <a:gd name="connsiteX53" fmla="*/ 399394 w 1874550"/>
                <a:gd name="connsiteY53" fmla="*/ 2134027 h 2345941"/>
                <a:gd name="connsiteX54" fmla="*/ 432934 w 1874550"/>
                <a:gd name="connsiteY54" fmla="*/ 2162153 h 2345941"/>
                <a:gd name="connsiteX55" fmla="*/ 436335 w 1874550"/>
                <a:gd name="connsiteY55" fmla="*/ 2157908 h 2345941"/>
                <a:gd name="connsiteX56" fmla="*/ 470943 w 1874550"/>
                <a:gd name="connsiteY56" fmla="*/ 2184293 h 2345941"/>
                <a:gd name="connsiteX57" fmla="*/ 467738 w 1874550"/>
                <a:gd name="connsiteY57" fmla="*/ 2188701 h 2345941"/>
                <a:gd name="connsiteX58" fmla="*/ 503774 w 1874550"/>
                <a:gd name="connsiteY58" fmla="*/ 2213540 h 2345941"/>
                <a:gd name="connsiteX59" fmla="*/ 506761 w 1874550"/>
                <a:gd name="connsiteY59" fmla="*/ 2208990 h 2345941"/>
                <a:gd name="connsiteX60" fmla="*/ 543745 w 1874550"/>
                <a:gd name="connsiteY60" fmla="*/ 2231881 h 2345941"/>
                <a:gd name="connsiteX61" fmla="*/ 540988 w 1874550"/>
                <a:gd name="connsiteY61" fmla="*/ 2236583 h 2345941"/>
                <a:gd name="connsiteX62" fmla="*/ 579335 w 1874550"/>
                <a:gd name="connsiteY62" fmla="*/ 2257700 h 2345941"/>
                <a:gd name="connsiteX63" fmla="*/ 581842 w 1874550"/>
                <a:gd name="connsiteY63" fmla="*/ 2252867 h 2345941"/>
                <a:gd name="connsiteX64" fmla="*/ 620984 w 1874550"/>
                <a:gd name="connsiteY64" fmla="*/ 2271828 h 2345941"/>
                <a:gd name="connsiteX65" fmla="*/ 618739 w 1874550"/>
                <a:gd name="connsiteY65" fmla="*/ 2276791 h 2345941"/>
                <a:gd name="connsiteX66" fmla="*/ 659102 w 1874550"/>
                <a:gd name="connsiteY66" fmla="*/ 2293739 h 2345941"/>
                <a:gd name="connsiteX67" fmla="*/ 661075 w 1874550"/>
                <a:gd name="connsiteY67" fmla="*/ 2288667 h 2345941"/>
                <a:gd name="connsiteX68" fmla="*/ 702038 w 1874550"/>
                <a:gd name="connsiteY68" fmla="*/ 2303296 h 2345941"/>
                <a:gd name="connsiteX69" fmla="*/ 700349 w 1874550"/>
                <a:gd name="connsiteY69" fmla="*/ 2308466 h 2345941"/>
                <a:gd name="connsiteX70" fmla="*/ 742347 w 1874550"/>
                <a:gd name="connsiteY70" fmla="*/ 2320864 h 2345941"/>
                <a:gd name="connsiteX71" fmla="*/ 743742 w 1874550"/>
                <a:gd name="connsiteY71" fmla="*/ 2315595 h 2345941"/>
                <a:gd name="connsiteX72" fmla="*/ 786078 w 1874550"/>
                <a:gd name="connsiteY72" fmla="*/ 2325522 h 2345941"/>
                <a:gd name="connsiteX73" fmla="*/ 784978 w 1874550"/>
                <a:gd name="connsiteY73" fmla="*/ 2330856 h 2345941"/>
                <a:gd name="connsiteX74" fmla="*/ 828110 w 1874550"/>
                <a:gd name="connsiteY74" fmla="*/ 2338388 h 2345941"/>
                <a:gd name="connsiteX75" fmla="*/ 828895 w 1874550"/>
                <a:gd name="connsiteY75" fmla="*/ 2333000 h 2345941"/>
                <a:gd name="connsiteX76" fmla="*/ 872070 w 1874550"/>
                <a:gd name="connsiteY76" fmla="*/ 2338007 h 2345941"/>
                <a:gd name="connsiteX77" fmla="*/ 871601 w 1874550"/>
                <a:gd name="connsiteY77" fmla="*/ 2343428 h 2345941"/>
                <a:gd name="connsiteX78" fmla="*/ 915311 w 1874550"/>
                <a:gd name="connsiteY78" fmla="*/ 2345942 h 2345941"/>
                <a:gd name="connsiteX79" fmla="*/ 915475 w 1874550"/>
                <a:gd name="connsiteY79" fmla="*/ 2340511 h 2345941"/>
                <a:gd name="connsiteX80" fmla="*/ 937275 w 1874550"/>
                <a:gd name="connsiteY80" fmla="*/ 2340815 h 2345941"/>
                <a:gd name="connsiteX81" fmla="*/ 959086 w 1874550"/>
                <a:gd name="connsiteY81" fmla="*/ 2340511 h 2345941"/>
                <a:gd name="connsiteX82" fmla="*/ 959239 w 1874550"/>
                <a:gd name="connsiteY82" fmla="*/ 2345942 h 2345941"/>
                <a:gd name="connsiteX83" fmla="*/ 1002949 w 1874550"/>
                <a:gd name="connsiteY83" fmla="*/ 2343428 h 2345941"/>
                <a:gd name="connsiteX84" fmla="*/ 1002480 w 1874550"/>
                <a:gd name="connsiteY84" fmla="*/ 2338007 h 2345941"/>
                <a:gd name="connsiteX85" fmla="*/ 1045656 w 1874550"/>
                <a:gd name="connsiteY85" fmla="*/ 2333000 h 2345941"/>
                <a:gd name="connsiteX86" fmla="*/ 1046441 w 1874550"/>
                <a:gd name="connsiteY86" fmla="*/ 2338388 h 2345941"/>
                <a:gd name="connsiteX87" fmla="*/ 1089573 w 1874550"/>
                <a:gd name="connsiteY87" fmla="*/ 2330856 h 2345941"/>
                <a:gd name="connsiteX88" fmla="*/ 1088483 w 1874550"/>
                <a:gd name="connsiteY88" fmla="*/ 2325522 h 2345941"/>
                <a:gd name="connsiteX89" fmla="*/ 1130808 w 1874550"/>
                <a:gd name="connsiteY89" fmla="*/ 2315595 h 2345941"/>
                <a:gd name="connsiteX90" fmla="*/ 1132203 w 1874550"/>
                <a:gd name="connsiteY90" fmla="*/ 2320864 h 2345941"/>
                <a:gd name="connsiteX91" fmla="*/ 1174202 w 1874550"/>
                <a:gd name="connsiteY91" fmla="*/ 2308466 h 2345941"/>
                <a:gd name="connsiteX92" fmla="*/ 1172512 w 1874550"/>
                <a:gd name="connsiteY92" fmla="*/ 2303296 h 2345941"/>
                <a:gd name="connsiteX93" fmla="*/ 1213475 w 1874550"/>
                <a:gd name="connsiteY93" fmla="*/ 2288667 h 2345941"/>
                <a:gd name="connsiteX94" fmla="*/ 1215448 w 1874550"/>
                <a:gd name="connsiteY94" fmla="*/ 2293739 h 2345941"/>
                <a:gd name="connsiteX95" fmla="*/ 1255823 w 1874550"/>
                <a:gd name="connsiteY95" fmla="*/ 2276791 h 2345941"/>
                <a:gd name="connsiteX96" fmla="*/ 1253566 w 1874550"/>
                <a:gd name="connsiteY96" fmla="*/ 2271828 h 2345941"/>
                <a:gd name="connsiteX97" fmla="*/ 1292709 w 1874550"/>
                <a:gd name="connsiteY97" fmla="*/ 2252867 h 2345941"/>
                <a:gd name="connsiteX98" fmla="*/ 1295216 w 1874550"/>
                <a:gd name="connsiteY98" fmla="*/ 2257700 h 2345941"/>
                <a:gd name="connsiteX99" fmla="*/ 1333563 w 1874550"/>
                <a:gd name="connsiteY99" fmla="*/ 2236583 h 2345941"/>
                <a:gd name="connsiteX100" fmla="*/ 1330805 w 1874550"/>
                <a:gd name="connsiteY100" fmla="*/ 2231881 h 2345941"/>
                <a:gd name="connsiteX101" fmla="*/ 1367800 w 1874550"/>
                <a:gd name="connsiteY101" fmla="*/ 2208990 h 2345941"/>
                <a:gd name="connsiteX102" fmla="*/ 1370776 w 1874550"/>
                <a:gd name="connsiteY102" fmla="*/ 2213540 h 2345941"/>
                <a:gd name="connsiteX103" fmla="*/ 1406823 w 1874550"/>
                <a:gd name="connsiteY103" fmla="*/ 2188701 h 2345941"/>
                <a:gd name="connsiteX104" fmla="*/ 1403618 w 1874550"/>
                <a:gd name="connsiteY104" fmla="*/ 2184293 h 2345941"/>
                <a:gd name="connsiteX105" fmla="*/ 1438216 w 1874550"/>
                <a:gd name="connsiteY105" fmla="*/ 2157908 h 2345941"/>
                <a:gd name="connsiteX106" fmla="*/ 1441627 w 1874550"/>
                <a:gd name="connsiteY106" fmla="*/ 2162153 h 2345941"/>
                <a:gd name="connsiteX107" fmla="*/ 1475167 w 1874550"/>
                <a:gd name="connsiteY107" fmla="*/ 2134027 h 2345941"/>
                <a:gd name="connsiteX108" fmla="*/ 1471559 w 1874550"/>
                <a:gd name="connsiteY108" fmla="*/ 2129935 h 2345941"/>
                <a:gd name="connsiteX109" fmla="*/ 1503627 w 1874550"/>
                <a:gd name="connsiteY109" fmla="*/ 2100481 h 2345941"/>
                <a:gd name="connsiteX110" fmla="*/ 1507399 w 1874550"/>
                <a:gd name="connsiteY110" fmla="*/ 2104410 h 2345941"/>
                <a:gd name="connsiteX111" fmla="*/ 1538323 w 1874550"/>
                <a:gd name="connsiteY111" fmla="*/ 2073399 h 2345941"/>
                <a:gd name="connsiteX112" fmla="*/ 1534377 w 1874550"/>
                <a:gd name="connsiteY112" fmla="*/ 2069644 h 2345941"/>
                <a:gd name="connsiteX113" fmla="*/ 1563797 w 1874550"/>
                <a:gd name="connsiteY113" fmla="*/ 2037523 h 2345941"/>
                <a:gd name="connsiteX114" fmla="*/ 1567895 w 1874550"/>
                <a:gd name="connsiteY114" fmla="*/ 2041104 h 2345941"/>
                <a:gd name="connsiteX115" fmla="*/ 1596083 w 1874550"/>
                <a:gd name="connsiteY115" fmla="*/ 2007666 h 2345941"/>
                <a:gd name="connsiteX116" fmla="*/ 1591843 w 1874550"/>
                <a:gd name="connsiteY116" fmla="*/ 2004238 h 2345941"/>
                <a:gd name="connsiteX117" fmla="*/ 1618537 w 1874550"/>
                <a:gd name="connsiteY117" fmla="*/ 1969864 h 2345941"/>
                <a:gd name="connsiteX118" fmla="*/ 1622908 w 1874550"/>
                <a:gd name="connsiteY118" fmla="*/ 1973118 h 2345941"/>
                <a:gd name="connsiteX119" fmla="*/ 1648360 w 1874550"/>
                <a:gd name="connsiteY119" fmla="*/ 1937536 h 2345941"/>
                <a:gd name="connsiteX120" fmla="*/ 1643869 w 1874550"/>
                <a:gd name="connsiteY120" fmla="*/ 1934467 h 2345941"/>
                <a:gd name="connsiteX121" fmla="*/ 1667850 w 1874550"/>
                <a:gd name="connsiteY121" fmla="*/ 1898112 h 2345941"/>
                <a:gd name="connsiteX122" fmla="*/ 1672461 w 1874550"/>
                <a:gd name="connsiteY122" fmla="*/ 1901018 h 2345941"/>
                <a:gd name="connsiteX123" fmla="*/ 1695176 w 1874550"/>
                <a:gd name="connsiteY123" fmla="*/ 1863607 h 2345941"/>
                <a:gd name="connsiteX124" fmla="*/ 1690468 w 1874550"/>
                <a:gd name="connsiteY124" fmla="*/ 1860864 h 2345941"/>
                <a:gd name="connsiteX125" fmla="*/ 1711734 w 1874550"/>
                <a:gd name="connsiteY125" fmla="*/ 1822811 h 2345941"/>
                <a:gd name="connsiteX126" fmla="*/ 1716541 w 1874550"/>
                <a:gd name="connsiteY126" fmla="*/ 1825380 h 2345941"/>
                <a:gd name="connsiteX127" fmla="*/ 1736510 w 1874550"/>
                <a:gd name="connsiteY127" fmla="*/ 1786456 h 2345941"/>
                <a:gd name="connsiteX128" fmla="*/ 1731616 w 1874550"/>
                <a:gd name="connsiteY128" fmla="*/ 1784061 h 2345941"/>
                <a:gd name="connsiteX129" fmla="*/ 1750124 w 1874550"/>
                <a:gd name="connsiteY129" fmla="*/ 1744669 h 2345941"/>
                <a:gd name="connsiteX130" fmla="*/ 1755095 w 1874550"/>
                <a:gd name="connsiteY130" fmla="*/ 1746890 h 2345941"/>
                <a:gd name="connsiteX131" fmla="*/ 1772328 w 1874550"/>
                <a:gd name="connsiteY131" fmla="*/ 1706693 h 2345941"/>
                <a:gd name="connsiteX132" fmla="*/ 1767281 w 1874550"/>
                <a:gd name="connsiteY132" fmla="*/ 1704635 h 2345941"/>
                <a:gd name="connsiteX133" fmla="*/ 1783098 w 1874550"/>
                <a:gd name="connsiteY133" fmla="*/ 1664035 h 2345941"/>
                <a:gd name="connsiteX134" fmla="*/ 1788210 w 1874550"/>
                <a:gd name="connsiteY134" fmla="*/ 1665918 h 2345941"/>
                <a:gd name="connsiteX135" fmla="*/ 1802740 w 1874550"/>
                <a:gd name="connsiteY135" fmla="*/ 1624622 h 2345941"/>
                <a:gd name="connsiteX136" fmla="*/ 1797562 w 1874550"/>
                <a:gd name="connsiteY136" fmla="*/ 1622902 h 2345941"/>
                <a:gd name="connsiteX137" fmla="*/ 1810675 w 1874550"/>
                <a:gd name="connsiteY137" fmla="*/ 1581355 h 2345941"/>
                <a:gd name="connsiteX138" fmla="*/ 1815907 w 1874550"/>
                <a:gd name="connsiteY138" fmla="*/ 1582911 h 2345941"/>
                <a:gd name="connsiteX139" fmla="*/ 1827712 w 1874550"/>
                <a:gd name="connsiteY139" fmla="*/ 1540831 h 2345941"/>
                <a:gd name="connsiteX140" fmla="*/ 1822436 w 1874550"/>
                <a:gd name="connsiteY140" fmla="*/ 1539449 h 2345941"/>
                <a:gd name="connsiteX141" fmla="*/ 1832879 w 1874550"/>
                <a:gd name="connsiteY141" fmla="*/ 1497151 h 2345941"/>
                <a:gd name="connsiteX142" fmla="*/ 1838187 w 1874550"/>
                <a:gd name="connsiteY142" fmla="*/ 1498370 h 2345941"/>
                <a:gd name="connsiteX143" fmla="*/ 1847343 w 1874550"/>
                <a:gd name="connsiteY143" fmla="*/ 1455571 h 2345941"/>
                <a:gd name="connsiteX144" fmla="*/ 1841991 w 1874550"/>
                <a:gd name="connsiteY144" fmla="*/ 1454515 h 2345941"/>
                <a:gd name="connsiteX145" fmla="*/ 1849785 w 1874550"/>
                <a:gd name="connsiteY145" fmla="*/ 1411608 h 2345941"/>
                <a:gd name="connsiteX146" fmla="*/ 1855159 w 1874550"/>
                <a:gd name="connsiteY146" fmla="*/ 1412500 h 2345941"/>
                <a:gd name="connsiteX147" fmla="*/ 1861644 w 1874550"/>
                <a:gd name="connsiteY147" fmla="*/ 1369299 h 2345941"/>
                <a:gd name="connsiteX148" fmla="*/ 1856249 w 1874550"/>
                <a:gd name="connsiteY148" fmla="*/ 1368569 h 2345941"/>
                <a:gd name="connsiteX149" fmla="*/ 1861404 w 1874550"/>
                <a:gd name="connsiteY149" fmla="*/ 1325313 h 2345941"/>
                <a:gd name="connsiteX150" fmla="*/ 1866822 w 1874550"/>
                <a:gd name="connsiteY150" fmla="*/ 1325879 h 2345941"/>
                <a:gd name="connsiteX151" fmla="*/ 1870692 w 1874550"/>
                <a:gd name="connsiteY151" fmla="*/ 1282275 h 2345941"/>
                <a:gd name="connsiteX152" fmla="*/ 1865263 w 1874550"/>
                <a:gd name="connsiteY152" fmla="*/ 1281872 h 2345941"/>
                <a:gd name="connsiteX153" fmla="*/ 1867825 w 1874550"/>
                <a:gd name="connsiteY153" fmla="*/ 1238355 h 2345941"/>
                <a:gd name="connsiteX154" fmla="*/ 1873275 w 1874550"/>
                <a:gd name="connsiteY154" fmla="*/ 1238595 h 2345941"/>
                <a:gd name="connsiteX155" fmla="*/ 1874550 w 1874550"/>
                <a:gd name="connsiteY155" fmla="*/ 1194925 h 2345941"/>
                <a:gd name="connsiteX156" fmla="*/ 1869100 w 1874550"/>
                <a:gd name="connsiteY156" fmla="*/ 1194849 h 2345941"/>
                <a:gd name="connsiteX157" fmla="*/ 1869264 w 1874550"/>
                <a:gd name="connsiteY157" fmla="*/ 1172971 h 2345941"/>
                <a:gd name="connsiteX158" fmla="*/ 1869100 w 1874550"/>
                <a:gd name="connsiteY158" fmla="*/ 1151103 h 2345941"/>
                <a:gd name="connsiteX159" fmla="*/ 1874550 w 1874550"/>
                <a:gd name="connsiteY159" fmla="*/ 1151027 h 2345941"/>
                <a:gd name="connsiteX160" fmla="*/ 1873275 w 1874550"/>
                <a:gd name="connsiteY160" fmla="*/ 1107358 h 2345941"/>
                <a:gd name="connsiteX161" fmla="*/ 1867825 w 1874550"/>
                <a:gd name="connsiteY161" fmla="*/ 1107597 h 2345941"/>
                <a:gd name="connsiteX162" fmla="*/ 1865263 w 1874550"/>
                <a:gd name="connsiteY162" fmla="*/ 1064069 h 2345941"/>
                <a:gd name="connsiteX163" fmla="*/ 1870692 w 1874550"/>
                <a:gd name="connsiteY163" fmla="*/ 1063666 h 2345941"/>
                <a:gd name="connsiteX164" fmla="*/ 1866822 w 1874550"/>
                <a:gd name="connsiteY164" fmla="*/ 1020073 h 2345941"/>
                <a:gd name="connsiteX165" fmla="*/ 1861404 w 1874550"/>
                <a:gd name="connsiteY165" fmla="*/ 1020628 h 2345941"/>
                <a:gd name="connsiteX166" fmla="*/ 1856249 w 1874550"/>
                <a:gd name="connsiteY166" fmla="*/ 977377 h 2345941"/>
                <a:gd name="connsiteX167" fmla="*/ 1861644 w 1874550"/>
                <a:gd name="connsiteY167" fmla="*/ 976653 h 2345941"/>
                <a:gd name="connsiteX168" fmla="*/ 1855159 w 1874550"/>
                <a:gd name="connsiteY168" fmla="*/ 933449 h 2345941"/>
                <a:gd name="connsiteX169" fmla="*/ 1849785 w 1874550"/>
                <a:gd name="connsiteY169" fmla="*/ 934337 h 2345941"/>
                <a:gd name="connsiteX170" fmla="*/ 1841991 w 1874550"/>
                <a:gd name="connsiteY170" fmla="*/ 891433 h 2345941"/>
                <a:gd name="connsiteX171" fmla="*/ 1847343 w 1874550"/>
                <a:gd name="connsiteY171" fmla="*/ 890380 h 2345941"/>
                <a:gd name="connsiteX172" fmla="*/ 1838187 w 1874550"/>
                <a:gd name="connsiteY172" fmla="*/ 847578 h 2345941"/>
                <a:gd name="connsiteX173" fmla="*/ 1832879 w 1874550"/>
                <a:gd name="connsiteY173" fmla="*/ 848797 h 2345941"/>
                <a:gd name="connsiteX174" fmla="*/ 1822447 w 1874550"/>
                <a:gd name="connsiteY174" fmla="*/ 806501 h 2345941"/>
                <a:gd name="connsiteX175" fmla="*/ 1827712 w 1874550"/>
                <a:gd name="connsiteY175" fmla="*/ 805116 h 2345941"/>
                <a:gd name="connsiteX176" fmla="*/ 1815907 w 1874550"/>
                <a:gd name="connsiteY176" fmla="*/ 763036 h 2345941"/>
                <a:gd name="connsiteX177" fmla="*/ 1810675 w 1874550"/>
                <a:gd name="connsiteY177" fmla="*/ 764589 h 2345941"/>
                <a:gd name="connsiteX178" fmla="*/ 1797562 w 1874550"/>
                <a:gd name="connsiteY178" fmla="*/ 723046 h 2345941"/>
                <a:gd name="connsiteX179" fmla="*/ 1802740 w 1874550"/>
                <a:gd name="connsiteY179" fmla="*/ 721326 h 2345941"/>
                <a:gd name="connsiteX180" fmla="*/ 1788210 w 1874550"/>
                <a:gd name="connsiteY180" fmla="*/ 680025 h 2345941"/>
                <a:gd name="connsiteX181" fmla="*/ 1783098 w 1874550"/>
                <a:gd name="connsiteY181" fmla="*/ 681912 h 2345941"/>
                <a:gd name="connsiteX182" fmla="*/ 1767281 w 1874550"/>
                <a:gd name="connsiteY182" fmla="*/ 641307 h 2345941"/>
                <a:gd name="connsiteX183" fmla="*/ 1772328 w 1874550"/>
                <a:gd name="connsiteY183" fmla="*/ 639250 h 2345941"/>
                <a:gd name="connsiteX184" fmla="*/ 1755095 w 1874550"/>
                <a:gd name="connsiteY184" fmla="*/ 599054 h 2345941"/>
                <a:gd name="connsiteX185" fmla="*/ 1750124 w 1874550"/>
                <a:gd name="connsiteY185" fmla="*/ 601280 h 2345941"/>
                <a:gd name="connsiteX186" fmla="*/ 1731616 w 1874550"/>
                <a:gd name="connsiteY186" fmla="*/ 561882 h 2345941"/>
                <a:gd name="connsiteX187" fmla="*/ 1736510 w 1874550"/>
                <a:gd name="connsiteY187" fmla="*/ 559485 h 2345941"/>
                <a:gd name="connsiteX188" fmla="*/ 1716541 w 1874550"/>
                <a:gd name="connsiteY188" fmla="*/ 520564 h 2345941"/>
                <a:gd name="connsiteX189" fmla="*/ 1711734 w 1874550"/>
                <a:gd name="connsiteY189" fmla="*/ 523130 h 2345941"/>
                <a:gd name="connsiteX190" fmla="*/ 1690468 w 1874550"/>
                <a:gd name="connsiteY190" fmla="*/ 485077 h 2345941"/>
                <a:gd name="connsiteX191" fmla="*/ 1695176 w 1874550"/>
                <a:gd name="connsiteY191" fmla="*/ 482340 h 2345941"/>
                <a:gd name="connsiteX192" fmla="*/ 1672461 w 1874550"/>
                <a:gd name="connsiteY192" fmla="*/ 444931 h 2345941"/>
                <a:gd name="connsiteX193" fmla="*/ 1667850 w 1874550"/>
                <a:gd name="connsiteY193" fmla="*/ 447840 h 2345941"/>
                <a:gd name="connsiteX194" fmla="*/ 1643869 w 1874550"/>
                <a:gd name="connsiteY194" fmla="*/ 411483 h 2345941"/>
                <a:gd name="connsiteX195" fmla="*/ 1648360 w 1874550"/>
                <a:gd name="connsiteY195" fmla="*/ 408404 h 2345941"/>
                <a:gd name="connsiteX196" fmla="*/ 1622908 w 1874550"/>
                <a:gd name="connsiteY196" fmla="*/ 372831 h 2345941"/>
                <a:gd name="connsiteX197" fmla="*/ 1618537 w 1874550"/>
                <a:gd name="connsiteY197" fmla="*/ 376080 h 2345941"/>
                <a:gd name="connsiteX198" fmla="*/ 1591843 w 1874550"/>
                <a:gd name="connsiteY198" fmla="*/ 341703 h 2345941"/>
                <a:gd name="connsiteX199" fmla="*/ 1596083 w 1874550"/>
                <a:gd name="connsiteY199" fmla="*/ 338284 h 2345941"/>
                <a:gd name="connsiteX200" fmla="*/ 1567895 w 1874550"/>
                <a:gd name="connsiteY200" fmla="*/ 304839 h 2345941"/>
                <a:gd name="connsiteX201" fmla="*/ 1563797 w 1874550"/>
                <a:gd name="connsiteY201" fmla="*/ 308428 h 2345941"/>
                <a:gd name="connsiteX202" fmla="*/ 1534377 w 1874550"/>
                <a:gd name="connsiteY202" fmla="*/ 276299 h 2345941"/>
                <a:gd name="connsiteX203" fmla="*/ 1538323 w 1874550"/>
                <a:gd name="connsiteY203" fmla="*/ 272543 h 2345941"/>
                <a:gd name="connsiteX204" fmla="*/ 1507399 w 1874550"/>
                <a:gd name="connsiteY204" fmla="*/ 241539 h 2345941"/>
                <a:gd name="connsiteX205" fmla="*/ 1503627 w 1874550"/>
                <a:gd name="connsiteY205" fmla="*/ 245462 h 2345941"/>
                <a:gd name="connsiteX206" fmla="*/ 1471559 w 1874550"/>
                <a:gd name="connsiteY206" fmla="*/ 216007 h 2345941"/>
                <a:gd name="connsiteX207" fmla="*/ 1475167 w 1874550"/>
                <a:gd name="connsiteY207" fmla="*/ 211921 h 2345941"/>
                <a:gd name="connsiteX208" fmla="*/ 1441627 w 1874550"/>
                <a:gd name="connsiteY208" fmla="*/ 183789 h 2345941"/>
                <a:gd name="connsiteX209" fmla="*/ 1438216 w 1874550"/>
                <a:gd name="connsiteY209" fmla="*/ 188035 h 2345941"/>
                <a:gd name="connsiteX210" fmla="*/ 1403618 w 1874550"/>
                <a:gd name="connsiteY210" fmla="*/ 161649 h 2345941"/>
                <a:gd name="connsiteX211" fmla="*/ 1406823 w 1874550"/>
                <a:gd name="connsiteY211" fmla="*/ 157247 h 2345941"/>
                <a:gd name="connsiteX212" fmla="*/ 1370787 w 1874550"/>
                <a:gd name="connsiteY212" fmla="*/ 132403 h 2345941"/>
                <a:gd name="connsiteX213" fmla="*/ 1367800 w 1874550"/>
                <a:gd name="connsiteY213" fmla="*/ 136956 h 2345941"/>
                <a:gd name="connsiteX214" fmla="*/ 1330805 w 1874550"/>
                <a:gd name="connsiteY214" fmla="*/ 114064 h 2345941"/>
                <a:gd name="connsiteX215" fmla="*/ 1333563 w 1874550"/>
                <a:gd name="connsiteY215" fmla="*/ 109367 h 2345941"/>
                <a:gd name="connsiteX216" fmla="*/ 1295216 w 1874550"/>
                <a:gd name="connsiteY216" fmla="*/ 88248 h 2345941"/>
                <a:gd name="connsiteX217" fmla="*/ 1292709 w 1874550"/>
                <a:gd name="connsiteY217" fmla="*/ 93081 h 2345941"/>
                <a:gd name="connsiteX218" fmla="*/ 1253566 w 1874550"/>
                <a:gd name="connsiteY218" fmla="*/ 74117 h 2345941"/>
                <a:gd name="connsiteX219" fmla="*/ 1255823 w 1874550"/>
                <a:gd name="connsiteY219" fmla="*/ 69159 h 2345941"/>
                <a:gd name="connsiteX220" fmla="*/ 1215448 w 1874550"/>
                <a:gd name="connsiteY220" fmla="*/ 52203 h 2345941"/>
                <a:gd name="connsiteX221" fmla="*/ 1213475 w 1874550"/>
                <a:gd name="connsiteY221" fmla="*/ 57276 h 2345941"/>
                <a:gd name="connsiteX222" fmla="*/ 1172512 w 1874550"/>
                <a:gd name="connsiteY222" fmla="*/ 42654 h 2345941"/>
                <a:gd name="connsiteX223" fmla="*/ 1174202 w 1874550"/>
                <a:gd name="connsiteY223" fmla="*/ 37481 h 2345941"/>
                <a:gd name="connsiteX224" fmla="*/ 1132203 w 1874550"/>
                <a:gd name="connsiteY224" fmla="*/ 25084 h 2345941"/>
                <a:gd name="connsiteX225" fmla="*/ 1130808 w 1874550"/>
                <a:gd name="connsiteY225" fmla="*/ 30345 h 2345941"/>
                <a:gd name="connsiteX226" fmla="*/ 1088483 w 1874550"/>
                <a:gd name="connsiteY226" fmla="*/ 20421 h 2345941"/>
                <a:gd name="connsiteX227" fmla="*/ 1089573 w 1874550"/>
                <a:gd name="connsiteY227" fmla="*/ 15090 h 2345941"/>
                <a:gd name="connsiteX228" fmla="*/ 1046441 w 1874550"/>
                <a:gd name="connsiteY228" fmla="*/ 7554 h 2345941"/>
                <a:gd name="connsiteX229" fmla="*/ 1045656 w 1874550"/>
                <a:gd name="connsiteY229" fmla="*/ 12940 h 2345941"/>
                <a:gd name="connsiteX230" fmla="*/ 1002480 w 1874550"/>
                <a:gd name="connsiteY230" fmla="*/ 7941 h 2345941"/>
                <a:gd name="connsiteX231" fmla="*/ 1002949 w 1874550"/>
                <a:gd name="connsiteY231" fmla="*/ 2519 h 2345941"/>
                <a:gd name="connsiteX232" fmla="*/ 959239 w 1874550"/>
                <a:gd name="connsiteY232" fmla="*/ 0 h 2345941"/>
                <a:gd name="connsiteX233" fmla="*/ 959086 w 1874550"/>
                <a:gd name="connsiteY233" fmla="*/ 5441 h 2345941"/>
                <a:gd name="connsiteX234" fmla="*/ 937275 w 1874550"/>
                <a:gd name="connsiteY234" fmla="*/ 5127 h 2345941"/>
                <a:gd name="connsiteX235" fmla="*/ 915475 w 1874550"/>
                <a:gd name="connsiteY235" fmla="*/ 5441 h 2345941"/>
                <a:gd name="connsiteX236" fmla="*/ 915311 w 1874550"/>
                <a:gd name="connsiteY236" fmla="*/ 0 h 2345941"/>
                <a:gd name="connsiteX237" fmla="*/ 871601 w 1874550"/>
                <a:gd name="connsiteY237" fmla="*/ 2519 h 2345941"/>
                <a:gd name="connsiteX238" fmla="*/ 872070 w 1874550"/>
                <a:gd name="connsiteY238" fmla="*/ 7941 h 2345941"/>
                <a:gd name="connsiteX239" fmla="*/ 828895 w 1874550"/>
                <a:gd name="connsiteY239" fmla="*/ 12940 h 2345941"/>
                <a:gd name="connsiteX240" fmla="*/ 828110 w 1874550"/>
                <a:gd name="connsiteY240" fmla="*/ 7554 h 2345941"/>
                <a:gd name="connsiteX241" fmla="*/ 784978 w 1874550"/>
                <a:gd name="connsiteY241" fmla="*/ 15090 h 2345941"/>
                <a:gd name="connsiteX242" fmla="*/ 786078 w 1874550"/>
                <a:gd name="connsiteY242" fmla="*/ 20421 h 2345941"/>
                <a:gd name="connsiteX243" fmla="*/ 743742 w 1874550"/>
                <a:gd name="connsiteY243" fmla="*/ 30345 h 2345941"/>
                <a:gd name="connsiteX244" fmla="*/ 742347 w 1874550"/>
                <a:gd name="connsiteY244" fmla="*/ 25084 h 2345941"/>
                <a:gd name="connsiteX245" fmla="*/ 700349 w 1874550"/>
                <a:gd name="connsiteY245" fmla="*/ 37481 h 2345941"/>
                <a:gd name="connsiteX246" fmla="*/ 702038 w 1874550"/>
                <a:gd name="connsiteY246" fmla="*/ 42654 h 2345941"/>
                <a:gd name="connsiteX247" fmla="*/ 661075 w 1874550"/>
                <a:gd name="connsiteY247" fmla="*/ 57275 h 2345941"/>
                <a:gd name="connsiteX248" fmla="*/ 659102 w 1874550"/>
                <a:gd name="connsiteY248" fmla="*/ 52203 h 2345941"/>
                <a:gd name="connsiteX249" fmla="*/ 618739 w 1874550"/>
                <a:gd name="connsiteY249" fmla="*/ 69159 h 2345941"/>
                <a:gd name="connsiteX250" fmla="*/ 620984 w 1874550"/>
                <a:gd name="connsiteY250" fmla="*/ 74117 h 2345941"/>
                <a:gd name="connsiteX251" fmla="*/ 581842 w 1874550"/>
                <a:gd name="connsiteY251" fmla="*/ 93081 h 2345941"/>
                <a:gd name="connsiteX252" fmla="*/ 579335 w 1874550"/>
                <a:gd name="connsiteY252" fmla="*/ 88248 h 2345941"/>
                <a:gd name="connsiteX253" fmla="*/ 540988 w 1874550"/>
                <a:gd name="connsiteY253" fmla="*/ 109367 h 2345941"/>
                <a:gd name="connsiteX254" fmla="*/ 543745 w 1874550"/>
                <a:gd name="connsiteY254" fmla="*/ 114064 h 2345941"/>
                <a:gd name="connsiteX255" fmla="*/ 506761 w 1874550"/>
                <a:gd name="connsiteY255" fmla="*/ 136955 h 2345941"/>
                <a:gd name="connsiteX256" fmla="*/ 503774 w 1874550"/>
                <a:gd name="connsiteY256" fmla="*/ 132403 h 2345941"/>
                <a:gd name="connsiteX257" fmla="*/ 467738 w 1874550"/>
                <a:gd name="connsiteY257" fmla="*/ 157247 h 2345941"/>
                <a:gd name="connsiteX258" fmla="*/ 470943 w 1874550"/>
                <a:gd name="connsiteY258" fmla="*/ 161649 h 2345941"/>
                <a:gd name="connsiteX259" fmla="*/ 436335 w 1874550"/>
                <a:gd name="connsiteY259" fmla="*/ 188035 h 2345941"/>
                <a:gd name="connsiteX260" fmla="*/ 432934 w 1874550"/>
                <a:gd name="connsiteY260" fmla="*/ 183789 h 2345941"/>
                <a:gd name="connsiteX261" fmla="*/ 399394 w 1874550"/>
                <a:gd name="connsiteY261" fmla="*/ 211921 h 2345941"/>
                <a:gd name="connsiteX262" fmla="*/ 402991 w 1874550"/>
                <a:gd name="connsiteY262" fmla="*/ 216007 h 2345941"/>
                <a:gd name="connsiteX263" fmla="*/ 370934 w 1874550"/>
                <a:gd name="connsiteY263" fmla="*/ 245461 h 2345941"/>
                <a:gd name="connsiteX264" fmla="*/ 367151 w 1874550"/>
                <a:gd name="connsiteY264" fmla="*/ 241538 h 2345941"/>
                <a:gd name="connsiteX265" fmla="*/ 336238 w 1874550"/>
                <a:gd name="connsiteY265" fmla="*/ 272543 h 2345941"/>
                <a:gd name="connsiteX266" fmla="*/ 340173 w 1874550"/>
                <a:gd name="connsiteY266" fmla="*/ 276299 h 2345941"/>
                <a:gd name="connsiteX267" fmla="*/ 310754 w 1874550"/>
                <a:gd name="connsiteY267" fmla="*/ 308427 h 2345941"/>
                <a:gd name="connsiteX268" fmla="*/ 306655 w 1874550"/>
                <a:gd name="connsiteY268" fmla="*/ 304839 h 2345941"/>
                <a:gd name="connsiteX269" fmla="*/ 278467 w 1874550"/>
                <a:gd name="connsiteY269" fmla="*/ 338283 h 2345941"/>
                <a:gd name="connsiteX270" fmla="*/ 282708 w 1874550"/>
                <a:gd name="connsiteY270" fmla="*/ 341703 h 2345941"/>
                <a:gd name="connsiteX271" fmla="*/ 256024 w 1874550"/>
                <a:gd name="connsiteY271" fmla="*/ 376080 h 2345941"/>
                <a:gd name="connsiteX272" fmla="*/ 251653 w 1874550"/>
                <a:gd name="connsiteY272" fmla="*/ 372831 h 2345941"/>
                <a:gd name="connsiteX273" fmla="*/ 226190 w 1874550"/>
                <a:gd name="connsiteY273" fmla="*/ 408404 h 2345941"/>
                <a:gd name="connsiteX274" fmla="*/ 230681 w 1874550"/>
                <a:gd name="connsiteY274" fmla="*/ 411483 h 2345941"/>
                <a:gd name="connsiteX275" fmla="*/ 206700 w 1874550"/>
                <a:gd name="connsiteY275" fmla="*/ 447840 h 2345941"/>
                <a:gd name="connsiteX276" fmla="*/ 202101 w 1874550"/>
                <a:gd name="connsiteY276" fmla="*/ 444931 h 2345941"/>
                <a:gd name="connsiteX277" fmla="*/ 179374 w 1874550"/>
                <a:gd name="connsiteY277" fmla="*/ 482340 h 2345941"/>
                <a:gd name="connsiteX278" fmla="*/ 184083 w 1874550"/>
                <a:gd name="connsiteY278" fmla="*/ 485077 h 2345941"/>
                <a:gd name="connsiteX279" fmla="*/ 162816 w 1874550"/>
                <a:gd name="connsiteY279" fmla="*/ 523130 h 2345941"/>
                <a:gd name="connsiteX280" fmla="*/ 158009 w 1874550"/>
                <a:gd name="connsiteY280" fmla="*/ 520564 h 2345941"/>
                <a:gd name="connsiteX281" fmla="*/ 138051 w 1874550"/>
                <a:gd name="connsiteY281" fmla="*/ 559485 h 2345941"/>
                <a:gd name="connsiteX282" fmla="*/ 142945 w 1874550"/>
                <a:gd name="connsiteY282" fmla="*/ 561881 h 2345941"/>
                <a:gd name="connsiteX283" fmla="*/ 124437 w 1874550"/>
                <a:gd name="connsiteY283" fmla="*/ 601280 h 2345941"/>
                <a:gd name="connsiteX284" fmla="*/ 119455 w 1874550"/>
                <a:gd name="connsiteY284" fmla="*/ 599052 h 2345941"/>
                <a:gd name="connsiteX285" fmla="*/ 102222 w 1874550"/>
                <a:gd name="connsiteY285" fmla="*/ 639250 h 2345941"/>
                <a:gd name="connsiteX286" fmla="*/ 107269 w 1874550"/>
                <a:gd name="connsiteY286" fmla="*/ 641307 h 2345941"/>
                <a:gd name="connsiteX287" fmla="*/ 91464 w 1874550"/>
                <a:gd name="connsiteY287" fmla="*/ 681912 h 2345941"/>
                <a:gd name="connsiteX288" fmla="*/ 86351 w 1874550"/>
                <a:gd name="connsiteY288" fmla="*/ 680024 h 2345941"/>
                <a:gd name="connsiteX289" fmla="*/ 71821 w 1874550"/>
                <a:gd name="connsiteY289" fmla="*/ 721326 h 2345941"/>
                <a:gd name="connsiteX290" fmla="*/ 76988 w 1874550"/>
                <a:gd name="connsiteY290" fmla="*/ 723045 h 2345941"/>
                <a:gd name="connsiteX291" fmla="*/ 63875 w 1874550"/>
                <a:gd name="connsiteY291" fmla="*/ 764587 h 2345941"/>
                <a:gd name="connsiteX292" fmla="*/ 58654 w 1874550"/>
                <a:gd name="connsiteY292" fmla="*/ 763035 h 2345941"/>
                <a:gd name="connsiteX293" fmla="*/ 46838 w 1874550"/>
                <a:gd name="connsiteY293" fmla="*/ 805116 h 2345941"/>
                <a:gd name="connsiteX294" fmla="*/ 52114 w 1874550"/>
                <a:gd name="connsiteY294" fmla="*/ 806501 h 2345941"/>
                <a:gd name="connsiteX295" fmla="*/ 41671 w 1874550"/>
                <a:gd name="connsiteY295" fmla="*/ 848796 h 2345941"/>
                <a:gd name="connsiteX296" fmla="*/ 36363 w 1874550"/>
                <a:gd name="connsiteY296" fmla="*/ 847577 h 2345941"/>
                <a:gd name="connsiteX297" fmla="*/ 27218 w 1874550"/>
                <a:gd name="connsiteY297" fmla="*/ 890379 h 2345941"/>
                <a:gd name="connsiteX298" fmla="*/ 32559 w 1874550"/>
                <a:gd name="connsiteY298" fmla="*/ 891433 h 2345941"/>
                <a:gd name="connsiteX299" fmla="*/ 24765 w 1874550"/>
                <a:gd name="connsiteY299" fmla="*/ 934337 h 2345941"/>
                <a:gd name="connsiteX300" fmla="*/ 19392 w 1874550"/>
                <a:gd name="connsiteY300" fmla="*/ 933448 h 2345941"/>
                <a:gd name="connsiteX301" fmla="*/ 12906 w 1874550"/>
                <a:gd name="connsiteY301" fmla="*/ 976651 h 2345941"/>
                <a:gd name="connsiteX302" fmla="*/ 18312 w 1874550"/>
                <a:gd name="connsiteY302" fmla="*/ 977376 h 2345941"/>
                <a:gd name="connsiteX303" fmla="*/ 13157 w 1874550"/>
                <a:gd name="connsiteY303" fmla="*/ 1020628 h 2345941"/>
                <a:gd name="connsiteX304" fmla="*/ 7728 w 1874550"/>
                <a:gd name="connsiteY304" fmla="*/ 1020073 h 2345941"/>
                <a:gd name="connsiteX305" fmla="*/ 3859 w 1874550"/>
                <a:gd name="connsiteY305" fmla="*/ 1063666 h 2345941"/>
                <a:gd name="connsiteX306" fmla="*/ 9298 w 1874550"/>
                <a:gd name="connsiteY306" fmla="*/ 1064069 h 2345941"/>
                <a:gd name="connsiteX307" fmla="*/ 6725 w 1874550"/>
                <a:gd name="connsiteY307" fmla="*/ 1107597 h 2345941"/>
                <a:gd name="connsiteX308" fmla="*/ 1286 w 1874550"/>
                <a:gd name="connsiteY308" fmla="*/ 1107358 h 23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50" h="2345941">
                  <a:moveTo>
                    <a:pt x="1286" y="1107358"/>
                  </a:moveTo>
                  <a:cubicBezTo>
                    <a:pt x="643" y="1121845"/>
                    <a:pt x="218" y="1136398"/>
                    <a:pt x="0" y="1151027"/>
                  </a:cubicBezTo>
                  <a:lnTo>
                    <a:pt x="5450" y="1151103"/>
                  </a:lnTo>
                  <a:cubicBezTo>
                    <a:pt x="5352" y="1158374"/>
                    <a:pt x="5298" y="1165667"/>
                    <a:pt x="5298" y="1172971"/>
                  </a:cubicBezTo>
                  <a:cubicBezTo>
                    <a:pt x="5298" y="1180274"/>
                    <a:pt x="5352" y="1187567"/>
                    <a:pt x="5450" y="1194849"/>
                  </a:cubicBezTo>
                  <a:lnTo>
                    <a:pt x="0" y="1194925"/>
                  </a:lnTo>
                  <a:cubicBezTo>
                    <a:pt x="218" y="1209543"/>
                    <a:pt x="643" y="1224107"/>
                    <a:pt x="1286" y="1238595"/>
                  </a:cubicBezTo>
                  <a:lnTo>
                    <a:pt x="6725" y="1238355"/>
                  </a:lnTo>
                  <a:cubicBezTo>
                    <a:pt x="7369" y="1252930"/>
                    <a:pt x="8230" y="1267439"/>
                    <a:pt x="9298" y="1281872"/>
                  </a:cubicBezTo>
                  <a:lnTo>
                    <a:pt x="3859" y="1282275"/>
                  </a:lnTo>
                  <a:cubicBezTo>
                    <a:pt x="4938" y="1296882"/>
                    <a:pt x="6224" y="1311424"/>
                    <a:pt x="7728" y="1325879"/>
                  </a:cubicBezTo>
                  <a:lnTo>
                    <a:pt x="13157" y="1325313"/>
                  </a:lnTo>
                  <a:cubicBezTo>
                    <a:pt x="14661" y="1339812"/>
                    <a:pt x="16383" y="1354234"/>
                    <a:pt x="18312" y="1368569"/>
                  </a:cubicBezTo>
                  <a:lnTo>
                    <a:pt x="12906" y="1369299"/>
                  </a:lnTo>
                  <a:cubicBezTo>
                    <a:pt x="14857" y="1383786"/>
                    <a:pt x="17026" y="1398187"/>
                    <a:pt x="19392" y="1412500"/>
                  </a:cubicBezTo>
                  <a:lnTo>
                    <a:pt x="24765" y="1411608"/>
                  </a:lnTo>
                  <a:cubicBezTo>
                    <a:pt x="27152" y="1426008"/>
                    <a:pt x="29758" y="1440311"/>
                    <a:pt x="32559" y="1454515"/>
                  </a:cubicBezTo>
                  <a:lnTo>
                    <a:pt x="27218" y="1455571"/>
                  </a:lnTo>
                  <a:cubicBezTo>
                    <a:pt x="30052" y="1469939"/>
                    <a:pt x="33104" y="1484209"/>
                    <a:pt x="36363" y="1498370"/>
                  </a:cubicBezTo>
                  <a:lnTo>
                    <a:pt x="41671" y="1497151"/>
                  </a:lnTo>
                  <a:cubicBezTo>
                    <a:pt x="44942" y="1511366"/>
                    <a:pt x="48430" y="1525462"/>
                    <a:pt x="52114" y="1539449"/>
                  </a:cubicBezTo>
                  <a:lnTo>
                    <a:pt x="46838" y="1540831"/>
                  </a:lnTo>
                  <a:cubicBezTo>
                    <a:pt x="50566" y="1554981"/>
                    <a:pt x="54512" y="1569001"/>
                    <a:pt x="58654" y="1582911"/>
                  </a:cubicBezTo>
                  <a:lnTo>
                    <a:pt x="63875" y="1581355"/>
                  </a:lnTo>
                  <a:cubicBezTo>
                    <a:pt x="68039" y="1595331"/>
                    <a:pt x="72410" y="1609187"/>
                    <a:pt x="76988" y="1622902"/>
                  </a:cubicBezTo>
                  <a:lnTo>
                    <a:pt x="71821" y="1624622"/>
                  </a:lnTo>
                  <a:cubicBezTo>
                    <a:pt x="76454" y="1638522"/>
                    <a:pt x="81294" y="1652291"/>
                    <a:pt x="86351" y="1665918"/>
                  </a:cubicBezTo>
                  <a:lnTo>
                    <a:pt x="91464" y="1664035"/>
                  </a:lnTo>
                  <a:cubicBezTo>
                    <a:pt x="96521" y="1677718"/>
                    <a:pt x="101797" y="1691247"/>
                    <a:pt x="107269" y="1704635"/>
                  </a:cubicBezTo>
                  <a:lnTo>
                    <a:pt x="102222" y="1706693"/>
                  </a:lnTo>
                  <a:cubicBezTo>
                    <a:pt x="107770" y="1720244"/>
                    <a:pt x="113515" y="1733654"/>
                    <a:pt x="119455" y="1746890"/>
                  </a:cubicBezTo>
                  <a:lnTo>
                    <a:pt x="124437" y="1744669"/>
                  </a:lnTo>
                  <a:cubicBezTo>
                    <a:pt x="130399" y="1757960"/>
                    <a:pt x="136569" y="1771098"/>
                    <a:pt x="142934" y="1784061"/>
                  </a:cubicBezTo>
                  <a:lnTo>
                    <a:pt x="138051" y="1786456"/>
                  </a:lnTo>
                  <a:cubicBezTo>
                    <a:pt x="144504" y="1799605"/>
                    <a:pt x="151164" y="1812579"/>
                    <a:pt x="158009" y="1825380"/>
                  </a:cubicBezTo>
                  <a:lnTo>
                    <a:pt x="162816" y="1822811"/>
                  </a:lnTo>
                  <a:cubicBezTo>
                    <a:pt x="169705" y="1835688"/>
                    <a:pt x="176801" y="1848368"/>
                    <a:pt x="184083" y="1860864"/>
                  </a:cubicBezTo>
                  <a:lnTo>
                    <a:pt x="179374" y="1863607"/>
                  </a:lnTo>
                  <a:cubicBezTo>
                    <a:pt x="186753" y="1876266"/>
                    <a:pt x="194329" y="1888740"/>
                    <a:pt x="202101" y="1901018"/>
                  </a:cubicBezTo>
                  <a:lnTo>
                    <a:pt x="206700" y="1898112"/>
                  </a:lnTo>
                  <a:cubicBezTo>
                    <a:pt x="214505" y="1910433"/>
                    <a:pt x="222506" y="1922548"/>
                    <a:pt x="230681" y="1934467"/>
                  </a:cubicBezTo>
                  <a:lnTo>
                    <a:pt x="226190" y="1937536"/>
                  </a:lnTo>
                  <a:cubicBezTo>
                    <a:pt x="234485" y="1949618"/>
                    <a:pt x="242976" y="1961472"/>
                    <a:pt x="251653" y="1973118"/>
                  </a:cubicBezTo>
                  <a:lnTo>
                    <a:pt x="256024" y="1969864"/>
                  </a:lnTo>
                  <a:cubicBezTo>
                    <a:pt x="264733" y="1981554"/>
                    <a:pt x="273628" y="1993015"/>
                    <a:pt x="282708" y="2004238"/>
                  </a:cubicBezTo>
                  <a:lnTo>
                    <a:pt x="278467" y="2007666"/>
                  </a:lnTo>
                  <a:cubicBezTo>
                    <a:pt x="287678" y="2019052"/>
                    <a:pt x="297074" y="2030198"/>
                    <a:pt x="306655" y="2041104"/>
                  </a:cubicBezTo>
                  <a:lnTo>
                    <a:pt x="310754" y="2037523"/>
                  </a:lnTo>
                  <a:cubicBezTo>
                    <a:pt x="320379" y="2048484"/>
                    <a:pt x="330189" y="2059195"/>
                    <a:pt x="340173" y="2069644"/>
                  </a:cubicBezTo>
                  <a:lnTo>
                    <a:pt x="336238" y="2073399"/>
                  </a:lnTo>
                  <a:cubicBezTo>
                    <a:pt x="346365" y="2084001"/>
                    <a:pt x="356665" y="2094342"/>
                    <a:pt x="367151" y="2104410"/>
                  </a:cubicBezTo>
                  <a:lnTo>
                    <a:pt x="370934" y="2100481"/>
                  </a:lnTo>
                  <a:cubicBezTo>
                    <a:pt x="381441" y="2110581"/>
                    <a:pt x="392135" y="2120400"/>
                    <a:pt x="402991" y="2129935"/>
                  </a:cubicBezTo>
                  <a:lnTo>
                    <a:pt x="399394" y="2134027"/>
                  </a:lnTo>
                  <a:cubicBezTo>
                    <a:pt x="410403" y="2143693"/>
                    <a:pt x="421576" y="2153076"/>
                    <a:pt x="432934" y="2162153"/>
                  </a:cubicBezTo>
                  <a:lnTo>
                    <a:pt x="436335" y="2157908"/>
                  </a:lnTo>
                  <a:cubicBezTo>
                    <a:pt x="447704" y="2167008"/>
                    <a:pt x="459247" y="2175803"/>
                    <a:pt x="470943" y="2184293"/>
                  </a:cubicBezTo>
                  <a:lnTo>
                    <a:pt x="467738" y="2188701"/>
                  </a:lnTo>
                  <a:cubicBezTo>
                    <a:pt x="479587" y="2197300"/>
                    <a:pt x="491599" y="2205584"/>
                    <a:pt x="503774" y="2213540"/>
                  </a:cubicBezTo>
                  <a:lnTo>
                    <a:pt x="506761" y="2208990"/>
                  </a:lnTo>
                  <a:cubicBezTo>
                    <a:pt x="518937" y="2216947"/>
                    <a:pt x="531265" y="2224588"/>
                    <a:pt x="543745" y="2231881"/>
                  </a:cubicBezTo>
                  <a:lnTo>
                    <a:pt x="540988" y="2236583"/>
                  </a:lnTo>
                  <a:cubicBezTo>
                    <a:pt x="553621" y="2243963"/>
                    <a:pt x="566407" y="2251005"/>
                    <a:pt x="579335" y="2257700"/>
                  </a:cubicBezTo>
                  <a:lnTo>
                    <a:pt x="581842" y="2252867"/>
                  </a:lnTo>
                  <a:cubicBezTo>
                    <a:pt x="594747" y="2259539"/>
                    <a:pt x="607795" y="2265863"/>
                    <a:pt x="620984" y="2271828"/>
                  </a:cubicBezTo>
                  <a:lnTo>
                    <a:pt x="618739" y="2276791"/>
                  </a:lnTo>
                  <a:cubicBezTo>
                    <a:pt x="632059" y="2282811"/>
                    <a:pt x="645510" y="2288460"/>
                    <a:pt x="659102" y="2293739"/>
                  </a:cubicBezTo>
                  <a:lnTo>
                    <a:pt x="661075" y="2288667"/>
                  </a:lnTo>
                  <a:cubicBezTo>
                    <a:pt x="674602" y="2293924"/>
                    <a:pt x="688260" y="2298800"/>
                    <a:pt x="702038" y="2303296"/>
                  </a:cubicBezTo>
                  <a:lnTo>
                    <a:pt x="700349" y="2308466"/>
                  </a:lnTo>
                  <a:cubicBezTo>
                    <a:pt x="714224" y="2312983"/>
                    <a:pt x="728231" y="2317119"/>
                    <a:pt x="742347" y="2320864"/>
                  </a:cubicBezTo>
                  <a:lnTo>
                    <a:pt x="743742" y="2315595"/>
                  </a:lnTo>
                  <a:cubicBezTo>
                    <a:pt x="757738" y="2319307"/>
                    <a:pt x="771854" y="2322616"/>
                    <a:pt x="786078" y="2325522"/>
                  </a:cubicBezTo>
                  <a:lnTo>
                    <a:pt x="784978" y="2330856"/>
                  </a:lnTo>
                  <a:cubicBezTo>
                    <a:pt x="799257" y="2333773"/>
                    <a:pt x="813634" y="2336287"/>
                    <a:pt x="828110" y="2338388"/>
                  </a:cubicBezTo>
                  <a:lnTo>
                    <a:pt x="828895" y="2333000"/>
                  </a:lnTo>
                  <a:cubicBezTo>
                    <a:pt x="843196" y="2335079"/>
                    <a:pt x="857584" y="2336755"/>
                    <a:pt x="872070" y="2338007"/>
                  </a:cubicBezTo>
                  <a:lnTo>
                    <a:pt x="871601" y="2343428"/>
                  </a:lnTo>
                  <a:cubicBezTo>
                    <a:pt x="886088" y="2344679"/>
                    <a:pt x="900661" y="2345528"/>
                    <a:pt x="915311" y="2345942"/>
                  </a:cubicBezTo>
                  <a:lnTo>
                    <a:pt x="915475" y="2340511"/>
                  </a:lnTo>
                  <a:cubicBezTo>
                    <a:pt x="922723" y="2340717"/>
                    <a:pt x="929994" y="2340815"/>
                    <a:pt x="937275" y="2340815"/>
                  </a:cubicBezTo>
                  <a:cubicBezTo>
                    <a:pt x="944567" y="2340815"/>
                    <a:pt x="951838" y="2340717"/>
                    <a:pt x="959086" y="2340511"/>
                  </a:cubicBezTo>
                  <a:lnTo>
                    <a:pt x="959239" y="2345942"/>
                  </a:lnTo>
                  <a:cubicBezTo>
                    <a:pt x="973900" y="2345528"/>
                    <a:pt x="988473" y="2344679"/>
                    <a:pt x="1002949" y="2343428"/>
                  </a:cubicBezTo>
                  <a:lnTo>
                    <a:pt x="1002480" y="2338007"/>
                  </a:lnTo>
                  <a:cubicBezTo>
                    <a:pt x="1016967" y="2336755"/>
                    <a:pt x="1031366" y="2335079"/>
                    <a:pt x="1045656" y="2333000"/>
                  </a:cubicBezTo>
                  <a:lnTo>
                    <a:pt x="1046441" y="2338388"/>
                  </a:lnTo>
                  <a:cubicBezTo>
                    <a:pt x="1060927" y="2336287"/>
                    <a:pt x="1075304" y="2333773"/>
                    <a:pt x="1089573" y="2330856"/>
                  </a:cubicBezTo>
                  <a:lnTo>
                    <a:pt x="1088483" y="2325522"/>
                  </a:lnTo>
                  <a:cubicBezTo>
                    <a:pt x="1102697" y="2322616"/>
                    <a:pt x="1116812" y="2319307"/>
                    <a:pt x="1130808" y="2315595"/>
                  </a:cubicBezTo>
                  <a:lnTo>
                    <a:pt x="1132203" y="2320864"/>
                  </a:lnTo>
                  <a:cubicBezTo>
                    <a:pt x="1146319" y="2317119"/>
                    <a:pt x="1160326" y="2312983"/>
                    <a:pt x="1174202" y="2308466"/>
                  </a:cubicBezTo>
                  <a:lnTo>
                    <a:pt x="1172512" y="2303296"/>
                  </a:lnTo>
                  <a:cubicBezTo>
                    <a:pt x="1186290" y="2298800"/>
                    <a:pt x="1199948" y="2293924"/>
                    <a:pt x="1213475" y="2288667"/>
                  </a:cubicBezTo>
                  <a:lnTo>
                    <a:pt x="1215448" y="2293739"/>
                  </a:lnTo>
                  <a:cubicBezTo>
                    <a:pt x="1229041" y="2288460"/>
                    <a:pt x="1242502" y="2282811"/>
                    <a:pt x="1255823" y="2276791"/>
                  </a:cubicBezTo>
                  <a:lnTo>
                    <a:pt x="1253566" y="2271828"/>
                  </a:lnTo>
                  <a:cubicBezTo>
                    <a:pt x="1266755" y="2265863"/>
                    <a:pt x="1279803" y="2259539"/>
                    <a:pt x="1292709" y="2252867"/>
                  </a:cubicBezTo>
                  <a:lnTo>
                    <a:pt x="1295216" y="2257700"/>
                  </a:lnTo>
                  <a:cubicBezTo>
                    <a:pt x="1308143" y="2251005"/>
                    <a:pt x="1320929" y="2243963"/>
                    <a:pt x="1333563" y="2236583"/>
                  </a:cubicBezTo>
                  <a:lnTo>
                    <a:pt x="1330805" y="2231881"/>
                  </a:lnTo>
                  <a:cubicBezTo>
                    <a:pt x="1343286" y="2224588"/>
                    <a:pt x="1355624" y="2216947"/>
                    <a:pt x="1367800" y="2208990"/>
                  </a:cubicBezTo>
                  <a:lnTo>
                    <a:pt x="1370776" y="2213540"/>
                  </a:lnTo>
                  <a:cubicBezTo>
                    <a:pt x="1382951" y="2205584"/>
                    <a:pt x="1394963" y="2197300"/>
                    <a:pt x="1406823" y="2188701"/>
                  </a:cubicBezTo>
                  <a:lnTo>
                    <a:pt x="1403618" y="2184293"/>
                  </a:lnTo>
                  <a:cubicBezTo>
                    <a:pt x="1415314" y="2175803"/>
                    <a:pt x="1426847" y="2167008"/>
                    <a:pt x="1438216" y="2157908"/>
                  </a:cubicBezTo>
                  <a:lnTo>
                    <a:pt x="1441627" y="2162153"/>
                  </a:lnTo>
                  <a:cubicBezTo>
                    <a:pt x="1452974" y="2153076"/>
                    <a:pt x="1464158" y="2143693"/>
                    <a:pt x="1475167" y="2134027"/>
                  </a:cubicBezTo>
                  <a:lnTo>
                    <a:pt x="1471559" y="2129935"/>
                  </a:lnTo>
                  <a:cubicBezTo>
                    <a:pt x="1482427" y="2120400"/>
                    <a:pt x="1493109" y="2110581"/>
                    <a:pt x="1503627" y="2100481"/>
                  </a:cubicBezTo>
                  <a:lnTo>
                    <a:pt x="1507399" y="2104410"/>
                  </a:lnTo>
                  <a:cubicBezTo>
                    <a:pt x="1517885" y="2094342"/>
                    <a:pt x="1528196" y="2084001"/>
                    <a:pt x="1538323" y="2073399"/>
                  </a:cubicBezTo>
                  <a:lnTo>
                    <a:pt x="1534377" y="2069644"/>
                  </a:lnTo>
                  <a:cubicBezTo>
                    <a:pt x="1544361" y="2059195"/>
                    <a:pt x="1554172" y="2048484"/>
                    <a:pt x="1563797" y="2037523"/>
                  </a:cubicBezTo>
                  <a:lnTo>
                    <a:pt x="1567895" y="2041104"/>
                  </a:lnTo>
                  <a:cubicBezTo>
                    <a:pt x="1577476" y="2030198"/>
                    <a:pt x="1586872" y="2019052"/>
                    <a:pt x="1596083" y="2007666"/>
                  </a:cubicBezTo>
                  <a:lnTo>
                    <a:pt x="1591843" y="2004238"/>
                  </a:lnTo>
                  <a:cubicBezTo>
                    <a:pt x="1600923" y="1993015"/>
                    <a:pt x="1609828" y="1981554"/>
                    <a:pt x="1618537" y="1969864"/>
                  </a:cubicBezTo>
                  <a:lnTo>
                    <a:pt x="1622908" y="1973118"/>
                  </a:lnTo>
                  <a:cubicBezTo>
                    <a:pt x="1631585" y="1961472"/>
                    <a:pt x="1640065" y="1949618"/>
                    <a:pt x="1648360" y="1937536"/>
                  </a:cubicBezTo>
                  <a:lnTo>
                    <a:pt x="1643869" y="1934467"/>
                  </a:lnTo>
                  <a:cubicBezTo>
                    <a:pt x="1652055" y="1922548"/>
                    <a:pt x="1660045" y="1910433"/>
                    <a:pt x="1667850" y="1898112"/>
                  </a:cubicBezTo>
                  <a:lnTo>
                    <a:pt x="1672461" y="1901018"/>
                  </a:lnTo>
                  <a:cubicBezTo>
                    <a:pt x="1680222" y="1888740"/>
                    <a:pt x="1687797" y="1876266"/>
                    <a:pt x="1695176" y="1863607"/>
                  </a:cubicBezTo>
                  <a:lnTo>
                    <a:pt x="1690468" y="1860864"/>
                  </a:lnTo>
                  <a:cubicBezTo>
                    <a:pt x="1697749" y="1848368"/>
                    <a:pt x="1704845" y="1835688"/>
                    <a:pt x="1711734" y="1822811"/>
                  </a:cubicBezTo>
                  <a:lnTo>
                    <a:pt x="1716541" y="1825380"/>
                  </a:lnTo>
                  <a:cubicBezTo>
                    <a:pt x="1723397" y="1812579"/>
                    <a:pt x="1730057" y="1799605"/>
                    <a:pt x="1736510" y="1786456"/>
                  </a:cubicBezTo>
                  <a:lnTo>
                    <a:pt x="1731616" y="1784061"/>
                  </a:lnTo>
                  <a:cubicBezTo>
                    <a:pt x="1737982" y="1771098"/>
                    <a:pt x="1744151" y="1757960"/>
                    <a:pt x="1750124" y="1744669"/>
                  </a:cubicBezTo>
                  <a:lnTo>
                    <a:pt x="1755095" y="1746890"/>
                  </a:lnTo>
                  <a:cubicBezTo>
                    <a:pt x="1761036" y="1733654"/>
                    <a:pt x="1766791" y="1720244"/>
                    <a:pt x="1772328" y="1706693"/>
                  </a:cubicBezTo>
                  <a:lnTo>
                    <a:pt x="1767281" y="1704635"/>
                  </a:lnTo>
                  <a:cubicBezTo>
                    <a:pt x="1772753" y="1691247"/>
                    <a:pt x="1778029" y="1677718"/>
                    <a:pt x="1783098" y="1664035"/>
                  </a:cubicBezTo>
                  <a:lnTo>
                    <a:pt x="1788210" y="1665918"/>
                  </a:lnTo>
                  <a:cubicBezTo>
                    <a:pt x="1793257" y="1652291"/>
                    <a:pt x="1798096" y="1638522"/>
                    <a:pt x="1802740" y="1624622"/>
                  </a:cubicBezTo>
                  <a:lnTo>
                    <a:pt x="1797562" y="1622902"/>
                  </a:lnTo>
                  <a:cubicBezTo>
                    <a:pt x="1802140" y="1609187"/>
                    <a:pt x="1806511" y="1595331"/>
                    <a:pt x="1810675" y="1581355"/>
                  </a:cubicBezTo>
                  <a:lnTo>
                    <a:pt x="1815907" y="1582911"/>
                  </a:lnTo>
                  <a:cubicBezTo>
                    <a:pt x="1820049" y="1569001"/>
                    <a:pt x="1823984" y="1554981"/>
                    <a:pt x="1827712" y="1540831"/>
                  </a:cubicBezTo>
                  <a:lnTo>
                    <a:pt x="1822436" y="1539449"/>
                  </a:lnTo>
                  <a:cubicBezTo>
                    <a:pt x="1826131" y="1525462"/>
                    <a:pt x="1829609" y="1511366"/>
                    <a:pt x="1832879" y="1497151"/>
                  </a:cubicBezTo>
                  <a:lnTo>
                    <a:pt x="1838187" y="1498370"/>
                  </a:lnTo>
                  <a:cubicBezTo>
                    <a:pt x="1841446" y="1484209"/>
                    <a:pt x="1844498" y="1469939"/>
                    <a:pt x="1847343" y="1455571"/>
                  </a:cubicBezTo>
                  <a:lnTo>
                    <a:pt x="1841991" y="1454515"/>
                  </a:lnTo>
                  <a:cubicBezTo>
                    <a:pt x="1844804" y="1440311"/>
                    <a:pt x="1847398" y="1426008"/>
                    <a:pt x="1849785" y="1411608"/>
                  </a:cubicBezTo>
                  <a:lnTo>
                    <a:pt x="1855159" y="1412500"/>
                  </a:lnTo>
                  <a:cubicBezTo>
                    <a:pt x="1857535" y="1398187"/>
                    <a:pt x="1859693" y="1383786"/>
                    <a:pt x="1861644" y="1369299"/>
                  </a:cubicBezTo>
                  <a:lnTo>
                    <a:pt x="1856249" y="1368569"/>
                  </a:lnTo>
                  <a:cubicBezTo>
                    <a:pt x="1858178" y="1354234"/>
                    <a:pt x="1859890" y="1339812"/>
                    <a:pt x="1861404" y="1325313"/>
                  </a:cubicBezTo>
                  <a:lnTo>
                    <a:pt x="1866822" y="1325879"/>
                  </a:lnTo>
                  <a:cubicBezTo>
                    <a:pt x="1868326" y="1311424"/>
                    <a:pt x="1869623" y="1296893"/>
                    <a:pt x="1870692" y="1282275"/>
                  </a:cubicBezTo>
                  <a:lnTo>
                    <a:pt x="1865263" y="1281872"/>
                  </a:lnTo>
                  <a:cubicBezTo>
                    <a:pt x="1866332" y="1267439"/>
                    <a:pt x="1867182" y="1252930"/>
                    <a:pt x="1867825" y="1238355"/>
                  </a:cubicBezTo>
                  <a:lnTo>
                    <a:pt x="1873275" y="1238595"/>
                  </a:lnTo>
                  <a:cubicBezTo>
                    <a:pt x="1873907" y="1224107"/>
                    <a:pt x="1874332" y="1209543"/>
                    <a:pt x="1874550" y="1194925"/>
                  </a:cubicBezTo>
                  <a:lnTo>
                    <a:pt x="1869100" y="1194849"/>
                  </a:lnTo>
                  <a:cubicBezTo>
                    <a:pt x="1869209" y="1187567"/>
                    <a:pt x="1869264" y="1180274"/>
                    <a:pt x="1869264" y="1172971"/>
                  </a:cubicBezTo>
                  <a:cubicBezTo>
                    <a:pt x="1869264" y="1165667"/>
                    <a:pt x="1869209" y="1158374"/>
                    <a:pt x="1869100" y="1151103"/>
                  </a:cubicBezTo>
                  <a:lnTo>
                    <a:pt x="1874550" y="1151027"/>
                  </a:lnTo>
                  <a:cubicBezTo>
                    <a:pt x="1874332" y="1136398"/>
                    <a:pt x="1873907" y="1121845"/>
                    <a:pt x="1873275" y="1107358"/>
                  </a:cubicBezTo>
                  <a:lnTo>
                    <a:pt x="1867825" y="1107597"/>
                  </a:lnTo>
                  <a:cubicBezTo>
                    <a:pt x="1867182" y="1093011"/>
                    <a:pt x="1866332" y="1078502"/>
                    <a:pt x="1865263" y="1064069"/>
                  </a:cubicBezTo>
                  <a:lnTo>
                    <a:pt x="1870692" y="1063666"/>
                  </a:lnTo>
                  <a:cubicBezTo>
                    <a:pt x="1869623" y="1049059"/>
                    <a:pt x="1868326" y="1034528"/>
                    <a:pt x="1866822" y="1020073"/>
                  </a:cubicBezTo>
                  <a:lnTo>
                    <a:pt x="1861404" y="1020628"/>
                  </a:lnTo>
                  <a:cubicBezTo>
                    <a:pt x="1859890" y="1006129"/>
                    <a:pt x="1858178" y="991707"/>
                    <a:pt x="1856249" y="977377"/>
                  </a:cubicBezTo>
                  <a:lnTo>
                    <a:pt x="1861644" y="976653"/>
                  </a:lnTo>
                  <a:cubicBezTo>
                    <a:pt x="1859693" y="962160"/>
                    <a:pt x="1857535" y="947756"/>
                    <a:pt x="1855159" y="933449"/>
                  </a:cubicBezTo>
                  <a:lnTo>
                    <a:pt x="1849785" y="934337"/>
                  </a:lnTo>
                  <a:cubicBezTo>
                    <a:pt x="1847398" y="919937"/>
                    <a:pt x="1844804" y="905634"/>
                    <a:pt x="1841991" y="891433"/>
                  </a:cubicBezTo>
                  <a:lnTo>
                    <a:pt x="1847343" y="890380"/>
                  </a:lnTo>
                  <a:cubicBezTo>
                    <a:pt x="1844498" y="876006"/>
                    <a:pt x="1841446" y="861737"/>
                    <a:pt x="1838187" y="847578"/>
                  </a:cubicBezTo>
                  <a:lnTo>
                    <a:pt x="1832879" y="848797"/>
                  </a:lnTo>
                  <a:cubicBezTo>
                    <a:pt x="1829609" y="834585"/>
                    <a:pt x="1826131" y="820485"/>
                    <a:pt x="1822447" y="806501"/>
                  </a:cubicBezTo>
                  <a:lnTo>
                    <a:pt x="1827712" y="805116"/>
                  </a:lnTo>
                  <a:cubicBezTo>
                    <a:pt x="1823984" y="790969"/>
                    <a:pt x="1820049" y="776939"/>
                    <a:pt x="1815907" y="763036"/>
                  </a:cubicBezTo>
                  <a:lnTo>
                    <a:pt x="1810675" y="764589"/>
                  </a:lnTo>
                  <a:cubicBezTo>
                    <a:pt x="1806511" y="750611"/>
                    <a:pt x="1802140" y="736762"/>
                    <a:pt x="1797562" y="723046"/>
                  </a:cubicBezTo>
                  <a:lnTo>
                    <a:pt x="1802740" y="721326"/>
                  </a:lnTo>
                  <a:cubicBezTo>
                    <a:pt x="1798096" y="707421"/>
                    <a:pt x="1793257" y="693652"/>
                    <a:pt x="1788210" y="680025"/>
                  </a:cubicBezTo>
                  <a:lnTo>
                    <a:pt x="1783098" y="681912"/>
                  </a:lnTo>
                  <a:cubicBezTo>
                    <a:pt x="1778029" y="668231"/>
                    <a:pt x="1772753" y="654694"/>
                    <a:pt x="1767281" y="641307"/>
                  </a:cubicBezTo>
                  <a:lnTo>
                    <a:pt x="1772328" y="639250"/>
                  </a:lnTo>
                  <a:cubicBezTo>
                    <a:pt x="1766791" y="625696"/>
                    <a:pt x="1761036" y="612295"/>
                    <a:pt x="1755095" y="599054"/>
                  </a:cubicBezTo>
                  <a:lnTo>
                    <a:pt x="1750124" y="601280"/>
                  </a:lnTo>
                  <a:cubicBezTo>
                    <a:pt x="1744151" y="587983"/>
                    <a:pt x="1737982" y="574848"/>
                    <a:pt x="1731616" y="561882"/>
                  </a:cubicBezTo>
                  <a:lnTo>
                    <a:pt x="1736510" y="559485"/>
                  </a:lnTo>
                  <a:cubicBezTo>
                    <a:pt x="1730057" y="546338"/>
                    <a:pt x="1723397" y="533362"/>
                    <a:pt x="1716541" y="520564"/>
                  </a:cubicBezTo>
                  <a:lnTo>
                    <a:pt x="1711734" y="523130"/>
                  </a:lnTo>
                  <a:cubicBezTo>
                    <a:pt x="1704845" y="510262"/>
                    <a:pt x="1697749" y="497575"/>
                    <a:pt x="1690468" y="485077"/>
                  </a:cubicBezTo>
                  <a:lnTo>
                    <a:pt x="1695176" y="482340"/>
                  </a:lnTo>
                  <a:cubicBezTo>
                    <a:pt x="1687808" y="469677"/>
                    <a:pt x="1680222" y="457204"/>
                    <a:pt x="1672461" y="444931"/>
                  </a:cubicBezTo>
                  <a:lnTo>
                    <a:pt x="1667850" y="447840"/>
                  </a:lnTo>
                  <a:cubicBezTo>
                    <a:pt x="1660045" y="435516"/>
                    <a:pt x="1652055" y="423395"/>
                    <a:pt x="1643869" y="411483"/>
                  </a:cubicBezTo>
                  <a:lnTo>
                    <a:pt x="1648360" y="408404"/>
                  </a:lnTo>
                  <a:cubicBezTo>
                    <a:pt x="1640065" y="396331"/>
                    <a:pt x="1631585" y="384470"/>
                    <a:pt x="1622908" y="372831"/>
                  </a:cubicBezTo>
                  <a:lnTo>
                    <a:pt x="1618537" y="376080"/>
                  </a:lnTo>
                  <a:cubicBezTo>
                    <a:pt x="1609828" y="364394"/>
                    <a:pt x="1600923" y="352932"/>
                    <a:pt x="1591843" y="341703"/>
                  </a:cubicBezTo>
                  <a:lnTo>
                    <a:pt x="1596083" y="338284"/>
                  </a:lnTo>
                  <a:cubicBezTo>
                    <a:pt x="1586872" y="326896"/>
                    <a:pt x="1577476" y="315745"/>
                    <a:pt x="1567895" y="304839"/>
                  </a:cubicBezTo>
                  <a:lnTo>
                    <a:pt x="1563797" y="308428"/>
                  </a:lnTo>
                  <a:cubicBezTo>
                    <a:pt x="1554172" y="297466"/>
                    <a:pt x="1544361" y="286754"/>
                    <a:pt x="1534377" y="276299"/>
                  </a:cubicBezTo>
                  <a:lnTo>
                    <a:pt x="1538323" y="272543"/>
                  </a:lnTo>
                  <a:cubicBezTo>
                    <a:pt x="1528196" y="261942"/>
                    <a:pt x="1517885" y="251605"/>
                    <a:pt x="1507399" y="241539"/>
                  </a:cubicBezTo>
                  <a:lnTo>
                    <a:pt x="1503627" y="245462"/>
                  </a:lnTo>
                  <a:cubicBezTo>
                    <a:pt x="1493109" y="235365"/>
                    <a:pt x="1482427" y="225545"/>
                    <a:pt x="1471559" y="216007"/>
                  </a:cubicBezTo>
                  <a:lnTo>
                    <a:pt x="1475167" y="211921"/>
                  </a:lnTo>
                  <a:cubicBezTo>
                    <a:pt x="1464158" y="202252"/>
                    <a:pt x="1452974" y="192871"/>
                    <a:pt x="1441627" y="183789"/>
                  </a:cubicBezTo>
                  <a:lnTo>
                    <a:pt x="1438216" y="188035"/>
                  </a:lnTo>
                  <a:cubicBezTo>
                    <a:pt x="1426847" y="178937"/>
                    <a:pt x="1415314" y="170137"/>
                    <a:pt x="1403618" y="161649"/>
                  </a:cubicBezTo>
                  <a:lnTo>
                    <a:pt x="1406823" y="157247"/>
                  </a:lnTo>
                  <a:cubicBezTo>
                    <a:pt x="1394963" y="148648"/>
                    <a:pt x="1382951" y="140362"/>
                    <a:pt x="1370787" y="132403"/>
                  </a:cubicBezTo>
                  <a:lnTo>
                    <a:pt x="1367800" y="136956"/>
                  </a:lnTo>
                  <a:cubicBezTo>
                    <a:pt x="1355624" y="128994"/>
                    <a:pt x="1343286" y="121361"/>
                    <a:pt x="1330805" y="114064"/>
                  </a:cubicBezTo>
                  <a:lnTo>
                    <a:pt x="1333563" y="109367"/>
                  </a:lnTo>
                  <a:cubicBezTo>
                    <a:pt x="1320929" y="101983"/>
                    <a:pt x="1308143" y="94939"/>
                    <a:pt x="1295216" y="88248"/>
                  </a:cubicBezTo>
                  <a:lnTo>
                    <a:pt x="1292709" y="93081"/>
                  </a:lnTo>
                  <a:cubicBezTo>
                    <a:pt x="1279803" y="86403"/>
                    <a:pt x="1266755" y="80079"/>
                    <a:pt x="1253566" y="74117"/>
                  </a:cubicBezTo>
                  <a:lnTo>
                    <a:pt x="1255823" y="69159"/>
                  </a:lnTo>
                  <a:cubicBezTo>
                    <a:pt x="1242502" y="63137"/>
                    <a:pt x="1229041" y="57482"/>
                    <a:pt x="1215448" y="52203"/>
                  </a:cubicBezTo>
                  <a:lnTo>
                    <a:pt x="1213475" y="57276"/>
                  </a:lnTo>
                  <a:cubicBezTo>
                    <a:pt x="1199948" y="52023"/>
                    <a:pt x="1186290" y="47145"/>
                    <a:pt x="1172512" y="42654"/>
                  </a:cubicBezTo>
                  <a:lnTo>
                    <a:pt x="1174202" y="37481"/>
                  </a:lnTo>
                  <a:cubicBezTo>
                    <a:pt x="1160326" y="32957"/>
                    <a:pt x="1146330" y="28822"/>
                    <a:pt x="1132203" y="25084"/>
                  </a:cubicBezTo>
                  <a:lnTo>
                    <a:pt x="1130808" y="30345"/>
                  </a:lnTo>
                  <a:cubicBezTo>
                    <a:pt x="1116812" y="26640"/>
                    <a:pt x="1102697" y="23328"/>
                    <a:pt x="1088483" y="20421"/>
                  </a:cubicBezTo>
                  <a:lnTo>
                    <a:pt x="1089573" y="15090"/>
                  </a:lnTo>
                  <a:cubicBezTo>
                    <a:pt x="1075304" y="12172"/>
                    <a:pt x="1060927" y="9656"/>
                    <a:pt x="1046441" y="7554"/>
                  </a:cubicBezTo>
                  <a:lnTo>
                    <a:pt x="1045656" y="12940"/>
                  </a:lnTo>
                  <a:cubicBezTo>
                    <a:pt x="1031366" y="10865"/>
                    <a:pt x="1016967" y="9196"/>
                    <a:pt x="1002480" y="7941"/>
                  </a:cubicBezTo>
                  <a:lnTo>
                    <a:pt x="1002949" y="2519"/>
                  </a:lnTo>
                  <a:cubicBezTo>
                    <a:pt x="988473" y="1264"/>
                    <a:pt x="973900" y="422"/>
                    <a:pt x="959239" y="0"/>
                  </a:cubicBezTo>
                  <a:lnTo>
                    <a:pt x="959086" y="5441"/>
                  </a:lnTo>
                  <a:cubicBezTo>
                    <a:pt x="951838" y="5232"/>
                    <a:pt x="944567" y="5127"/>
                    <a:pt x="937275" y="5127"/>
                  </a:cubicBezTo>
                  <a:cubicBezTo>
                    <a:pt x="929994" y="5127"/>
                    <a:pt x="922723" y="5232"/>
                    <a:pt x="915475" y="5441"/>
                  </a:cubicBezTo>
                  <a:lnTo>
                    <a:pt x="915311" y="0"/>
                  </a:lnTo>
                  <a:cubicBezTo>
                    <a:pt x="900661" y="422"/>
                    <a:pt x="886088" y="1264"/>
                    <a:pt x="871601" y="2519"/>
                  </a:cubicBezTo>
                  <a:lnTo>
                    <a:pt x="872070" y="7941"/>
                  </a:lnTo>
                  <a:cubicBezTo>
                    <a:pt x="857584" y="9196"/>
                    <a:pt x="843196" y="10865"/>
                    <a:pt x="828895" y="12940"/>
                  </a:cubicBezTo>
                  <a:lnTo>
                    <a:pt x="828110" y="7554"/>
                  </a:lnTo>
                  <a:cubicBezTo>
                    <a:pt x="813634" y="9656"/>
                    <a:pt x="799257" y="12172"/>
                    <a:pt x="784978" y="15090"/>
                  </a:cubicBezTo>
                  <a:lnTo>
                    <a:pt x="786078" y="20421"/>
                  </a:lnTo>
                  <a:cubicBezTo>
                    <a:pt x="771854" y="23328"/>
                    <a:pt x="757738" y="26640"/>
                    <a:pt x="743742" y="30345"/>
                  </a:cubicBezTo>
                  <a:lnTo>
                    <a:pt x="742347" y="25084"/>
                  </a:lnTo>
                  <a:cubicBezTo>
                    <a:pt x="728231" y="28822"/>
                    <a:pt x="714224" y="32957"/>
                    <a:pt x="700349" y="37481"/>
                  </a:cubicBezTo>
                  <a:lnTo>
                    <a:pt x="702038" y="42654"/>
                  </a:lnTo>
                  <a:cubicBezTo>
                    <a:pt x="688260" y="47145"/>
                    <a:pt x="674602" y="52023"/>
                    <a:pt x="661075" y="57275"/>
                  </a:cubicBezTo>
                  <a:lnTo>
                    <a:pt x="659102" y="52203"/>
                  </a:lnTo>
                  <a:cubicBezTo>
                    <a:pt x="645510" y="57482"/>
                    <a:pt x="632059" y="63137"/>
                    <a:pt x="618739" y="69159"/>
                  </a:cubicBezTo>
                  <a:lnTo>
                    <a:pt x="620984" y="74117"/>
                  </a:lnTo>
                  <a:cubicBezTo>
                    <a:pt x="607795" y="80078"/>
                    <a:pt x="594747" y="86403"/>
                    <a:pt x="581842" y="93081"/>
                  </a:cubicBezTo>
                  <a:lnTo>
                    <a:pt x="579335" y="88248"/>
                  </a:lnTo>
                  <a:cubicBezTo>
                    <a:pt x="566407" y="94939"/>
                    <a:pt x="553621" y="101982"/>
                    <a:pt x="540988" y="109367"/>
                  </a:cubicBezTo>
                  <a:lnTo>
                    <a:pt x="543745" y="114064"/>
                  </a:lnTo>
                  <a:cubicBezTo>
                    <a:pt x="531265" y="121361"/>
                    <a:pt x="518937" y="128994"/>
                    <a:pt x="506761" y="136955"/>
                  </a:cubicBezTo>
                  <a:lnTo>
                    <a:pt x="503774" y="132403"/>
                  </a:lnTo>
                  <a:cubicBezTo>
                    <a:pt x="491599" y="140362"/>
                    <a:pt x="479587" y="148647"/>
                    <a:pt x="467738" y="157247"/>
                  </a:cubicBezTo>
                  <a:lnTo>
                    <a:pt x="470943" y="161649"/>
                  </a:lnTo>
                  <a:cubicBezTo>
                    <a:pt x="459247" y="170137"/>
                    <a:pt x="447704" y="178936"/>
                    <a:pt x="436335" y="188035"/>
                  </a:cubicBezTo>
                  <a:lnTo>
                    <a:pt x="432934" y="183789"/>
                  </a:lnTo>
                  <a:cubicBezTo>
                    <a:pt x="421576" y="192871"/>
                    <a:pt x="410403" y="202252"/>
                    <a:pt x="399394" y="211921"/>
                  </a:cubicBezTo>
                  <a:lnTo>
                    <a:pt x="402991" y="216007"/>
                  </a:lnTo>
                  <a:cubicBezTo>
                    <a:pt x="392135" y="225545"/>
                    <a:pt x="381441" y="235365"/>
                    <a:pt x="370934" y="245461"/>
                  </a:cubicBezTo>
                  <a:lnTo>
                    <a:pt x="367151" y="241538"/>
                  </a:lnTo>
                  <a:cubicBezTo>
                    <a:pt x="356665" y="251605"/>
                    <a:pt x="346365" y="261942"/>
                    <a:pt x="336238" y="272543"/>
                  </a:cubicBezTo>
                  <a:lnTo>
                    <a:pt x="340173" y="276299"/>
                  </a:lnTo>
                  <a:cubicBezTo>
                    <a:pt x="330189" y="286754"/>
                    <a:pt x="320379" y="297466"/>
                    <a:pt x="310754" y="308427"/>
                  </a:cubicBezTo>
                  <a:lnTo>
                    <a:pt x="306655" y="304839"/>
                  </a:lnTo>
                  <a:cubicBezTo>
                    <a:pt x="297074" y="315745"/>
                    <a:pt x="287678" y="326895"/>
                    <a:pt x="278467" y="338283"/>
                  </a:cubicBezTo>
                  <a:lnTo>
                    <a:pt x="282708" y="341703"/>
                  </a:lnTo>
                  <a:cubicBezTo>
                    <a:pt x="273628" y="352931"/>
                    <a:pt x="264733" y="364393"/>
                    <a:pt x="256024" y="376080"/>
                  </a:cubicBezTo>
                  <a:lnTo>
                    <a:pt x="251653" y="372831"/>
                  </a:lnTo>
                  <a:cubicBezTo>
                    <a:pt x="242976" y="384470"/>
                    <a:pt x="234485" y="396330"/>
                    <a:pt x="226190" y="408404"/>
                  </a:cubicBezTo>
                  <a:lnTo>
                    <a:pt x="230681" y="411483"/>
                  </a:lnTo>
                  <a:cubicBezTo>
                    <a:pt x="222506" y="423395"/>
                    <a:pt x="214505" y="435516"/>
                    <a:pt x="206700" y="447840"/>
                  </a:cubicBezTo>
                  <a:lnTo>
                    <a:pt x="202101" y="444931"/>
                  </a:lnTo>
                  <a:cubicBezTo>
                    <a:pt x="194329" y="457204"/>
                    <a:pt x="186753" y="469675"/>
                    <a:pt x="179374" y="482340"/>
                  </a:cubicBezTo>
                  <a:lnTo>
                    <a:pt x="184083" y="485077"/>
                  </a:lnTo>
                  <a:cubicBezTo>
                    <a:pt x="176801" y="497575"/>
                    <a:pt x="169705" y="510261"/>
                    <a:pt x="162816" y="523130"/>
                  </a:cubicBezTo>
                  <a:lnTo>
                    <a:pt x="158009" y="520564"/>
                  </a:lnTo>
                  <a:cubicBezTo>
                    <a:pt x="151164" y="533362"/>
                    <a:pt x="144504" y="546338"/>
                    <a:pt x="138051" y="559485"/>
                  </a:cubicBezTo>
                  <a:lnTo>
                    <a:pt x="142945" y="561881"/>
                  </a:lnTo>
                  <a:cubicBezTo>
                    <a:pt x="136569" y="574848"/>
                    <a:pt x="130399" y="587983"/>
                    <a:pt x="124437" y="601280"/>
                  </a:cubicBezTo>
                  <a:lnTo>
                    <a:pt x="119455" y="599052"/>
                  </a:lnTo>
                  <a:cubicBezTo>
                    <a:pt x="113515" y="612295"/>
                    <a:pt x="107770" y="625696"/>
                    <a:pt x="102222" y="639250"/>
                  </a:cubicBezTo>
                  <a:lnTo>
                    <a:pt x="107269" y="641307"/>
                  </a:lnTo>
                  <a:cubicBezTo>
                    <a:pt x="101797" y="654694"/>
                    <a:pt x="96521" y="668231"/>
                    <a:pt x="91464" y="681912"/>
                  </a:cubicBezTo>
                  <a:lnTo>
                    <a:pt x="86351" y="680024"/>
                  </a:lnTo>
                  <a:cubicBezTo>
                    <a:pt x="81294" y="693652"/>
                    <a:pt x="76454" y="707421"/>
                    <a:pt x="71821" y="721326"/>
                  </a:cubicBezTo>
                  <a:lnTo>
                    <a:pt x="76988" y="723045"/>
                  </a:lnTo>
                  <a:cubicBezTo>
                    <a:pt x="72410" y="736762"/>
                    <a:pt x="68039" y="750611"/>
                    <a:pt x="63875" y="764587"/>
                  </a:cubicBezTo>
                  <a:lnTo>
                    <a:pt x="58654" y="763035"/>
                  </a:lnTo>
                  <a:cubicBezTo>
                    <a:pt x="54512" y="776939"/>
                    <a:pt x="50566" y="790968"/>
                    <a:pt x="46838" y="805116"/>
                  </a:cubicBezTo>
                  <a:lnTo>
                    <a:pt x="52114" y="806501"/>
                  </a:lnTo>
                  <a:cubicBezTo>
                    <a:pt x="48430" y="820484"/>
                    <a:pt x="44942" y="834585"/>
                    <a:pt x="41671" y="848796"/>
                  </a:cubicBezTo>
                  <a:lnTo>
                    <a:pt x="36363" y="847577"/>
                  </a:lnTo>
                  <a:cubicBezTo>
                    <a:pt x="33104" y="861737"/>
                    <a:pt x="30052" y="876006"/>
                    <a:pt x="27218" y="890379"/>
                  </a:cubicBezTo>
                  <a:lnTo>
                    <a:pt x="32559" y="891433"/>
                  </a:lnTo>
                  <a:cubicBezTo>
                    <a:pt x="29758" y="905633"/>
                    <a:pt x="27152" y="919937"/>
                    <a:pt x="24765" y="934337"/>
                  </a:cubicBezTo>
                  <a:lnTo>
                    <a:pt x="19392" y="933448"/>
                  </a:lnTo>
                  <a:cubicBezTo>
                    <a:pt x="17026" y="947756"/>
                    <a:pt x="14857" y="962158"/>
                    <a:pt x="12906" y="976651"/>
                  </a:cubicBezTo>
                  <a:lnTo>
                    <a:pt x="18312" y="977376"/>
                  </a:lnTo>
                  <a:cubicBezTo>
                    <a:pt x="16383" y="991707"/>
                    <a:pt x="14661" y="1006129"/>
                    <a:pt x="13157" y="1020628"/>
                  </a:cubicBezTo>
                  <a:lnTo>
                    <a:pt x="7728" y="1020073"/>
                  </a:lnTo>
                  <a:cubicBezTo>
                    <a:pt x="6224" y="1034528"/>
                    <a:pt x="4938" y="1049059"/>
                    <a:pt x="3859" y="1063666"/>
                  </a:cubicBezTo>
                  <a:lnTo>
                    <a:pt x="9298" y="1064069"/>
                  </a:lnTo>
                  <a:cubicBezTo>
                    <a:pt x="8230" y="1078502"/>
                    <a:pt x="7369" y="1093011"/>
                    <a:pt x="6725" y="1107597"/>
                  </a:cubicBezTo>
                  <a:lnTo>
                    <a:pt x="1286" y="1107358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8EBD3A8-98D7-A28E-0C52-38ED12149DB3}"/>
                </a:ext>
              </a:extLst>
            </p:cNvPr>
            <p:cNvSpPr/>
            <p:nvPr/>
          </p:nvSpPr>
          <p:spPr>
            <a:xfrm rot="10800000" flipV="1">
              <a:off x="21304376" y="4766844"/>
              <a:ext cx="1245602" cy="2540931"/>
            </a:xfrm>
            <a:custGeom>
              <a:avLst/>
              <a:gdLst>
                <a:gd name="connsiteX0" fmla="*/ 1245775 w 1245602"/>
                <a:gd name="connsiteY0" fmla="*/ 1270467 h 2540931"/>
                <a:gd name="connsiteX1" fmla="*/ 622973 w 1245602"/>
                <a:gd name="connsiteY1" fmla="*/ 2540933 h 2540931"/>
                <a:gd name="connsiteX2" fmla="*/ 172 w 1245602"/>
                <a:gd name="connsiteY2" fmla="*/ 1270467 h 2540931"/>
                <a:gd name="connsiteX3" fmla="*/ 622973 w 1245602"/>
                <a:gd name="connsiteY3" fmla="*/ 1 h 2540931"/>
                <a:gd name="connsiteX4" fmla="*/ 1245775 w 1245602"/>
                <a:gd name="connsiteY4" fmla="*/ 1270467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775" y="1270467"/>
                  </a:moveTo>
                  <a:cubicBezTo>
                    <a:pt x="1245775" y="1972126"/>
                    <a:pt x="966937" y="2540933"/>
                    <a:pt x="622973" y="2540933"/>
                  </a:cubicBezTo>
                  <a:cubicBezTo>
                    <a:pt x="279010" y="2540933"/>
                    <a:pt x="172" y="1972126"/>
                    <a:pt x="172" y="1270467"/>
                  </a:cubicBezTo>
                  <a:cubicBezTo>
                    <a:pt x="172" y="568808"/>
                    <a:pt x="279010" y="1"/>
                    <a:pt x="622973" y="1"/>
                  </a:cubicBezTo>
                  <a:cubicBezTo>
                    <a:pt x="966937" y="1"/>
                    <a:pt x="1245775" y="568808"/>
                    <a:pt x="1245775" y="1270467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1CAB615B-38C0-4D3A-C2D6-2AFC0CF85A40}"/>
                </a:ext>
              </a:extLst>
            </p:cNvPr>
            <p:cNvSpPr/>
            <p:nvPr/>
          </p:nvSpPr>
          <p:spPr>
            <a:xfrm rot="10800000" flipV="1">
              <a:off x="21304407" y="5295910"/>
              <a:ext cx="637885" cy="1482805"/>
            </a:xfrm>
            <a:custGeom>
              <a:avLst/>
              <a:gdLst>
                <a:gd name="connsiteX0" fmla="*/ 638058 w 637885"/>
                <a:gd name="connsiteY0" fmla="*/ 741452 h 1482805"/>
                <a:gd name="connsiteX1" fmla="*/ 319115 w 637885"/>
                <a:gd name="connsiteY1" fmla="*/ 1482855 h 1482805"/>
                <a:gd name="connsiteX2" fmla="*/ 172 w 637885"/>
                <a:gd name="connsiteY2" fmla="*/ 741452 h 1482805"/>
                <a:gd name="connsiteX3" fmla="*/ 319115 w 637885"/>
                <a:gd name="connsiteY3" fmla="*/ 49 h 1482805"/>
                <a:gd name="connsiteX4" fmla="*/ 638058 w 637885"/>
                <a:gd name="connsiteY4" fmla="*/ 741452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8058" y="741452"/>
                  </a:moveTo>
                  <a:cubicBezTo>
                    <a:pt x="638058" y="1150917"/>
                    <a:pt x="495263" y="1482855"/>
                    <a:pt x="319115" y="1482855"/>
                  </a:cubicBezTo>
                  <a:cubicBezTo>
                    <a:pt x="142968" y="1482855"/>
                    <a:pt x="172" y="1150917"/>
                    <a:pt x="172" y="741452"/>
                  </a:cubicBezTo>
                  <a:cubicBezTo>
                    <a:pt x="172" y="331987"/>
                    <a:pt x="142968" y="49"/>
                    <a:pt x="319115" y="49"/>
                  </a:cubicBezTo>
                  <a:cubicBezTo>
                    <a:pt x="495263" y="49"/>
                    <a:pt x="638058" y="331987"/>
                    <a:pt x="638058" y="741452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B7704AF-305A-41CF-1C30-A3872D74564C}"/>
                </a:ext>
              </a:extLst>
            </p:cNvPr>
            <p:cNvSpPr/>
            <p:nvPr/>
          </p:nvSpPr>
          <p:spPr>
            <a:xfrm>
              <a:off x="20943965" y="6037308"/>
              <a:ext cx="713624" cy="10884"/>
            </a:xfrm>
            <a:custGeom>
              <a:avLst/>
              <a:gdLst>
                <a:gd name="connsiteX0" fmla="*/ 0 w 713624"/>
                <a:gd name="connsiteY0" fmla="*/ 0 h 10884"/>
                <a:gd name="connsiteX1" fmla="*/ 713625 w 71362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624" h="10884">
                  <a:moveTo>
                    <a:pt x="0" y="0"/>
                  </a:moveTo>
                  <a:lnTo>
                    <a:pt x="71362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14822717-BB8D-786D-EBE5-082C4AAD0B07}"/>
                </a:ext>
              </a:extLst>
            </p:cNvPr>
            <p:cNvSpPr/>
            <p:nvPr/>
          </p:nvSpPr>
          <p:spPr>
            <a:xfrm>
              <a:off x="20306026" y="6037308"/>
              <a:ext cx="360420" cy="10884"/>
            </a:xfrm>
            <a:custGeom>
              <a:avLst/>
              <a:gdLst>
                <a:gd name="connsiteX0" fmla="*/ 0 w 360420"/>
                <a:gd name="connsiteY0" fmla="*/ 0 h 10884"/>
                <a:gd name="connsiteX1" fmla="*/ 360420 w 360420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20" h="10884">
                  <a:moveTo>
                    <a:pt x="0" y="0"/>
                  </a:moveTo>
                  <a:lnTo>
                    <a:pt x="360420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94E914-B0AF-84A6-8816-233DE9CB1DF6}"/>
                </a:ext>
              </a:extLst>
            </p:cNvPr>
            <p:cNvSpPr/>
            <p:nvPr/>
          </p:nvSpPr>
          <p:spPr>
            <a:xfrm>
              <a:off x="21938630" y="6037308"/>
              <a:ext cx="360415" cy="10884"/>
            </a:xfrm>
            <a:custGeom>
              <a:avLst/>
              <a:gdLst>
                <a:gd name="connsiteX0" fmla="*/ 0 w 360415"/>
                <a:gd name="connsiteY0" fmla="*/ 0 h 10884"/>
                <a:gd name="connsiteX1" fmla="*/ 360415 w 360415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5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9BF5169-62DD-42DC-F5A7-304E01EBAE1A}"/>
                </a:ext>
              </a:extLst>
            </p:cNvPr>
            <p:cNvSpPr/>
            <p:nvPr/>
          </p:nvSpPr>
          <p:spPr>
            <a:xfrm>
              <a:off x="19700512" y="6037308"/>
              <a:ext cx="360416" cy="10884"/>
            </a:xfrm>
            <a:custGeom>
              <a:avLst/>
              <a:gdLst>
                <a:gd name="connsiteX0" fmla="*/ 0 w 360416"/>
                <a:gd name="connsiteY0" fmla="*/ 0 h 10884"/>
                <a:gd name="connsiteX1" fmla="*/ 360416 w 360416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6" h="10884">
                  <a:moveTo>
                    <a:pt x="0" y="0"/>
                  </a:moveTo>
                  <a:lnTo>
                    <a:pt x="360416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5353E977-4BBB-60FD-B111-F354D035A998}"/>
                </a:ext>
              </a:extLst>
            </p:cNvPr>
            <p:cNvSpPr/>
            <p:nvPr/>
          </p:nvSpPr>
          <p:spPr>
            <a:xfrm>
              <a:off x="22547787" y="6037308"/>
              <a:ext cx="360414" cy="10884"/>
            </a:xfrm>
            <a:custGeom>
              <a:avLst/>
              <a:gdLst>
                <a:gd name="connsiteX0" fmla="*/ 0 w 360414"/>
                <a:gd name="connsiteY0" fmla="*/ 0 h 10884"/>
                <a:gd name="connsiteX1" fmla="*/ 360415 w 36041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4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B10CEBB-63F4-646A-D694-6F0C5C86E600}"/>
                </a:ext>
              </a:extLst>
            </p:cNvPr>
            <p:cNvSpPr/>
            <p:nvPr/>
          </p:nvSpPr>
          <p:spPr>
            <a:xfrm>
              <a:off x="22844186" y="5972522"/>
              <a:ext cx="66752" cy="132336"/>
            </a:xfrm>
            <a:custGeom>
              <a:avLst/>
              <a:gdLst>
                <a:gd name="connsiteX0" fmla="*/ 0 w 66752"/>
                <a:gd name="connsiteY0" fmla="*/ 132337 h 132336"/>
                <a:gd name="connsiteX1" fmla="*/ 66753 w 66752"/>
                <a:gd name="connsiteY1" fmla="*/ 66658 h 132336"/>
                <a:gd name="connsiteX2" fmla="*/ 981 w 66752"/>
                <a:gd name="connsiteY2" fmla="*/ 0 h 13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" h="132336">
                  <a:moveTo>
                    <a:pt x="0" y="132337"/>
                  </a:moveTo>
                  <a:lnTo>
                    <a:pt x="66753" y="66658"/>
                  </a:lnTo>
                  <a:lnTo>
                    <a:pt x="981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21EA28C-E0EE-2FE7-8568-780223D39967}"/>
              </a:ext>
            </a:extLst>
          </p:cNvPr>
          <p:cNvGrpSpPr/>
          <p:nvPr userDrawn="1"/>
        </p:nvGrpSpPr>
        <p:grpSpPr>
          <a:xfrm>
            <a:off x="528545" y="2411741"/>
            <a:ext cx="2039030" cy="1218840"/>
            <a:chOff x="1057227" y="4823481"/>
            <a:chExt cx="4078591" cy="2437679"/>
          </a:xfrm>
        </p:grpSpPr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F546A89-8BD9-CBFB-150E-AD8ED760EED0}"/>
                </a:ext>
              </a:extLst>
            </p:cNvPr>
            <p:cNvSpPr/>
            <p:nvPr/>
          </p:nvSpPr>
          <p:spPr>
            <a:xfrm>
              <a:off x="2145104" y="4823481"/>
              <a:ext cx="1902838" cy="2437679"/>
            </a:xfrm>
            <a:custGeom>
              <a:avLst/>
              <a:gdLst>
                <a:gd name="connsiteX0" fmla="*/ 1902838 w 1902838"/>
                <a:gd name="connsiteY0" fmla="*/ 1218840 h 2437679"/>
                <a:gd name="connsiteX1" fmla="*/ 951419 w 1902838"/>
                <a:gd name="connsiteY1" fmla="*/ 2437680 h 2437679"/>
                <a:gd name="connsiteX2" fmla="*/ 0 w 1902838"/>
                <a:gd name="connsiteY2" fmla="*/ 1218840 h 2437679"/>
                <a:gd name="connsiteX3" fmla="*/ 951419 w 1902838"/>
                <a:gd name="connsiteY3" fmla="*/ 0 h 2437679"/>
                <a:gd name="connsiteX4" fmla="*/ 1902838 w 1902838"/>
                <a:gd name="connsiteY4" fmla="*/ 1218840 h 243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2838" h="2437679">
                  <a:moveTo>
                    <a:pt x="1902838" y="1218840"/>
                  </a:moveTo>
                  <a:cubicBezTo>
                    <a:pt x="1902838" y="1891986"/>
                    <a:pt x="1476873" y="2437680"/>
                    <a:pt x="951419" y="2437680"/>
                  </a:cubicBezTo>
                  <a:cubicBezTo>
                    <a:pt x="425965" y="2437680"/>
                    <a:pt x="0" y="1891986"/>
                    <a:pt x="0" y="1218840"/>
                  </a:cubicBezTo>
                  <a:cubicBezTo>
                    <a:pt x="0" y="545693"/>
                    <a:pt x="425965" y="0"/>
                    <a:pt x="951419" y="0"/>
                  </a:cubicBezTo>
                  <a:cubicBezTo>
                    <a:pt x="1476873" y="0"/>
                    <a:pt x="1902838" y="545693"/>
                    <a:pt x="1902838" y="1218840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94625F7-EC3D-F93B-EB68-E083A16CDC96}"/>
                </a:ext>
              </a:extLst>
            </p:cNvPr>
            <p:cNvSpPr/>
            <p:nvPr/>
          </p:nvSpPr>
          <p:spPr>
            <a:xfrm>
              <a:off x="1648497" y="5050235"/>
              <a:ext cx="2895963" cy="1984149"/>
            </a:xfrm>
            <a:custGeom>
              <a:avLst/>
              <a:gdLst>
                <a:gd name="connsiteX0" fmla="*/ 2895964 w 2895963"/>
                <a:gd name="connsiteY0" fmla="*/ 992075 h 1984149"/>
                <a:gd name="connsiteX1" fmla="*/ 1447982 w 2895963"/>
                <a:gd name="connsiteY1" fmla="*/ 1984150 h 1984149"/>
                <a:gd name="connsiteX2" fmla="*/ 0 w 2895963"/>
                <a:gd name="connsiteY2" fmla="*/ 992075 h 1984149"/>
                <a:gd name="connsiteX3" fmla="*/ 1447982 w 2895963"/>
                <a:gd name="connsiteY3" fmla="*/ 0 h 1984149"/>
                <a:gd name="connsiteX4" fmla="*/ 2895964 w 2895963"/>
                <a:gd name="connsiteY4" fmla="*/ 992075 h 198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963" h="1984149">
                  <a:moveTo>
                    <a:pt x="2895964" y="992075"/>
                  </a:moveTo>
                  <a:cubicBezTo>
                    <a:pt x="2895964" y="1539983"/>
                    <a:pt x="2247680" y="1984150"/>
                    <a:pt x="1447982" y="1984150"/>
                  </a:cubicBezTo>
                  <a:cubicBezTo>
                    <a:pt x="648283" y="1984150"/>
                    <a:pt x="0" y="1539983"/>
                    <a:pt x="0" y="992075"/>
                  </a:cubicBezTo>
                  <a:cubicBezTo>
                    <a:pt x="0" y="444167"/>
                    <a:pt x="648283" y="0"/>
                    <a:pt x="1447982" y="0"/>
                  </a:cubicBezTo>
                  <a:cubicBezTo>
                    <a:pt x="2247680" y="0"/>
                    <a:pt x="2895964" y="444167"/>
                    <a:pt x="2895964" y="992075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184366F3-04FC-8CD3-8275-A292ACB3A7BC}"/>
                </a:ext>
              </a:extLst>
            </p:cNvPr>
            <p:cNvSpPr/>
            <p:nvPr/>
          </p:nvSpPr>
          <p:spPr>
            <a:xfrm>
              <a:off x="1299844" y="5375269"/>
              <a:ext cx="3593401" cy="1334104"/>
            </a:xfrm>
            <a:custGeom>
              <a:avLst/>
              <a:gdLst>
                <a:gd name="connsiteX0" fmla="*/ 3593402 w 3593401"/>
                <a:gd name="connsiteY0" fmla="*/ 667052 h 1334104"/>
                <a:gd name="connsiteX1" fmla="*/ 1796701 w 3593401"/>
                <a:gd name="connsiteY1" fmla="*/ 1334104 h 1334104"/>
                <a:gd name="connsiteX2" fmla="*/ 0 w 3593401"/>
                <a:gd name="connsiteY2" fmla="*/ 667052 h 1334104"/>
                <a:gd name="connsiteX3" fmla="*/ 1796701 w 3593401"/>
                <a:gd name="connsiteY3" fmla="*/ 0 h 1334104"/>
                <a:gd name="connsiteX4" fmla="*/ 3593402 w 3593401"/>
                <a:gd name="connsiteY4" fmla="*/ 667052 h 13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3401" h="1334104">
                  <a:moveTo>
                    <a:pt x="3593402" y="667052"/>
                  </a:moveTo>
                  <a:cubicBezTo>
                    <a:pt x="3593402" y="1035455"/>
                    <a:pt x="2788992" y="1334104"/>
                    <a:pt x="1796701" y="1334104"/>
                  </a:cubicBezTo>
                  <a:cubicBezTo>
                    <a:pt x="804410" y="1334104"/>
                    <a:pt x="0" y="1035455"/>
                    <a:pt x="0" y="667052"/>
                  </a:cubicBezTo>
                  <a:cubicBezTo>
                    <a:pt x="0" y="298649"/>
                    <a:pt x="804410" y="0"/>
                    <a:pt x="1796701" y="0"/>
                  </a:cubicBezTo>
                  <a:cubicBezTo>
                    <a:pt x="2788992" y="0"/>
                    <a:pt x="3593402" y="298649"/>
                    <a:pt x="3593402" y="667052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F4237A5D-74E9-A4CA-570A-CCD3536C6071}"/>
                </a:ext>
              </a:extLst>
            </p:cNvPr>
            <p:cNvSpPr/>
            <p:nvPr/>
          </p:nvSpPr>
          <p:spPr>
            <a:xfrm>
              <a:off x="1057227" y="5738073"/>
              <a:ext cx="4078591" cy="608473"/>
            </a:xfrm>
            <a:custGeom>
              <a:avLst/>
              <a:gdLst>
                <a:gd name="connsiteX0" fmla="*/ 4078591 w 4078591"/>
                <a:gd name="connsiteY0" fmla="*/ 304237 h 608473"/>
                <a:gd name="connsiteX1" fmla="*/ 2039296 w 4078591"/>
                <a:gd name="connsiteY1" fmla="*/ 608473 h 608473"/>
                <a:gd name="connsiteX2" fmla="*/ 0 w 4078591"/>
                <a:gd name="connsiteY2" fmla="*/ 304237 h 608473"/>
                <a:gd name="connsiteX3" fmla="*/ 2039296 w 4078591"/>
                <a:gd name="connsiteY3" fmla="*/ 0 h 608473"/>
                <a:gd name="connsiteX4" fmla="*/ 4078591 w 4078591"/>
                <a:gd name="connsiteY4" fmla="*/ 304237 h 60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591" h="608473">
                  <a:moveTo>
                    <a:pt x="4078591" y="304237"/>
                  </a:moveTo>
                  <a:cubicBezTo>
                    <a:pt x="4078591" y="472262"/>
                    <a:pt x="3165568" y="608473"/>
                    <a:pt x="2039296" y="608473"/>
                  </a:cubicBezTo>
                  <a:cubicBezTo>
                    <a:pt x="913024" y="608473"/>
                    <a:pt x="0" y="472262"/>
                    <a:pt x="0" y="304237"/>
                  </a:cubicBezTo>
                  <a:cubicBezTo>
                    <a:pt x="0" y="136211"/>
                    <a:pt x="913024" y="0"/>
                    <a:pt x="2039296" y="0"/>
                  </a:cubicBezTo>
                  <a:cubicBezTo>
                    <a:pt x="3165568" y="0"/>
                    <a:pt x="4078591" y="136211"/>
                    <a:pt x="4078591" y="304237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5F936FF-DCA3-06C9-5C57-8B0F1B7A2DA9}"/>
                </a:ext>
              </a:extLst>
            </p:cNvPr>
            <p:cNvSpPr/>
            <p:nvPr/>
          </p:nvSpPr>
          <p:spPr>
            <a:xfrm rot="10800000" flipV="1">
              <a:off x="3053694" y="5997675"/>
              <a:ext cx="89558" cy="89294"/>
            </a:xfrm>
            <a:custGeom>
              <a:avLst/>
              <a:gdLst>
                <a:gd name="connsiteX0" fmla="*/ 89744 w 89558"/>
                <a:gd name="connsiteY0" fmla="*/ 44758 h 89294"/>
                <a:gd name="connsiteX1" fmla="*/ 44965 w 89558"/>
                <a:gd name="connsiteY1" fmla="*/ 89405 h 89294"/>
                <a:gd name="connsiteX2" fmla="*/ 185 w 89558"/>
                <a:gd name="connsiteY2" fmla="*/ 44758 h 89294"/>
                <a:gd name="connsiteX3" fmla="*/ 44965 w 89558"/>
                <a:gd name="connsiteY3" fmla="*/ 111 h 89294"/>
                <a:gd name="connsiteX4" fmla="*/ 89744 w 89558"/>
                <a:gd name="connsiteY4" fmla="*/ 44758 h 8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8" h="89294">
                  <a:moveTo>
                    <a:pt x="89744" y="44758"/>
                  </a:moveTo>
                  <a:cubicBezTo>
                    <a:pt x="89744" y="69416"/>
                    <a:pt x="69696" y="89405"/>
                    <a:pt x="44965" y="89405"/>
                  </a:cubicBezTo>
                  <a:cubicBezTo>
                    <a:pt x="20234" y="89405"/>
                    <a:pt x="185" y="69416"/>
                    <a:pt x="185" y="44758"/>
                  </a:cubicBezTo>
                  <a:cubicBezTo>
                    <a:pt x="185" y="20100"/>
                    <a:pt x="20234" y="111"/>
                    <a:pt x="44965" y="111"/>
                  </a:cubicBezTo>
                  <a:cubicBezTo>
                    <a:pt x="69696" y="111"/>
                    <a:pt x="89744" y="20100"/>
                    <a:pt x="89744" y="44758"/>
                  </a:cubicBezTo>
                  <a:close/>
                </a:path>
              </a:pathLst>
            </a:custGeom>
            <a:solidFill>
              <a:srgbClr val="2CB9FF"/>
            </a:solidFill>
            <a:ln w="3267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D495F459-4051-049F-71A2-6984076C2001}"/>
                </a:ext>
              </a:extLst>
            </p:cNvPr>
            <p:cNvSpPr/>
            <p:nvPr/>
          </p:nvSpPr>
          <p:spPr>
            <a:xfrm>
              <a:off x="2501360" y="5447077"/>
              <a:ext cx="1197802" cy="1194269"/>
            </a:xfrm>
            <a:custGeom>
              <a:avLst/>
              <a:gdLst>
                <a:gd name="connsiteX0" fmla="*/ 1197803 w 1197802"/>
                <a:gd name="connsiteY0" fmla="*/ 597135 h 1194269"/>
                <a:gd name="connsiteX1" fmla="*/ 598901 w 1197802"/>
                <a:gd name="connsiteY1" fmla="*/ 1194269 h 1194269"/>
                <a:gd name="connsiteX2" fmla="*/ 0 w 1197802"/>
                <a:gd name="connsiteY2" fmla="*/ 597135 h 1194269"/>
                <a:gd name="connsiteX3" fmla="*/ 598901 w 1197802"/>
                <a:gd name="connsiteY3" fmla="*/ 0 h 1194269"/>
                <a:gd name="connsiteX4" fmla="*/ 1197803 w 1197802"/>
                <a:gd name="connsiteY4" fmla="*/ 597135 h 119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7802" h="1194269">
                  <a:moveTo>
                    <a:pt x="1197803" y="597135"/>
                  </a:moveTo>
                  <a:cubicBezTo>
                    <a:pt x="1197803" y="926923"/>
                    <a:pt x="929666" y="1194269"/>
                    <a:pt x="598901" y="1194269"/>
                  </a:cubicBezTo>
                  <a:cubicBezTo>
                    <a:pt x="268137" y="1194269"/>
                    <a:pt x="0" y="926923"/>
                    <a:pt x="0" y="597135"/>
                  </a:cubicBezTo>
                  <a:cubicBezTo>
                    <a:pt x="0" y="267346"/>
                    <a:pt x="268137" y="0"/>
                    <a:pt x="598901" y="0"/>
                  </a:cubicBezTo>
                  <a:cubicBezTo>
                    <a:pt x="929665" y="0"/>
                    <a:pt x="1197803" y="267346"/>
                    <a:pt x="1197803" y="597135"/>
                  </a:cubicBezTo>
                  <a:close/>
                </a:path>
              </a:pathLst>
            </a:custGeom>
            <a:noFill/>
            <a:ln w="1089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BC07E40-7898-E6A3-B359-6D8CBC87D194}"/>
              </a:ext>
            </a:extLst>
          </p:cNvPr>
          <p:cNvGrpSpPr/>
          <p:nvPr userDrawn="1"/>
        </p:nvGrpSpPr>
        <p:grpSpPr>
          <a:xfrm>
            <a:off x="6752217" y="2599101"/>
            <a:ext cx="1877291" cy="837613"/>
            <a:chOff x="13506193" y="5198201"/>
            <a:chExt cx="3755070" cy="1675225"/>
          </a:xfrm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829DB51-65B5-B4A1-01A7-F1F0C57BAE73}"/>
                </a:ext>
              </a:extLst>
            </p:cNvPr>
            <p:cNvSpPr/>
            <p:nvPr/>
          </p:nvSpPr>
          <p:spPr>
            <a:xfrm>
              <a:off x="13527952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53625F20-6B09-5C94-181C-151EF2D8AD33}"/>
                </a:ext>
              </a:extLst>
            </p:cNvPr>
            <p:cNvSpPr/>
            <p:nvPr/>
          </p:nvSpPr>
          <p:spPr>
            <a:xfrm>
              <a:off x="15621818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F7709B76-9C2D-7D65-7C3A-EC4AE3DDD5FC}"/>
                </a:ext>
              </a:extLst>
            </p:cNvPr>
            <p:cNvSpPr/>
            <p:nvPr/>
          </p:nvSpPr>
          <p:spPr>
            <a:xfrm>
              <a:off x="14225935" y="5244904"/>
              <a:ext cx="1614122" cy="1613951"/>
            </a:xfrm>
            <a:custGeom>
              <a:avLst/>
              <a:gdLst>
                <a:gd name="connsiteX0" fmla="*/ 1614123 w 1614122"/>
                <a:gd name="connsiteY0" fmla="*/ 806975 h 1613951"/>
                <a:gd name="connsiteX1" fmla="*/ 807064 w 1614122"/>
                <a:gd name="connsiteY1" fmla="*/ 1613952 h 1613951"/>
                <a:gd name="connsiteX2" fmla="*/ 0 w 1614122"/>
                <a:gd name="connsiteY2" fmla="*/ 806975 h 1613951"/>
                <a:gd name="connsiteX3" fmla="*/ 807064 w 1614122"/>
                <a:gd name="connsiteY3" fmla="*/ 0 h 1613951"/>
                <a:gd name="connsiteX4" fmla="*/ 1614123 w 1614122"/>
                <a:gd name="connsiteY4" fmla="*/ 806975 h 161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122" h="1613951">
                  <a:moveTo>
                    <a:pt x="1614123" y="806975"/>
                  </a:moveTo>
                  <a:cubicBezTo>
                    <a:pt x="1614123" y="1252669"/>
                    <a:pt x="1252773" y="1613952"/>
                    <a:pt x="807064" y="1613952"/>
                  </a:cubicBezTo>
                  <a:cubicBezTo>
                    <a:pt x="361345" y="1613952"/>
                    <a:pt x="0" y="1252669"/>
                    <a:pt x="0" y="806975"/>
                  </a:cubicBezTo>
                  <a:cubicBezTo>
                    <a:pt x="0" y="361284"/>
                    <a:pt x="361345" y="0"/>
                    <a:pt x="807064" y="0"/>
                  </a:cubicBezTo>
                  <a:cubicBezTo>
                    <a:pt x="1252773" y="0"/>
                    <a:pt x="1614123" y="361284"/>
                    <a:pt x="1614123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6C25129E-12E6-12B8-6960-078E8B93A366}"/>
                </a:ext>
              </a:extLst>
            </p:cNvPr>
            <p:cNvSpPr/>
            <p:nvPr/>
          </p:nvSpPr>
          <p:spPr>
            <a:xfrm>
              <a:off x="14923837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716EAF0-0552-64C8-E5E2-A6EA80569801}"/>
                </a:ext>
              </a:extLst>
            </p:cNvPr>
            <p:cNvSpPr/>
            <p:nvPr/>
          </p:nvSpPr>
          <p:spPr>
            <a:xfrm>
              <a:off x="13554683" y="6153654"/>
              <a:ext cx="3690257" cy="671346"/>
            </a:xfrm>
            <a:custGeom>
              <a:avLst/>
              <a:gdLst>
                <a:gd name="connsiteX0" fmla="*/ 3690258 w 3690257"/>
                <a:gd name="connsiteY0" fmla="*/ 671347 h 671346"/>
                <a:gd name="connsiteX1" fmla="*/ 1828297 w 3690257"/>
                <a:gd name="connsiteY1" fmla="*/ 0 h 671346"/>
                <a:gd name="connsiteX2" fmla="*/ 0 w 3690257"/>
                <a:gd name="connsiteY2" fmla="*/ 671347 h 67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6">
                  <a:moveTo>
                    <a:pt x="3690258" y="671347"/>
                  </a:moveTo>
                  <a:cubicBezTo>
                    <a:pt x="3385046" y="340022"/>
                    <a:pt x="2666307" y="0"/>
                    <a:pt x="1828297" y="0"/>
                  </a:cubicBezTo>
                  <a:cubicBezTo>
                    <a:pt x="1019705" y="0"/>
                    <a:pt x="322165" y="358941"/>
                    <a:pt x="0" y="671347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F6A5756-0929-5DEA-A735-D77D1C3920D3}"/>
                </a:ext>
              </a:extLst>
            </p:cNvPr>
            <p:cNvSpPr/>
            <p:nvPr/>
          </p:nvSpPr>
          <p:spPr>
            <a:xfrm>
              <a:off x="13536786" y="5239475"/>
              <a:ext cx="3690257" cy="671348"/>
            </a:xfrm>
            <a:custGeom>
              <a:avLst/>
              <a:gdLst>
                <a:gd name="connsiteX0" fmla="*/ 0 w 3690257"/>
                <a:gd name="connsiteY0" fmla="*/ 0 h 671348"/>
                <a:gd name="connsiteX1" fmla="*/ 1861959 w 3690257"/>
                <a:gd name="connsiteY1" fmla="*/ 671348 h 671348"/>
                <a:gd name="connsiteX2" fmla="*/ 3690258 w 3690257"/>
                <a:gd name="connsiteY2" fmla="*/ 0 h 6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8">
                  <a:moveTo>
                    <a:pt x="0" y="0"/>
                  </a:moveTo>
                  <a:cubicBezTo>
                    <a:pt x="305216" y="331321"/>
                    <a:pt x="1023949" y="671348"/>
                    <a:pt x="1861959" y="671348"/>
                  </a:cubicBezTo>
                  <a:cubicBezTo>
                    <a:pt x="2670551" y="671348"/>
                    <a:pt x="3368096" y="312407"/>
                    <a:pt x="3690258" y="0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3E9459D7-621F-3231-2EA5-4F433C4D624A}"/>
                </a:ext>
              </a:extLst>
            </p:cNvPr>
            <p:cNvSpPr/>
            <p:nvPr/>
          </p:nvSpPr>
          <p:spPr>
            <a:xfrm>
              <a:off x="13506193" y="6773010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793737-012F-1DAF-2D83-7819C3F27194}"/>
                </a:ext>
              </a:extLst>
            </p:cNvPr>
            <p:cNvSpPr/>
            <p:nvPr/>
          </p:nvSpPr>
          <p:spPr>
            <a:xfrm>
              <a:off x="13506193" y="519820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7C2F86B7-7E59-EFE1-D80D-3D8220EA8E8E}"/>
                </a:ext>
              </a:extLst>
            </p:cNvPr>
            <p:cNvSpPr/>
            <p:nvPr/>
          </p:nvSpPr>
          <p:spPr>
            <a:xfrm>
              <a:off x="17160619" y="6773015"/>
              <a:ext cx="100644" cy="100411"/>
            </a:xfrm>
            <a:custGeom>
              <a:avLst/>
              <a:gdLst>
                <a:gd name="connsiteX0" fmla="*/ 100645 w 100644"/>
                <a:gd name="connsiteY0" fmla="*/ 50206 h 100411"/>
                <a:gd name="connsiteX1" fmla="*/ 50323 w 100644"/>
                <a:gd name="connsiteY1" fmla="*/ 100412 h 100411"/>
                <a:gd name="connsiteX2" fmla="*/ 0 w 100644"/>
                <a:gd name="connsiteY2" fmla="*/ 50206 h 100411"/>
                <a:gd name="connsiteX3" fmla="*/ 50323 w 100644"/>
                <a:gd name="connsiteY3" fmla="*/ 0 h 100411"/>
                <a:gd name="connsiteX4" fmla="*/ 100645 w 100644"/>
                <a:gd name="connsiteY4" fmla="*/ 50206 h 10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44" h="100411">
                  <a:moveTo>
                    <a:pt x="100645" y="50206"/>
                  </a:moveTo>
                  <a:cubicBezTo>
                    <a:pt x="100645" y="77934"/>
                    <a:pt x="78115" y="100412"/>
                    <a:pt x="50323" y="100412"/>
                  </a:cubicBezTo>
                  <a:cubicBezTo>
                    <a:pt x="22530" y="100412"/>
                    <a:pt x="0" y="77934"/>
                    <a:pt x="0" y="50206"/>
                  </a:cubicBezTo>
                  <a:cubicBezTo>
                    <a:pt x="0" y="22478"/>
                    <a:pt x="22530" y="0"/>
                    <a:pt x="50323" y="0"/>
                  </a:cubicBezTo>
                  <a:cubicBezTo>
                    <a:pt x="78115" y="0"/>
                    <a:pt x="100645" y="22478"/>
                    <a:pt x="100645" y="50206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B0FEE78-1F75-D24E-A364-0CFD28E02F04}"/>
                </a:ext>
              </a:extLst>
            </p:cNvPr>
            <p:cNvSpPr/>
            <p:nvPr/>
          </p:nvSpPr>
          <p:spPr>
            <a:xfrm>
              <a:off x="17160614" y="5198201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D31B9380-753F-A945-E55D-E5DE1801AB84}"/>
                </a:ext>
              </a:extLst>
            </p:cNvPr>
            <p:cNvSpPr/>
            <p:nvPr/>
          </p:nvSpPr>
          <p:spPr>
            <a:xfrm>
              <a:off x="14869884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97CED6F1-A638-CCCB-9F47-67FBAF579421}"/>
                </a:ext>
              </a:extLst>
            </p:cNvPr>
            <p:cNvSpPr/>
            <p:nvPr/>
          </p:nvSpPr>
          <p:spPr>
            <a:xfrm>
              <a:off x="14869884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5958D0E-0EA8-2A6E-D1E6-53AF6D32B5E5}"/>
                </a:ext>
              </a:extLst>
            </p:cNvPr>
            <p:cNvSpPr/>
            <p:nvPr/>
          </p:nvSpPr>
          <p:spPr>
            <a:xfrm>
              <a:off x="14250668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93BB9787-620D-86A1-CBA1-44179BFF5EF8}"/>
                </a:ext>
              </a:extLst>
            </p:cNvPr>
            <p:cNvSpPr/>
            <p:nvPr/>
          </p:nvSpPr>
          <p:spPr>
            <a:xfrm>
              <a:off x="13749535" y="5423172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4BBBC3C7-7BB2-1919-8EB8-822EF9B6BEA1}"/>
                </a:ext>
              </a:extLst>
            </p:cNvPr>
            <p:cNvSpPr/>
            <p:nvPr/>
          </p:nvSpPr>
          <p:spPr>
            <a:xfrm>
              <a:off x="13749535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DC2E3112-E257-3AB6-99D0-2A29A46BB32A}"/>
                </a:ext>
              </a:extLst>
            </p:cNvPr>
            <p:cNvSpPr/>
            <p:nvPr/>
          </p:nvSpPr>
          <p:spPr>
            <a:xfrm>
              <a:off x="14250668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0C1AA7B8-AA6C-13AC-9500-74BED1900560}"/>
                </a:ext>
              </a:extLst>
            </p:cNvPr>
            <p:cNvSpPr/>
            <p:nvPr/>
          </p:nvSpPr>
          <p:spPr>
            <a:xfrm>
              <a:off x="16412620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CD9BD2E-EEB6-18FC-EF34-5E0E2A1F5322}"/>
                </a:ext>
              </a:extLst>
            </p:cNvPr>
            <p:cNvSpPr/>
            <p:nvPr/>
          </p:nvSpPr>
          <p:spPr>
            <a:xfrm>
              <a:off x="16917274" y="53910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2D72BFEE-85E7-1FDB-EBDB-6CCAD9035AB6}"/>
                </a:ext>
              </a:extLst>
            </p:cNvPr>
            <p:cNvSpPr/>
            <p:nvPr/>
          </p:nvSpPr>
          <p:spPr>
            <a:xfrm>
              <a:off x="16927990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043E15C-C9CF-7303-8034-0F665088AC6C}"/>
                </a:ext>
              </a:extLst>
            </p:cNvPr>
            <p:cNvSpPr/>
            <p:nvPr/>
          </p:nvSpPr>
          <p:spPr>
            <a:xfrm>
              <a:off x="16412620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C28B2B78-773A-C339-A61C-F011E4A1F437}"/>
                </a:ext>
              </a:extLst>
            </p:cNvPr>
            <p:cNvSpPr/>
            <p:nvPr/>
          </p:nvSpPr>
          <p:spPr>
            <a:xfrm>
              <a:off x="15796910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B4BE835F-B216-BE7D-3E67-F03DA23B6A49}"/>
                </a:ext>
              </a:extLst>
            </p:cNvPr>
            <p:cNvSpPr/>
            <p:nvPr/>
          </p:nvSpPr>
          <p:spPr>
            <a:xfrm>
              <a:off x="15796910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3169DF7D-80B5-A7F3-20EB-003FF58CBDD5}"/>
                </a:ext>
              </a:extLst>
            </p:cNvPr>
            <p:cNvSpPr/>
            <p:nvPr/>
          </p:nvSpPr>
          <p:spPr>
            <a:xfrm>
              <a:off x="15102563" y="5848119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F16ED4E-4555-6B50-485F-E9797C990C56}"/>
                </a:ext>
              </a:extLst>
            </p:cNvPr>
            <p:cNvSpPr/>
            <p:nvPr/>
          </p:nvSpPr>
          <p:spPr>
            <a:xfrm>
              <a:off x="15102563" y="6105235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5F5B3FEB-F1F4-618E-7508-04C584B03EA4}"/>
                </a:ext>
              </a:extLst>
            </p:cNvPr>
            <p:cNvSpPr/>
            <p:nvPr/>
          </p:nvSpPr>
          <p:spPr>
            <a:xfrm>
              <a:off x="15592920" y="5848119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968ADAB2-F7C6-D4C6-FEF8-A7A83CA0A50B}"/>
                </a:ext>
              </a:extLst>
            </p:cNvPr>
            <p:cNvSpPr/>
            <p:nvPr/>
          </p:nvSpPr>
          <p:spPr>
            <a:xfrm>
              <a:off x="15592920" y="61052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0E8EBC0B-E573-68AE-1368-156B5626368B}"/>
              </a:ext>
            </a:extLst>
          </p:cNvPr>
          <p:cNvGrpSpPr/>
          <p:nvPr userDrawn="1"/>
        </p:nvGrpSpPr>
        <p:grpSpPr>
          <a:xfrm>
            <a:off x="9846102" y="4330830"/>
            <a:ext cx="1726075" cy="1601173"/>
            <a:chOff x="19694768" y="8661660"/>
            <a:chExt cx="3452600" cy="3202346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BCC90763-9DF5-6A66-2655-922EE769ACB6}"/>
                </a:ext>
              </a:extLst>
            </p:cNvPr>
            <p:cNvSpPr/>
            <p:nvPr/>
          </p:nvSpPr>
          <p:spPr>
            <a:xfrm>
              <a:off x="19694768" y="9182760"/>
              <a:ext cx="3452600" cy="2289302"/>
            </a:xfrm>
            <a:custGeom>
              <a:avLst/>
              <a:gdLst>
                <a:gd name="connsiteX0" fmla="*/ 0 w 3452600"/>
                <a:gd name="connsiteY0" fmla="*/ 0 h 2289302"/>
                <a:gd name="connsiteX1" fmla="*/ 3452601 w 3452600"/>
                <a:gd name="connsiteY1" fmla="*/ 0 h 2289302"/>
                <a:gd name="connsiteX2" fmla="*/ 3452601 w 3452600"/>
                <a:gd name="connsiteY2" fmla="*/ 2289303 h 2289302"/>
                <a:gd name="connsiteX3" fmla="*/ 0 w 3452600"/>
                <a:gd name="connsiteY3" fmla="*/ 2289303 h 22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600" h="2289302">
                  <a:moveTo>
                    <a:pt x="0" y="0"/>
                  </a:moveTo>
                  <a:lnTo>
                    <a:pt x="3452601" y="0"/>
                  </a:lnTo>
                  <a:lnTo>
                    <a:pt x="3452601" y="2289303"/>
                  </a:lnTo>
                  <a:lnTo>
                    <a:pt x="0" y="2289303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4A543BAF-8042-1E1D-0D41-83B7969E5A0D}"/>
                </a:ext>
              </a:extLst>
            </p:cNvPr>
            <p:cNvSpPr/>
            <p:nvPr/>
          </p:nvSpPr>
          <p:spPr>
            <a:xfrm>
              <a:off x="20090721" y="8915522"/>
              <a:ext cx="2660645" cy="2828222"/>
            </a:xfrm>
            <a:custGeom>
              <a:avLst/>
              <a:gdLst>
                <a:gd name="connsiteX0" fmla="*/ 0 w 2660645"/>
                <a:gd name="connsiteY0" fmla="*/ 547650 h 2828222"/>
                <a:gd name="connsiteX1" fmla="*/ 2660646 w 2660645"/>
                <a:gd name="connsiteY1" fmla="*/ 0 h 2828222"/>
                <a:gd name="connsiteX2" fmla="*/ 2660646 w 2660645"/>
                <a:gd name="connsiteY2" fmla="*/ 2280575 h 2828222"/>
                <a:gd name="connsiteX3" fmla="*/ 0 w 2660645"/>
                <a:gd name="connsiteY3" fmla="*/ 2828223 h 2828222"/>
                <a:gd name="connsiteX4" fmla="*/ 0 w 2660645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5" h="2828222">
                  <a:moveTo>
                    <a:pt x="0" y="547650"/>
                  </a:moveTo>
                  <a:lnTo>
                    <a:pt x="2660646" y="0"/>
                  </a:lnTo>
                  <a:lnTo>
                    <a:pt x="2660646" y="2280575"/>
                  </a:lnTo>
                  <a:lnTo>
                    <a:pt x="0" y="2828223"/>
                  </a:lnTo>
                  <a:lnTo>
                    <a:pt x="0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C32258E-B2B1-893F-A41C-C432B3414A71}"/>
                </a:ext>
              </a:extLst>
            </p:cNvPr>
            <p:cNvSpPr/>
            <p:nvPr/>
          </p:nvSpPr>
          <p:spPr>
            <a:xfrm>
              <a:off x="20767018" y="8710655"/>
              <a:ext cx="1450448" cy="3153351"/>
            </a:xfrm>
            <a:custGeom>
              <a:avLst/>
              <a:gdLst>
                <a:gd name="connsiteX0" fmla="*/ 0 w 1450448"/>
                <a:gd name="connsiteY0" fmla="*/ 863934 h 3153351"/>
                <a:gd name="connsiteX1" fmla="*/ 1450449 w 1450448"/>
                <a:gd name="connsiteY1" fmla="*/ 0 h 3153351"/>
                <a:gd name="connsiteX2" fmla="*/ 1450449 w 1450448"/>
                <a:gd name="connsiteY2" fmla="*/ 2289424 h 3153351"/>
                <a:gd name="connsiteX3" fmla="*/ 0 w 1450448"/>
                <a:gd name="connsiteY3" fmla="*/ 3153352 h 3153351"/>
                <a:gd name="connsiteX4" fmla="*/ 0 w 145044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448" h="3153351">
                  <a:moveTo>
                    <a:pt x="0" y="863934"/>
                  </a:moveTo>
                  <a:lnTo>
                    <a:pt x="1450449" y="0"/>
                  </a:lnTo>
                  <a:lnTo>
                    <a:pt x="1450449" y="2289424"/>
                  </a:lnTo>
                  <a:lnTo>
                    <a:pt x="0" y="3153352"/>
                  </a:lnTo>
                  <a:lnTo>
                    <a:pt x="0" y="863934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7813192-FC13-01EE-1399-5414D3657ED8}"/>
                </a:ext>
              </a:extLst>
            </p:cNvPr>
            <p:cNvSpPr/>
            <p:nvPr/>
          </p:nvSpPr>
          <p:spPr>
            <a:xfrm>
              <a:off x="20615755" y="8710655"/>
              <a:ext cx="1454898" cy="3153351"/>
            </a:xfrm>
            <a:custGeom>
              <a:avLst/>
              <a:gdLst>
                <a:gd name="connsiteX0" fmla="*/ 1454898 w 1454898"/>
                <a:gd name="connsiteY0" fmla="*/ 863934 h 3153351"/>
                <a:gd name="connsiteX1" fmla="*/ 0 w 1454898"/>
                <a:gd name="connsiteY1" fmla="*/ 0 h 3153351"/>
                <a:gd name="connsiteX2" fmla="*/ 0 w 1454898"/>
                <a:gd name="connsiteY2" fmla="*/ 2289424 h 3153351"/>
                <a:gd name="connsiteX3" fmla="*/ 1454898 w 1454898"/>
                <a:gd name="connsiteY3" fmla="*/ 3153352 h 3153351"/>
                <a:gd name="connsiteX4" fmla="*/ 1454898 w 145489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898" h="3153351">
                  <a:moveTo>
                    <a:pt x="1454898" y="863934"/>
                  </a:moveTo>
                  <a:lnTo>
                    <a:pt x="0" y="0"/>
                  </a:lnTo>
                  <a:lnTo>
                    <a:pt x="0" y="2289424"/>
                  </a:lnTo>
                  <a:lnTo>
                    <a:pt x="1454898" y="3153352"/>
                  </a:lnTo>
                  <a:lnTo>
                    <a:pt x="1454898" y="863934"/>
                  </a:lnTo>
                  <a:close/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437A2B9F-9F4D-C4D3-1E5F-F608A8234B90}"/>
                </a:ext>
              </a:extLst>
            </p:cNvPr>
            <p:cNvSpPr/>
            <p:nvPr/>
          </p:nvSpPr>
          <p:spPr>
            <a:xfrm>
              <a:off x="20090733" y="8915522"/>
              <a:ext cx="2660644" cy="2828222"/>
            </a:xfrm>
            <a:custGeom>
              <a:avLst/>
              <a:gdLst>
                <a:gd name="connsiteX0" fmla="*/ 2660645 w 2660644"/>
                <a:gd name="connsiteY0" fmla="*/ 547650 h 2828222"/>
                <a:gd name="connsiteX1" fmla="*/ 0 w 2660644"/>
                <a:gd name="connsiteY1" fmla="*/ 0 h 2828222"/>
                <a:gd name="connsiteX2" fmla="*/ 0 w 2660644"/>
                <a:gd name="connsiteY2" fmla="*/ 2280575 h 2828222"/>
                <a:gd name="connsiteX3" fmla="*/ 2660645 w 2660644"/>
                <a:gd name="connsiteY3" fmla="*/ 2828223 h 2828222"/>
                <a:gd name="connsiteX4" fmla="*/ 2660645 w 2660644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4" h="2828222">
                  <a:moveTo>
                    <a:pt x="2660645" y="547650"/>
                  </a:moveTo>
                  <a:lnTo>
                    <a:pt x="0" y="0"/>
                  </a:lnTo>
                  <a:lnTo>
                    <a:pt x="0" y="2280575"/>
                  </a:lnTo>
                  <a:lnTo>
                    <a:pt x="2660645" y="2828223"/>
                  </a:lnTo>
                  <a:lnTo>
                    <a:pt x="2660645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2E145D9E-6C54-9FF3-D981-05314981124C}"/>
                </a:ext>
              </a:extLst>
            </p:cNvPr>
            <p:cNvSpPr/>
            <p:nvPr/>
          </p:nvSpPr>
          <p:spPr>
            <a:xfrm>
              <a:off x="21425491" y="8666113"/>
              <a:ext cx="10888" cy="2810403"/>
            </a:xfrm>
            <a:custGeom>
              <a:avLst/>
              <a:gdLst>
                <a:gd name="connsiteX0" fmla="*/ 0 w 10888"/>
                <a:gd name="connsiteY0" fmla="*/ 0 h 2810403"/>
                <a:gd name="connsiteX1" fmla="*/ 0 w 10888"/>
                <a:gd name="connsiteY1" fmla="*/ 2810403 h 281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" h="2810403">
                  <a:moveTo>
                    <a:pt x="0" y="0"/>
                  </a:moveTo>
                  <a:lnTo>
                    <a:pt x="0" y="2810403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36448CE-4630-3E45-A686-280074D5AB6C}"/>
                </a:ext>
              </a:extLst>
            </p:cNvPr>
            <p:cNvSpPr/>
            <p:nvPr/>
          </p:nvSpPr>
          <p:spPr>
            <a:xfrm>
              <a:off x="21374553" y="8661660"/>
              <a:ext cx="99850" cy="50929"/>
            </a:xfrm>
            <a:custGeom>
              <a:avLst/>
              <a:gdLst>
                <a:gd name="connsiteX0" fmla="*/ 99850 w 99850"/>
                <a:gd name="connsiteY0" fmla="*/ 49021 h 50929"/>
                <a:gd name="connsiteX1" fmla="*/ 50873 w 99850"/>
                <a:gd name="connsiteY1" fmla="*/ 0 h 50929"/>
                <a:gd name="connsiteX2" fmla="*/ 0 w 99850"/>
                <a:gd name="connsiteY2" fmla="*/ 50930 h 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850" h="50929">
                  <a:moveTo>
                    <a:pt x="99850" y="49021"/>
                  </a:moveTo>
                  <a:lnTo>
                    <a:pt x="50873" y="0"/>
                  </a:lnTo>
                  <a:lnTo>
                    <a:pt x="0" y="50930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7DED4CF7-DD2E-FE12-1072-83F727E98D4A}"/>
                </a:ext>
              </a:extLst>
            </p:cNvPr>
            <p:cNvSpPr/>
            <p:nvPr/>
          </p:nvSpPr>
          <p:spPr>
            <a:xfrm rot="10800000" flipV="1">
              <a:off x="21369173" y="9139693"/>
              <a:ext cx="99404" cy="99508"/>
            </a:xfrm>
            <a:custGeom>
              <a:avLst/>
              <a:gdLst>
                <a:gd name="connsiteX0" fmla="*/ 99562 w 99404"/>
                <a:gd name="connsiteY0" fmla="*/ 49801 h 99508"/>
                <a:gd name="connsiteX1" fmla="*/ 49859 w 99404"/>
                <a:gd name="connsiteY1" fmla="*/ 99555 h 99508"/>
                <a:gd name="connsiteX2" fmla="*/ 157 w 99404"/>
                <a:gd name="connsiteY2" fmla="*/ 49801 h 99508"/>
                <a:gd name="connsiteX3" fmla="*/ 49859 w 99404"/>
                <a:gd name="connsiteY3" fmla="*/ 46 h 99508"/>
                <a:gd name="connsiteX4" fmla="*/ 99562 w 99404"/>
                <a:gd name="connsiteY4" fmla="*/ 49801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49801"/>
                  </a:moveTo>
                  <a:cubicBezTo>
                    <a:pt x="99562" y="77279"/>
                    <a:pt x="77309" y="99555"/>
                    <a:pt x="49859" y="99555"/>
                  </a:cubicBezTo>
                  <a:cubicBezTo>
                    <a:pt x="22409" y="99555"/>
                    <a:pt x="157" y="77279"/>
                    <a:pt x="157" y="49801"/>
                  </a:cubicBezTo>
                  <a:cubicBezTo>
                    <a:pt x="157" y="22322"/>
                    <a:pt x="22409" y="46"/>
                    <a:pt x="49859" y="46"/>
                  </a:cubicBezTo>
                  <a:cubicBezTo>
                    <a:pt x="77309" y="46"/>
                    <a:pt x="99562" y="22322"/>
                    <a:pt x="99562" y="49801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71B58A56-5A33-4731-9F95-F08C6F624BE2}"/>
                </a:ext>
              </a:extLst>
            </p:cNvPr>
            <p:cNvSpPr/>
            <p:nvPr/>
          </p:nvSpPr>
          <p:spPr>
            <a:xfrm rot="10800000" flipV="1">
              <a:off x="21369173" y="11424532"/>
              <a:ext cx="99404" cy="99508"/>
            </a:xfrm>
            <a:custGeom>
              <a:avLst/>
              <a:gdLst>
                <a:gd name="connsiteX0" fmla="*/ 99562 w 99404"/>
                <a:gd name="connsiteY0" fmla="*/ 50010 h 99508"/>
                <a:gd name="connsiteX1" fmla="*/ 49859 w 99404"/>
                <a:gd name="connsiteY1" fmla="*/ 99765 h 99508"/>
                <a:gd name="connsiteX2" fmla="*/ 157 w 99404"/>
                <a:gd name="connsiteY2" fmla="*/ 50010 h 99508"/>
                <a:gd name="connsiteX3" fmla="*/ 49859 w 99404"/>
                <a:gd name="connsiteY3" fmla="*/ 256 h 99508"/>
                <a:gd name="connsiteX4" fmla="*/ 99562 w 99404"/>
                <a:gd name="connsiteY4" fmla="*/ 50010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50010"/>
                  </a:moveTo>
                  <a:cubicBezTo>
                    <a:pt x="99562" y="77489"/>
                    <a:pt x="77309" y="99765"/>
                    <a:pt x="49859" y="99765"/>
                  </a:cubicBezTo>
                  <a:cubicBezTo>
                    <a:pt x="22409" y="99765"/>
                    <a:pt x="157" y="77489"/>
                    <a:pt x="157" y="50010"/>
                  </a:cubicBezTo>
                  <a:cubicBezTo>
                    <a:pt x="157" y="22532"/>
                    <a:pt x="22409" y="256"/>
                    <a:pt x="49859" y="256"/>
                  </a:cubicBezTo>
                  <a:cubicBezTo>
                    <a:pt x="77309" y="256"/>
                    <a:pt x="99562" y="22532"/>
                    <a:pt x="99562" y="50010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D5C5405E-DC56-9F98-39D5-336E144C2A3F}"/>
              </a:ext>
            </a:extLst>
          </p:cNvPr>
          <p:cNvGrpSpPr/>
          <p:nvPr userDrawn="1"/>
        </p:nvGrpSpPr>
        <p:grpSpPr>
          <a:xfrm>
            <a:off x="612925" y="4481777"/>
            <a:ext cx="1848201" cy="1300024"/>
            <a:chOff x="1226009" y="8963554"/>
            <a:chExt cx="3696883" cy="2600048"/>
          </a:xfrm>
        </p:grpSpPr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17D301C0-7010-B6FE-DDF9-FE8C1BE4FD55}"/>
                </a:ext>
              </a:extLst>
            </p:cNvPr>
            <p:cNvSpPr/>
            <p:nvPr/>
          </p:nvSpPr>
          <p:spPr>
            <a:xfrm>
              <a:off x="1226009" y="9312299"/>
              <a:ext cx="2470477" cy="813359"/>
            </a:xfrm>
            <a:custGeom>
              <a:avLst/>
              <a:gdLst>
                <a:gd name="connsiteX0" fmla="*/ 2470478 w 2470477"/>
                <a:gd name="connsiteY0" fmla="*/ 787823 h 813359"/>
                <a:gd name="connsiteX1" fmla="*/ 1848735 w 2470477"/>
                <a:gd name="connsiteY1" fmla="*/ 813360 h 813359"/>
                <a:gd name="connsiteX2" fmla="*/ 0 w 2470477"/>
                <a:gd name="connsiteY2" fmla="*/ 372707 h 813359"/>
                <a:gd name="connsiteX3" fmla="*/ 862008 w 2470477"/>
                <a:gd name="connsiteY3" fmla="*/ 0 h 8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7" h="813359">
                  <a:moveTo>
                    <a:pt x="2470478" y="787823"/>
                  </a:moveTo>
                  <a:cubicBezTo>
                    <a:pt x="2276180" y="804357"/>
                    <a:pt x="2066869" y="813360"/>
                    <a:pt x="1848735" y="813360"/>
                  </a:cubicBezTo>
                  <a:cubicBezTo>
                    <a:pt x="827706" y="813360"/>
                    <a:pt x="0" y="616073"/>
                    <a:pt x="0" y="372707"/>
                  </a:cubicBezTo>
                  <a:cubicBezTo>
                    <a:pt x="0" y="215817"/>
                    <a:pt x="343991" y="78078"/>
                    <a:pt x="862008" y="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D4B2E4E4-D5D9-38FE-AB2D-7A0020BA0721}"/>
                </a:ext>
              </a:extLst>
            </p:cNvPr>
            <p:cNvSpPr/>
            <p:nvPr/>
          </p:nvSpPr>
          <p:spPr>
            <a:xfrm>
              <a:off x="2448911" y="9230966"/>
              <a:ext cx="2470478" cy="774459"/>
            </a:xfrm>
            <a:custGeom>
              <a:avLst/>
              <a:gdLst>
                <a:gd name="connsiteX0" fmla="*/ 0 w 2470478"/>
                <a:gd name="connsiteY0" fmla="*/ 25432 h 774459"/>
                <a:gd name="connsiteX1" fmla="*/ 621743 w 2470478"/>
                <a:gd name="connsiteY1" fmla="*/ 0 h 774459"/>
                <a:gd name="connsiteX2" fmla="*/ 2470478 w 2470478"/>
                <a:gd name="connsiteY2" fmla="*/ 438798 h 774459"/>
                <a:gd name="connsiteX3" fmla="*/ 1812541 w 2470478"/>
                <a:gd name="connsiteY3" fmla="*/ 774460 h 77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8" h="774459">
                  <a:moveTo>
                    <a:pt x="0" y="25432"/>
                  </a:moveTo>
                  <a:cubicBezTo>
                    <a:pt x="194298" y="8967"/>
                    <a:pt x="403609" y="0"/>
                    <a:pt x="621743" y="0"/>
                  </a:cubicBezTo>
                  <a:cubicBezTo>
                    <a:pt x="1642776" y="0"/>
                    <a:pt x="2470478" y="196457"/>
                    <a:pt x="2470478" y="438798"/>
                  </a:cubicBezTo>
                  <a:cubicBezTo>
                    <a:pt x="2470478" y="573468"/>
                    <a:pt x="2214878" y="693968"/>
                    <a:pt x="1812541" y="77446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9F3DAB7A-111E-D248-0707-392020A8AA28}"/>
                </a:ext>
              </a:extLst>
            </p:cNvPr>
            <p:cNvSpPr/>
            <p:nvPr/>
          </p:nvSpPr>
          <p:spPr>
            <a:xfrm>
              <a:off x="1226009" y="9775561"/>
              <a:ext cx="3696883" cy="866407"/>
            </a:xfrm>
            <a:custGeom>
              <a:avLst/>
              <a:gdLst>
                <a:gd name="connsiteX0" fmla="*/ 2479257 w 3696883"/>
                <a:gd name="connsiteY0" fmla="*/ 840087 h 866407"/>
                <a:gd name="connsiteX1" fmla="*/ 1848441 w 3696883"/>
                <a:gd name="connsiteY1" fmla="*/ 866407 h 866407"/>
                <a:gd name="connsiteX2" fmla="*/ 0 w 3696883"/>
                <a:gd name="connsiteY2" fmla="*/ 425859 h 866407"/>
                <a:gd name="connsiteX3" fmla="*/ 856371 w 3696883"/>
                <a:gd name="connsiteY3" fmla="*/ 54073 h 866407"/>
                <a:gd name="connsiteX4" fmla="*/ 3088065 w 3696883"/>
                <a:gd name="connsiteY4" fmla="*/ 752656 h 866407"/>
                <a:gd name="connsiteX5" fmla="*/ 3696883 w 3696883"/>
                <a:gd name="connsiteY5" fmla="*/ 425859 h 866407"/>
                <a:gd name="connsiteX6" fmla="*/ 1287305 w 3696883"/>
                <a:gd name="connsiteY6" fmla="*/ 16780 h 8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6883" h="866407">
                  <a:moveTo>
                    <a:pt x="2479257" y="840087"/>
                  </a:moveTo>
                  <a:cubicBezTo>
                    <a:pt x="2282413" y="857122"/>
                    <a:pt x="2069980" y="866407"/>
                    <a:pt x="1848441" y="866407"/>
                  </a:cubicBezTo>
                  <a:cubicBezTo>
                    <a:pt x="827575" y="866407"/>
                    <a:pt x="0" y="669166"/>
                    <a:pt x="0" y="425859"/>
                  </a:cubicBezTo>
                  <a:cubicBezTo>
                    <a:pt x="0" y="269558"/>
                    <a:pt x="341503" y="132277"/>
                    <a:pt x="856371" y="54073"/>
                  </a:cubicBezTo>
                  <a:moveTo>
                    <a:pt x="3088065" y="752656"/>
                  </a:moveTo>
                  <a:cubicBezTo>
                    <a:pt x="3461964" y="672040"/>
                    <a:pt x="3696883" y="555492"/>
                    <a:pt x="3696883" y="425859"/>
                  </a:cubicBezTo>
                  <a:cubicBezTo>
                    <a:pt x="3696883" y="54072"/>
                    <a:pt x="1912627" y="-44190"/>
                    <a:pt x="1287305" y="1678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0FDF5CA9-41A8-C348-E993-035346E0E78A}"/>
                </a:ext>
              </a:extLst>
            </p:cNvPr>
            <p:cNvSpPr/>
            <p:nvPr/>
          </p:nvSpPr>
          <p:spPr>
            <a:xfrm>
              <a:off x="1226009" y="10291866"/>
              <a:ext cx="3696883" cy="880550"/>
            </a:xfrm>
            <a:custGeom>
              <a:avLst/>
              <a:gdLst>
                <a:gd name="connsiteX0" fmla="*/ 3080732 w 3696883"/>
                <a:gd name="connsiteY0" fmla="*/ 768444 h 880550"/>
                <a:gd name="connsiteX1" fmla="*/ 1848441 w 3696883"/>
                <a:gd name="connsiteY1" fmla="*/ 880551 h 880550"/>
                <a:gd name="connsiteX2" fmla="*/ 0 w 3696883"/>
                <a:gd name="connsiteY2" fmla="*/ 440275 h 880550"/>
                <a:gd name="connsiteX3" fmla="*/ 143034 w 3696883"/>
                <a:gd name="connsiteY3" fmla="*/ 270161 h 880550"/>
                <a:gd name="connsiteX4" fmla="*/ 3594186 w 3696883"/>
                <a:gd name="connsiteY4" fmla="*/ 585343 h 880550"/>
                <a:gd name="connsiteX5" fmla="*/ 3696883 w 3696883"/>
                <a:gd name="connsiteY5" fmla="*/ 440275 h 880550"/>
                <a:gd name="connsiteX6" fmla="*/ 3491500 w 3696883"/>
                <a:gd name="connsiteY6" fmla="*/ 238376 h 880550"/>
                <a:gd name="connsiteX7" fmla="*/ 632650 w 3696883"/>
                <a:gd name="connsiteY7" fmla="*/ 108635 h 880550"/>
                <a:gd name="connsiteX8" fmla="*/ 1848441 w 3696883"/>
                <a:gd name="connsiteY8" fmla="*/ 0 h 880550"/>
                <a:gd name="connsiteX9" fmla="*/ 3117405 w 3696883"/>
                <a:gd name="connsiteY9" fmla="*/ 120141 h 88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96883" h="880550">
                  <a:moveTo>
                    <a:pt x="3080732" y="768444"/>
                  </a:moveTo>
                  <a:cubicBezTo>
                    <a:pt x="2753711" y="838164"/>
                    <a:pt x="2321861" y="880551"/>
                    <a:pt x="1848441" y="880551"/>
                  </a:cubicBezTo>
                  <a:cubicBezTo>
                    <a:pt x="827575" y="880551"/>
                    <a:pt x="0" y="683430"/>
                    <a:pt x="0" y="440275"/>
                  </a:cubicBezTo>
                  <a:cubicBezTo>
                    <a:pt x="0" y="379971"/>
                    <a:pt x="50903" y="322497"/>
                    <a:pt x="143034" y="270161"/>
                  </a:cubicBezTo>
                  <a:moveTo>
                    <a:pt x="3594186" y="585343"/>
                  </a:moveTo>
                  <a:cubicBezTo>
                    <a:pt x="3660722" y="539919"/>
                    <a:pt x="3696883" y="491109"/>
                    <a:pt x="3696883" y="440275"/>
                  </a:cubicBezTo>
                  <a:cubicBezTo>
                    <a:pt x="3696883" y="367508"/>
                    <a:pt x="3622754" y="298854"/>
                    <a:pt x="3491500" y="238376"/>
                  </a:cubicBezTo>
                  <a:moveTo>
                    <a:pt x="632650" y="108635"/>
                  </a:moveTo>
                  <a:cubicBezTo>
                    <a:pt x="957635" y="40983"/>
                    <a:pt x="1382942" y="0"/>
                    <a:pt x="1848441" y="0"/>
                  </a:cubicBezTo>
                  <a:cubicBezTo>
                    <a:pt x="2339778" y="0"/>
                    <a:pt x="2786337" y="45664"/>
                    <a:pt x="3117405" y="120141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07BC06F8-2FD4-21B9-F02B-83476B4F3EEB}"/>
                </a:ext>
              </a:extLst>
            </p:cNvPr>
            <p:cNvSpPr/>
            <p:nvPr/>
          </p:nvSpPr>
          <p:spPr>
            <a:xfrm>
              <a:off x="2240343" y="8986950"/>
              <a:ext cx="1" cy="2362286"/>
            </a:xfrm>
            <a:custGeom>
              <a:avLst/>
              <a:gdLst>
                <a:gd name="connsiteX0" fmla="*/ 0 w 1"/>
                <a:gd name="connsiteY0" fmla="*/ 0 h 2362286"/>
                <a:gd name="connsiteX1" fmla="*/ 1 w 1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2362286">
                  <a:moveTo>
                    <a:pt x="0" y="0"/>
                  </a:moveTo>
                  <a:lnTo>
                    <a:pt x="1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455EBF6-6180-5DBA-9EDD-1ABCD034EE46}"/>
                </a:ext>
              </a:extLst>
            </p:cNvPr>
            <p:cNvSpPr/>
            <p:nvPr/>
          </p:nvSpPr>
          <p:spPr>
            <a:xfrm>
              <a:off x="3069142" y="9319368"/>
              <a:ext cx="10878" cy="2196074"/>
            </a:xfrm>
            <a:custGeom>
              <a:avLst/>
              <a:gdLst>
                <a:gd name="connsiteX0" fmla="*/ 0 w 10878"/>
                <a:gd name="connsiteY0" fmla="*/ 0 h 2196074"/>
                <a:gd name="connsiteX1" fmla="*/ 0 w 10878"/>
                <a:gd name="connsiteY1" fmla="*/ 2196075 h 219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196074">
                  <a:moveTo>
                    <a:pt x="0" y="0"/>
                  </a:moveTo>
                  <a:lnTo>
                    <a:pt x="0" y="2196075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E81D4451-939E-FC29-4C8E-A70F144B6920}"/>
                </a:ext>
              </a:extLst>
            </p:cNvPr>
            <p:cNvSpPr/>
            <p:nvPr/>
          </p:nvSpPr>
          <p:spPr>
            <a:xfrm>
              <a:off x="3890861" y="8986950"/>
              <a:ext cx="10878" cy="2362286"/>
            </a:xfrm>
            <a:custGeom>
              <a:avLst/>
              <a:gdLst>
                <a:gd name="connsiteX0" fmla="*/ 0 w 10878"/>
                <a:gd name="connsiteY0" fmla="*/ 0 h 2362286"/>
                <a:gd name="connsiteX1" fmla="*/ 0 w 10878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362286">
                  <a:moveTo>
                    <a:pt x="0" y="0"/>
                  </a:moveTo>
                  <a:lnTo>
                    <a:pt x="0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3BD132A2-1877-3156-364D-8D68E68A24B8}"/>
                </a:ext>
              </a:extLst>
            </p:cNvPr>
            <p:cNvSpPr/>
            <p:nvPr/>
          </p:nvSpPr>
          <p:spPr>
            <a:xfrm>
              <a:off x="2185120" y="10568293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0289FFE3-B009-9C58-0DB5-D087CB2E21EB}"/>
                </a:ext>
              </a:extLst>
            </p:cNvPr>
            <p:cNvSpPr/>
            <p:nvPr/>
          </p:nvSpPr>
          <p:spPr>
            <a:xfrm>
              <a:off x="3015744" y="10607197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CA7215F-D94F-1515-A526-5AC449FED28E}"/>
                </a:ext>
              </a:extLst>
            </p:cNvPr>
            <p:cNvSpPr/>
            <p:nvPr/>
          </p:nvSpPr>
          <p:spPr>
            <a:xfrm>
              <a:off x="3015744" y="971402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8B4AA987-AE8E-138E-811E-84D53AB34AFD}"/>
                </a:ext>
              </a:extLst>
            </p:cNvPr>
            <p:cNvSpPr/>
            <p:nvPr/>
          </p:nvSpPr>
          <p:spPr>
            <a:xfrm>
              <a:off x="3015744" y="917926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2F52185-F357-E205-7777-CE30ACAB24CC}"/>
                </a:ext>
              </a:extLst>
            </p:cNvPr>
            <p:cNvSpPr/>
            <p:nvPr/>
          </p:nvSpPr>
          <p:spPr>
            <a:xfrm>
              <a:off x="3835658" y="9781215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16151DAA-E345-F2DF-3625-CEADDC105DC7}"/>
                </a:ext>
              </a:extLst>
            </p:cNvPr>
            <p:cNvSpPr/>
            <p:nvPr/>
          </p:nvSpPr>
          <p:spPr>
            <a:xfrm>
              <a:off x="3835658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CD457A2D-CE40-5212-A9C1-93ECA857DD5F}"/>
                </a:ext>
              </a:extLst>
            </p:cNvPr>
            <p:cNvSpPr/>
            <p:nvPr/>
          </p:nvSpPr>
          <p:spPr>
            <a:xfrm>
              <a:off x="2185120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CE7D323D-77C3-B14F-BB4D-9D169984AD40}"/>
                </a:ext>
              </a:extLst>
            </p:cNvPr>
            <p:cNvSpPr/>
            <p:nvPr/>
          </p:nvSpPr>
          <p:spPr>
            <a:xfrm>
              <a:off x="3015744" y="1146375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B7A5C3EC-F192-E921-E543-941735D68036}"/>
                </a:ext>
              </a:extLst>
            </p:cNvPr>
            <p:cNvSpPr/>
            <p:nvPr/>
          </p:nvSpPr>
          <p:spPr>
            <a:xfrm>
              <a:off x="3835658" y="11297550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2EB52454-7A15-4B2D-A1DB-F92E0CA04A05}"/>
                </a:ext>
              </a:extLst>
            </p:cNvPr>
            <p:cNvSpPr/>
            <p:nvPr/>
          </p:nvSpPr>
          <p:spPr>
            <a:xfrm>
              <a:off x="2185120" y="11308152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C28D67CC-3536-9325-D77E-AFB4371C0EFB}"/>
              </a:ext>
            </a:extLst>
          </p:cNvPr>
          <p:cNvGrpSpPr/>
          <p:nvPr userDrawn="1"/>
        </p:nvGrpSpPr>
        <p:grpSpPr>
          <a:xfrm>
            <a:off x="3555731" y="4410698"/>
            <a:ext cx="2136635" cy="1447285"/>
            <a:chOff x="7112388" y="8821396"/>
            <a:chExt cx="4273827" cy="2894569"/>
          </a:xfrm>
        </p:grpSpPr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6AA17341-B8F3-EFB4-3EDD-A52FF99F8C08}"/>
                </a:ext>
              </a:extLst>
            </p:cNvPr>
            <p:cNvSpPr/>
            <p:nvPr/>
          </p:nvSpPr>
          <p:spPr>
            <a:xfrm>
              <a:off x="7161553" y="9435892"/>
              <a:ext cx="4095016" cy="1548353"/>
            </a:xfrm>
            <a:custGeom>
              <a:avLst/>
              <a:gdLst>
                <a:gd name="connsiteX0" fmla="*/ 824895 w 4095016"/>
                <a:gd name="connsiteY0" fmla="*/ 58064 h 1548353"/>
                <a:gd name="connsiteX1" fmla="*/ 846562 w 4095016"/>
                <a:gd name="connsiteY1" fmla="*/ 19354 h 1548353"/>
                <a:gd name="connsiteX2" fmla="*/ 851319 w 4095016"/>
                <a:gd name="connsiteY2" fmla="*/ 22011 h 1548353"/>
                <a:gd name="connsiteX3" fmla="*/ 860593 w 4095016"/>
                <a:gd name="connsiteY3" fmla="*/ 5443 h 1548353"/>
                <a:gd name="connsiteX4" fmla="*/ 879326 w 4095016"/>
                <a:gd name="connsiteY4" fmla="*/ 5443 h 1548353"/>
                <a:gd name="connsiteX5" fmla="*/ 879326 w 4095016"/>
                <a:gd name="connsiteY5" fmla="*/ 0 h 1548353"/>
                <a:gd name="connsiteX6" fmla="*/ 923188 w 4095016"/>
                <a:gd name="connsiteY6" fmla="*/ 0 h 1548353"/>
                <a:gd name="connsiteX7" fmla="*/ 923188 w 4095016"/>
                <a:gd name="connsiteY7" fmla="*/ 5443 h 1548353"/>
                <a:gd name="connsiteX8" fmla="*/ 967051 w 4095016"/>
                <a:gd name="connsiteY8" fmla="*/ 5443 h 1548353"/>
                <a:gd name="connsiteX9" fmla="*/ 967051 w 4095016"/>
                <a:gd name="connsiteY9" fmla="*/ 0 h 1548353"/>
                <a:gd name="connsiteX10" fmla="*/ 1010914 w 4095016"/>
                <a:gd name="connsiteY10" fmla="*/ 0 h 1548353"/>
                <a:gd name="connsiteX11" fmla="*/ 1010914 w 4095016"/>
                <a:gd name="connsiteY11" fmla="*/ 5443 h 1548353"/>
                <a:gd name="connsiteX12" fmla="*/ 1054778 w 4095016"/>
                <a:gd name="connsiteY12" fmla="*/ 5443 h 1548353"/>
                <a:gd name="connsiteX13" fmla="*/ 1054778 w 4095016"/>
                <a:gd name="connsiteY13" fmla="*/ 0 h 1548353"/>
                <a:gd name="connsiteX14" fmla="*/ 1098640 w 4095016"/>
                <a:gd name="connsiteY14" fmla="*/ 0 h 1548353"/>
                <a:gd name="connsiteX15" fmla="*/ 1098640 w 4095016"/>
                <a:gd name="connsiteY15" fmla="*/ 5443 h 1548353"/>
                <a:gd name="connsiteX16" fmla="*/ 1142502 w 4095016"/>
                <a:gd name="connsiteY16" fmla="*/ 5443 h 1548353"/>
                <a:gd name="connsiteX17" fmla="*/ 1142502 w 4095016"/>
                <a:gd name="connsiteY17" fmla="*/ 0 h 1548353"/>
                <a:gd name="connsiteX18" fmla="*/ 1186365 w 4095016"/>
                <a:gd name="connsiteY18" fmla="*/ 0 h 1548353"/>
                <a:gd name="connsiteX19" fmla="*/ 1186365 w 4095016"/>
                <a:gd name="connsiteY19" fmla="*/ 5443 h 1548353"/>
                <a:gd name="connsiteX20" fmla="*/ 1230227 w 4095016"/>
                <a:gd name="connsiteY20" fmla="*/ 5443 h 1548353"/>
                <a:gd name="connsiteX21" fmla="*/ 1230227 w 4095016"/>
                <a:gd name="connsiteY21" fmla="*/ 0 h 1548353"/>
                <a:gd name="connsiteX22" fmla="*/ 1274090 w 4095016"/>
                <a:gd name="connsiteY22" fmla="*/ 0 h 1548353"/>
                <a:gd name="connsiteX23" fmla="*/ 1274090 w 4095016"/>
                <a:gd name="connsiteY23" fmla="*/ 5443 h 1548353"/>
                <a:gd name="connsiteX24" fmla="*/ 1317952 w 4095016"/>
                <a:gd name="connsiteY24" fmla="*/ 5443 h 1548353"/>
                <a:gd name="connsiteX25" fmla="*/ 1317952 w 4095016"/>
                <a:gd name="connsiteY25" fmla="*/ 0 h 1548353"/>
                <a:gd name="connsiteX26" fmla="*/ 1361814 w 4095016"/>
                <a:gd name="connsiteY26" fmla="*/ 0 h 1548353"/>
                <a:gd name="connsiteX27" fmla="*/ 1361814 w 4095016"/>
                <a:gd name="connsiteY27" fmla="*/ 5443 h 1548353"/>
                <a:gd name="connsiteX28" fmla="*/ 1405677 w 4095016"/>
                <a:gd name="connsiteY28" fmla="*/ 5443 h 1548353"/>
                <a:gd name="connsiteX29" fmla="*/ 1405677 w 4095016"/>
                <a:gd name="connsiteY29" fmla="*/ 0 h 1548353"/>
                <a:gd name="connsiteX30" fmla="*/ 1449539 w 4095016"/>
                <a:gd name="connsiteY30" fmla="*/ 0 h 1548353"/>
                <a:gd name="connsiteX31" fmla="*/ 1449539 w 4095016"/>
                <a:gd name="connsiteY31" fmla="*/ 5443 h 1548353"/>
                <a:gd name="connsiteX32" fmla="*/ 1493402 w 4095016"/>
                <a:gd name="connsiteY32" fmla="*/ 5443 h 1548353"/>
                <a:gd name="connsiteX33" fmla="*/ 1493402 w 4095016"/>
                <a:gd name="connsiteY33" fmla="*/ 0 h 1548353"/>
                <a:gd name="connsiteX34" fmla="*/ 1537264 w 4095016"/>
                <a:gd name="connsiteY34" fmla="*/ 0 h 1548353"/>
                <a:gd name="connsiteX35" fmla="*/ 1537264 w 4095016"/>
                <a:gd name="connsiteY35" fmla="*/ 5443 h 1548353"/>
                <a:gd name="connsiteX36" fmla="*/ 1581126 w 4095016"/>
                <a:gd name="connsiteY36" fmla="*/ 5443 h 1548353"/>
                <a:gd name="connsiteX37" fmla="*/ 1581126 w 4095016"/>
                <a:gd name="connsiteY37" fmla="*/ 0 h 1548353"/>
                <a:gd name="connsiteX38" fmla="*/ 1624989 w 4095016"/>
                <a:gd name="connsiteY38" fmla="*/ 0 h 1548353"/>
                <a:gd name="connsiteX39" fmla="*/ 1624989 w 4095016"/>
                <a:gd name="connsiteY39" fmla="*/ 5443 h 1548353"/>
                <a:gd name="connsiteX40" fmla="*/ 1668851 w 4095016"/>
                <a:gd name="connsiteY40" fmla="*/ 5443 h 1548353"/>
                <a:gd name="connsiteX41" fmla="*/ 1668851 w 4095016"/>
                <a:gd name="connsiteY41" fmla="*/ 0 h 1548353"/>
                <a:gd name="connsiteX42" fmla="*/ 1712713 w 4095016"/>
                <a:gd name="connsiteY42" fmla="*/ 0 h 1548353"/>
                <a:gd name="connsiteX43" fmla="*/ 1712713 w 4095016"/>
                <a:gd name="connsiteY43" fmla="*/ 5443 h 1548353"/>
                <a:gd name="connsiteX44" fmla="*/ 1756576 w 4095016"/>
                <a:gd name="connsiteY44" fmla="*/ 5443 h 1548353"/>
                <a:gd name="connsiteX45" fmla="*/ 1756576 w 4095016"/>
                <a:gd name="connsiteY45" fmla="*/ 0 h 1548353"/>
                <a:gd name="connsiteX46" fmla="*/ 1800438 w 4095016"/>
                <a:gd name="connsiteY46" fmla="*/ 0 h 1548353"/>
                <a:gd name="connsiteX47" fmla="*/ 1800438 w 4095016"/>
                <a:gd name="connsiteY47" fmla="*/ 5443 h 1548353"/>
                <a:gd name="connsiteX48" fmla="*/ 1844301 w 4095016"/>
                <a:gd name="connsiteY48" fmla="*/ 5443 h 1548353"/>
                <a:gd name="connsiteX49" fmla="*/ 1844301 w 4095016"/>
                <a:gd name="connsiteY49" fmla="*/ 0 h 1548353"/>
                <a:gd name="connsiteX50" fmla="*/ 1888163 w 4095016"/>
                <a:gd name="connsiteY50" fmla="*/ 0 h 1548353"/>
                <a:gd name="connsiteX51" fmla="*/ 1888163 w 4095016"/>
                <a:gd name="connsiteY51" fmla="*/ 5443 h 1548353"/>
                <a:gd name="connsiteX52" fmla="*/ 1932025 w 4095016"/>
                <a:gd name="connsiteY52" fmla="*/ 5443 h 1548353"/>
                <a:gd name="connsiteX53" fmla="*/ 1932025 w 4095016"/>
                <a:gd name="connsiteY53" fmla="*/ 0 h 1548353"/>
                <a:gd name="connsiteX54" fmla="*/ 1975888 w 4095016"/>
                <a:gd name="connsiteY54" fmla="*/ 0 h 1548353"/>
                <a:gd name="connsiteX55" fmla="*/ 1975888 w 4095016"/>
                <a:gd name="connsiteY55" fmla="*/ 5443 h 1548353"/>
                <a:gd name="connsiteX56" fmla="*/ 2019750 w 4095016"/>
                <a:gd name="connsiteY56" fmla="*/ 5443 h 1548353"/>
                <a:gd name="connsiteX57" fmla="*/ 2019750 w 4095016"/>
                <a:gd name="connsiteY57" fmla="*/ 0 h 1548353"/>
                <a:gd name="connsiteX58" fmla="*/ 2063612 w 4095016"/>
                <a:gd name="connsiteY58" fmla="*/ 0 h 1548353"/>
                <a:gd name="connsiteX59" fmla="*/ 2063612 w 4095016"/>
                <a:gd name="connsiteY59" fmla="*/ 5443 h 1548353"/>
                <a:gd name="connsiteX60" fmla="*/ 2107475 w 4095016"/>
                <a:gd name="connsiteY60" fmla="*/ 5443 h 1548353"/>
                <a:gd name="connsiteX61" fmla="*/ 2107475 w 4095016"/>
                <a:gd name="connsiteY61" fmla="*/ 0 h 1548353"/>
                <a:gd name="connsiteX62" fmla="*/ 2151337 w 4095016"/>
                <a:gd name="connsiteY62" fmla="*/ 0 h 1548353"/>
                <a:gd name="connsiteX63" fmla="*/ 2151337 w 4095016"/>
                <a:gd name="connsiteY63" fmla="*/ 5443 h 1548353"/>
                <a:gd name="connsiteX64" fmla="*/ 2195200 w 4095016"/>
                <a:gd name="connsiteY64" fmla="*/ 5443 h 1548353"/>
                <a:gd name="connsiteX65" fmla="*/ 2195200 w 4095016"/>
                <a:gd name="connsiteY65" fmla="*/ 0 h 1548353"/>
                <a:gd name="connsiteX66" fmla="*/ 2239062 w 4095016"/>
                <a:gd name="connsiteY66" fmla="*/ 0 h 1548353"/>
                <a:gd name="connsiteX67" fmla="*/ 2239062 w 4095016"/>
                <a:gd name="connsiteY67" fmla="*/ 5443 h 1548353"/>
                <a:gd name="connsiteX68" fmla="*/ 2282924 w 4095016"/>
                <a:gd name="connsiteY68" fmla="*/ 5443 h 1548353"/>
                <a:gd name="connsiteX69" fmla="*/ 2282924 w 4095016"/>
                <a:gd name="connsiteY69" fmla="*/ 0 h 1548353"/>
                <a:gd name="connsiteX70" fmla="*/ 2326787 w 4095016"/>
                <a:gd name="connsiteY70" fmla="*/ 0 h 1548353"/>
                <a:gd name="connsiteX71" fmla="*/ 2326787 w 4095016"/>
                <a:gd name="connsiteY71" fmla="*/ 5443 h 1548353"/>
                <a:gd name="connsiteX72" fmla="*/ 2370649 w 4095016"/>
                <a:gd name="connsiteY72" fmla="*/ 5443 h 1548353"/>
                <a:gd name="connsiteX73" fmla="*/ 2370649 w 4095016"/>
                <a:gd name="connsiteY73" fmla="*/ 0 h 1548353"/>
                <a:gd name="connsiteX74" fmla="*/ 2414512 w 4095016"/>
                <a:gd name="connsiteY74" fmla="*/ 0 h 1548353"/>
                <a:gd name="connsiteX75" fmla="*/ 2414512 w 4095016"/>
                <a:gd name="connsiteY75" fmla="*/ 5443 h 1548353"/>
                <a:gd name="connsiteX76" fmla="*/ 2458374 w 4095016"/>
                <a:gd name="connsiteY76" fmla="*/ 5443 h 1548353"/>
                <a:gd name="connsiteX77" fmla="*/ 2458374 w 4095016"/>
                <a:gd name="connsiteY77" fmla="*/ 0 h 1548353"/>
                <a:gd name="connsiteX78" fmla="*/ 2502236 w 4095016"/>
                <a:gd name="connsiteY78" fmla="*/ 0 h 1548353"/>
                <a:gd name="connsiteX79" fmla="*/ 2502236 w 4095016"/>
                <a:gd name="connsiteY79" fmla="*/ 5443 h 1548353"/>
                <a:gd name="connsiteX80" fmla="*/ 2546099 w 4095016"/>
                <a:gd name="connsiteY80" fmla="*/ 5443 h 1548353"/>
                <a:gd name="connsiteX81" fmla="*/ 2546099 w 4095016"/>
                <a:gd name="connsiteY81" fmla="*/ 0 h 1548353"/>
                <a:gd name="connsiteX82" fmla="*/ 2589961 w 4095016"/>
                <a:gd name="connsiteY82" fmla="*/ 0 h 1548353"/>
                <a:gd name="connsiteX83" fmla="*/ 2589961 w 4095016"/>
                <a:gd name="connsiteY83" fmla="*/ 5443 h 1548353"/>
                <a:gd name="connsiteX84" fmla="*/ 2633834 w 4095016"/>
                <a:gd name="connsiteY84" fmla="*/ 5443 h 1548353"/>
                <a:gd name="connsiteX85" fmla="*/ 2633834 w 4095016"/>
                <a:gd name="connsiteY85" fmla="*/ 0 h 1548353"/>
                <a:gd name="connsiteX86" fmla="*/ 2677697 w 4095016"/>
                <a:gd name="connsiteY86" fmla="*/ 0 h 1548353"/>
                <a:gd name="connsiteX87" fmla="*/ 2677697 w 4095016"/>
                <a:gd name="connsiteY87" fmla="*/ 5443 h 1548353"/>
                <a:gd name="connsiteX88" fmla="*/ 2721559 w 4095016"/>
                <a:gd name="connsiteY88" fmla="*/ 5443 h 1548353"/>
                <a:gd name="connsiteX89" fmla="*/ 2721559 w 4095016"/>
                <a:gd name="connsiteY89" fmla="*/ 0 h 1548353"/>
                <a:gd name="connsiteX90" fmla="*/ 2765421 w 4095016"/>
                <a:gd name="connsiteY90" fmla="*/ 0 h 1548353"/>
                <a:gd name="connsiteX91" fmla="*/ 2765421 w 4095016"/>
                <a:gd name="connsiteY91" fmla="*/ 5443 h 1548353"/>
                <a:gd name="connsiteX92" fmla="*/ 2809284 w 4095016"/>
                <a:gd name="connsiteY92" fmla="*/ 5443 h 1548353"/>
                <a:gd name="connsiteX93" fmla="*/ 2809284 w 4095016"/>
                <a:gd name="connsiteY93" fmla="*/ 0 h 1548353"/>
                <a:gd name="connsiteX94" fmla="*/ 2853146 w 4095016"/>
                <a:gd name="connsiteY94" fmla="*/ 0 h 1548353"/>
                <a:gd name="connsiteX95" fmla="*/ 2853146 w 4095016"/>
                <a:gd name="connsiteY95" fmla="*/ 5443 h 1548353"/>
                <a:gd name="connsiteX96" fmla="*/ 2897009 w 4095016"/>
                <a:gd name="connsiteY96" fmla="*/ 5443 h 1548353"/>
                <a:gd name="connsiteX97" fmla="*/ 2897009 w 4095016"/>
                <a:gd name="connsiteY97" fmla="*/ 0 h 1548353"/>
                <a:gd name="connsiteX98" fmla="*/ 2940871 w 4095016"/>
                <a:gd name="connsiteY98" fmla="*/ 0 h 1548353"/>
                <a:gd name="connsiteX99" fmla="*/ 2940871 w 4095016"/>
                <a:gd name="connsiteY99" fmla="*/ 5443 h 1548353"/>
                <a:gd name="connsiteX100" fmla="*/ 2984733 w 4095016"/>
                <a:gd name="connsiteY100" fmla="*/ 5443 h 1548353"/>
                <a:gd name="connsiteX101" fmla="*/ 2984733 w 4095016"/>
                <a:gd name="connsiteY101" fmla="*/ 0 h 1548353"/>
                <a:gd name="connsiteX102" fmla="*/ 3028596 w 4095016"/>
                <a:gd name="connsiteY102" fmla="*/ 0 h 1548353"/>
                <a:gd name="connsiteX103" fmla="*/ 3028596 w 4095016"/>
                <a:gd name="connsiteY103" fmla="*/ 5443 h 1548353"/>
                <a:gd name="connsiteX104" fmla="*/ 3072458 w 4095016"/>
                <a:gd name="connsiteY104" fmla="*/ 5443 h 1548353"/>
                <a:gd name="connsiteX105" fmla="*/ 3072458 w 4095016"/>
                <a:gd name="connsiteY105" fmla="*/ 0 h 1548353"/>
                <a:gd name="connsiteX106" fmla="*/ 3116321 w 4095016"/>
                <a:gd name="connsiteY106" fmla="*/ 0 h 1548353"/>
                <a:gd name="connsiteX107" fmla="*/ 3116321 w 4095016"/>
                <a:gd name="connsiteY107" fmla="*/ 5443 h 1548353"/>
                <a:gd name="connsiteX108" fmla="*/ 3160183 w 4095016"/>
                <a:gd name="connsiteY108" fmla="*/ 5443 h 1548353"/>
                <a:gd name="connsiteX109" fmla="*/ 3160183 w 4095016"/>
                <a:gd name="connsiteY109" fmla="*/ 0 h 1548353"/>
                <a:gd name="connsiteX110" fmla="*/ 3204045 w 4095016"/>
                <a:gd name="connsiteY110" fmla="*/ 0 h 1548353"/>
                <a:gd name="connsiteX111" fmla="*/ 3204045 w 4095016"/>
                <a:gd name="connsiteY111" fmla="*/ 5443 h 1548353"/>
                <a:gd name="connsiteX112" fmla="*/ 3247908 w 4095016"/>
                <a:gd name="connsiteY112" fmla="*/ 5443 h 1548353"/>
                <a:gd name="connsiteX113" fmla="*/ 3247908 w 4095016"/>
                <a:gd name="connsiteY113" fmla="*/ 0 h 1548353"/>
                <a:gd name="connsiteX114" fmla="*/ 3291770 w 4095016"/>
                <a:gd name="connsiteY114" fmla="*/ 0 h 1548353"/>
                <a:gd name="connsiteX115" fmla="*/ 3291770 w 4095016"/>
                <a:gd name="connsiteY115" fmla="*/ 5443 h 1548353"/>
                <a:gd name="connsiteX116" fmla="*/ 3335633 w 4095016"/>
                <a:gd name="connsiteY116" fmla="*/ 5443 h 1548353"/>
                <a:gd name="connsiteX117" fmla="*/ 3335633 w 4095016"/>
                <a:gd name="connsiteY117" fmla="*/ 0 h 1548353"/>
                <a:gd name="connsiteX118" fmla="*/ 3379495 w 4095016"/>
                <a:gd name="connsiteY118" fmla="*/ 0 h 1548353"/>
                <a:gd name="connsiteX119" fmla="*/ 3379495 w 4095016"/>
                <a:gd name="connsiteY119" fmla="*/ 5443 h 1548353"/>
                <a:gd name="connsiteX120" fmla="*/ 3423357 w 4095016"/>
                <a:gd name="connsiteY120" fmla="*/ 5443 h 1548353"/>
                <a:gd name="connsiteX121" fmla="*/ 3423357 w 4095016"/>
                <a:gd name="connsiteY121" fmla="*/ 0 h 1548353"/>
                <a:gd name="connsiteX122" fmla="*/ 3467220 w 4095016"/>
                <a:gd name="connsiteY122" fmla="*/ 0 h 1548353"/>
                <a:gd name="connsiteX123" fmla="*/ 3467220 w 4095016"/>
                <a:gd name="connsiteY123" fmla="*/ 5443 h 1548353"/>
                <a:gd name="connsiteX124" fmla="*/ 3511082 w 4095016"/>
                <a:gd name="connsiteY124" fmla="*/ 5443 h 1548353"/>
                <a:gd name="connsiteX125" fmla="*/ 3511082 w 4095016"/>
                <a:gd name="connsiteY125" fmla="*/ 0 h 1548353"/>
                <a:gd name="connsiteX126" fmla="*/ 3554944 w 4095016"/>
                <a:gd name="connsiteY126" fmla="*/ 0 h 1548353"/>
                <a:gd name="connsiteX127" fmla="*/ 3554944 w 4095016"/>
                <a:gd name="connsiteY127" fmla="*/ 5443 h 1548353"/>
                <a:gd name="connsiteX128" fmla="*/ 3598807 w 4095016"/>
                <a:gd name="connsiteY128" fmla="*/ 5443 h 1548353"/>
                <a:gd name="connsiteX129" fmla="*/ 3598807 w 4095016"/>
                <a:gd name="connsiteY129" fmla="*/ 0 h 1548353"/>
                <a:gd name="connsiteX130" fmla="*/ 3642669 w 4095016"/>
                <a:gd name="connsiteY130" fmla="*/ 0 h 1548353"/>
                <a:gd name="connsiteX131" fmla="*/ 3642669 w 4095016"/>
                <a:gd name="connsiteY131" fmla="*/ 5443 h 1548353"/>
                <a:gd name="connsiteX132" fmla="*/ 3686531 w 4095016"/>
                <a:gd name="connsiteY132" fmla="*/ 5443 h 1548353"/>
                <a:gd name="connsiteX133" fmla="*/ 3686531 w 4095016"/>
                <a:gd name="connsiteY133" fmla="*/ 0 h 1548353"/>
                <a:gd name="connsiteX134" fmla="*/ 3730394 w 4095016"/>
                <a:gd name="connsiteY134" fmla="*/ 0 h 1548353"/>
                <a:gd name="connsiteX135" fmla="*/ 3730394 w 4095016"/>
                <a:gd name="connsiteY135" fmla="*/ 5443 h 1548353"/>
                <a:gd name="connsiteX136" fmla="*/ 3774256 w 4095016"/>
                <a:gd name="connsiteY136" fmla="*/ 5443 h 1548353"/>
                <a:gd name="connsiteX137" fmla="*/ 3774256 w 4095016"/>
                <a:gd name="connsiteY137" fmla="*/ 0 h 1548353"/>
                <a:gd name="connsiteX138" fmla="*/ 3818119 w 4095016"/>
                <a:gd name="connsiteY138" fmla="*/ 0 h 1548353"/>
                <a:gd name="connsiteX139" fmla="*/ 3818119 w 4095016"/>
                <a:gd name="connsiteY139" fmla="*/ 5443 h 1548353"/>
                <a:gd name="connsiteX140" fmla="*/ 3861981 w 4095016"/>
                <a:gd name="connsiteY140" fmla="*/ 5443 h 1548353"/>
                <a:gd name="connsiteX141" fmla="*/ 3861981 w 4095016"/>
                <a:gd name="connsiteY141" fmla="*/ 0 h 1548353"/>
                <a:gd name="connsiteX142" fmla="*/ 3905843 w 4095016"/>
                <a:gd name="connsiteY142" fmla="*/ 0 h 1548353"/>
                <a:gd name="connsiteX143" fmla="*/ 3905843 w 4095016"/>
                <a:gd name="connsiteY143" fmla="*/ 5443 h 1548353"/>
                <a:gd name="connsiteX144" fmla="*/ 3949706 w 4095016"/>
                <a:gd name="connsiteY144" fmla="*/ 5443 h 1548353"/>
                <a:gd name="connsiteX145" fmla="*/ 3949706 w 4095016"/>
                <a:gd name="connsiteY145" fmla="*/ 0 h 1548353"/>
                <a:gd name="connsiteX146" fmla="*/ 3993568 w 4095016"/>
                <a:gd name="connsiteY146" fmla="*/ 0 h 1548353"/>
                <a:gd name="connsiteX147" fmla="*/ 3993568 w 4095016"/>
                <a:gd name="connsiteY147" fmla="*/ 5443 h 1548353"/>
                <a:gd name="connsiteX148" fmla="*/ 4037431 w 4095016"/>
                <a:gd name="connsiteY148" fmla="*/ 5443 h 1548353"/>
                <a:gd name="connsiteX149" fmla="*/ 4037431 w 4095016"/>
                <a:gd name="connsiteY149" fmla="*/ 0 h 1548353"/>
                <a:gd name="connsiteX150" fmla="*/ 4081293 w 4095016"/>
                <a:gd name="connsiteY150" fmla="*/ 0 h 1548353"/>
                <a:gd name="connsiteX151" fmla="*/ 4081293 w 4095016"/>
                <a:gd name="connsiteY151" fmla="*/ 5443 h 1548353"/>
                <a:gd name="connsiteX152" fmla="*/ 4095016 w 4095016"/>
                <a:gd name="connsiteY152" fmla="*/ 5443 h 1548353"/>
                <a:gd name="connsiteX153" fmla="*/ 4089621 w 4095016"/>
                <a:gd name="connsiteY153" fmla="*/ 18262 h 1548353"/>
                <a:gd name="connsiteX154" fmla="*/ 4094646 w 4095016"/>
                <a:gd name="connsiteY154" fmla="*/ 20373 h 1548353"/>
                <a:gd name="connsiteX155" fmla="*/ 4077478 w 4095016"/>
                <a:gd name="connsiteY155" fmla="*/ 61119 h 1548353"/>
                <a:gd name="connsiteX156" fmla="*/ 4072453 w 4095016"/>
                <a:gd name="connsiteY156" fmla="*/ 59009 h 1548353"/>
                <a:gd name="connsiteX157" fmla="*/ 4055296 w 4095016"/>
                <a:gd name="connsiteY157" fmla="*/ 99755 h 1548353"/>
                <a:gd name="connsiteX158" fmla="*/ 4060321 w 4095016"/>
                <a:gd name="connsiteY158" fmla="*/ 101866 h 1548353"/>
                <a:gd name="connsiteX159" fmla="*/ 4043153 w 4095016"/>
                <a:gd name="connsiteY159" fmla="*/ 142611 h 1548353"/>
                <a:gd name="connsiteX160" fmla="*/ 4038128 w 4095016"/>
                <a:gd name="connsiteY160" fmla="*/ 140501 h 1548353"/>
                <a:gd name="connsiteX161" fmla="*/ 4020971 w 4095016"/>
                <a:gd name="connsiteY161" fmla="*/ 181246 h 1548353"/>
                <a:gd name="connsiteX162" fmla="*/ 4025996 w 4095016"/>
                <a:gd name="connsiteY162" fmla="*/ 183357 h 1548353"/>
                <a:gd name="connsiteX163" fmla="*/ 4008828 w 4095016"/>
                <a:gd name="connsiteY163" fmla="*/ 224104 h 1548353"/>
                <a:gd name="connsiteX164" fmla="*/ 4003803 w 4095016"/>
                <a:gd name="connsiteY164" fmla="*/ 221993 h 1548353"/>
                <a:gd name="connsiteX165" fmla="*/ 3986647 w 4095016"/>
                <a:gd name="connsiteY165" fmla="*/ 262739 h 1548353"/>
                <a:gd name="connsiteX166" fmla="*/ 3991672 w 4095016"/>
                <a:gd name="connsiteY166" fmla="*/ 264850 h 1548353"/>
                <a:gd name="connsiteX167" fmla="*/ 3974504 w 4095016"/>
                <a:gd name="connsiteY167" fmla="*/ 305596 h 1548353"/>
                <a:gd name="connsiteX168" fmla="*/ 3969490 w 4095016"/>
                <a:gd name="connsiteY168" fmla="*/ 303485 h 1548353"/>
                <a:gd name="connsiteX169" fmla="*/ 3952322 w 4095016"/>
                <a:gd name="connsiteY169" fmla="*/ 344232 h 1548353"/>
                <a:gd name="connsiteX170" fmla="*/ 3957347 w 4095016"/>
                <a:gd name="connsiteY170" fmla="*/ 346343 h 1548353"/>
                <a:gd name="connsiteX171" fmla="*/ 3940179 w 4095016"/>
                <a:gd name="connsiteY171" fmla="*/ 387089 h 1548353"/>
                <a:gd name="connsiteX172" fmla="*/ 3935165 w 4095016"/>
                <a:gd name="connsiteY172" fmla="*/ 384978 h 1548353"/>
                <a:gd name="connsiteX173" fmla="*/ 3917997 w 4095016"/>
                <a:gd name="connsiteY173" fmla="*/ 425724 h 1548353"/>
                <a:gd name="connsiteX174" fmla="*/ 3923022 w 4095016"/>
                <a:gd name="connsiteY174" fmla="*/ 427834 h 1548353"/>
                <a:gd name="connsiteX175" fmla="*/ 3905865 w 4095016"/>
                <a:gd name="connsiteY175" fmla="*/ 468578 h 1548353"/>
                <a:gd name="connsiteX176" fmla="*/ 3900840 w 4095016"/>
                <a:gd name="connsiteY176" fmla="*/ 466466 h 1548353"/>
                <a:gd name="connsiteX177" fmla="*/ 3883672 w 4095016"/>
                <a:gd name="connsiteY177" fmla="*/ 507215 h 1548353"/>
                <a:gd name="connsiteX178" fmla="*/ 3888697 w 4095016"/>
                <a:gd name="connsiteY178" fmla="*/ 509327 h 1548353"/>
                <a:gd name="connsiteX179" fmla="*/ 3871541 w 4095016"/>
                <a:gd name="connsiteY179" fmla="*/ 550075 h 1548353"/>
                <a:gd name="connsiteX180" fmla="*/ 3866515 w 4095016"/>
                <a:gd name="connsiteY180" fmla="*/ 547963 h 1548353"/>
                <a:gd name="connsiteX181" fmla="*/ 3849348 w 4095016"/>
                <a:gd name="connsiteY181" fmla="*/ 588712 h 1548353"/>
                <a:gd name="connsiteX182" fmla="*/ 3854373 w 4095016"/>
                <a:gd name="connsiteY182" fmla="*/ 590824 h 1548353"/>
                <a:gd name="connsiteX183" fmla="*/ 3837216 w 4095016"/>
                <a:gd name="connsiteY183" fmla="*/ 631561 h 1548353"/>
                <a:gd name="connsiteX184" fmla="*/ 3832191 w 4095016"/>
                <a:gd name="connsiteY184" fmla="*/ 629449 h 1548353"/>
                <a:gd name="connsiteX185" fmla="*/ 3815023 w 4095016"/>
                <a:gd name="connsiteY185" fmla="*/ 670198 h 1548353"/>
                <a:gd name="connsiteX186" fmla="*/ 3820048 w 4095016"/>
                <a:gd name="connsiteY186" fmla="*/ 672310 h 1548353"/>
                <a:gd name="connsiteX187" fmla="*/ 3802891 w 4095016"/>
                <a:gd name="connsiteY187" fmla="*/ 713058 h 1548353"/>
                <a:gd name="connsiteX188" fmla="*/ 3797866 w 4095016"/>
                <a:gd name="connsiteY188" fmla="*/ 710946 h 1548353"/>
                <a:gd name="connsiteX189" fmla="*/ 3780698 w 4095016"/>
                <a:gd name="connsiteY189" fmla="*/ 751695 h 1548353"/>
                <a:gd name="connsiteX190" fmla="*/ 3785723 w 4095016"/>
                <a:gd name="connsiteY190" fmla="*/ 753807 h 1548353"/>
                <a:gd name="connsiteX191" fmla="*/ 3768566 w 4095016"/>
                <a:gd name="connsiteY191" fmla="*/ 794545 h 1548353"/>
                <a:gd name="connsiteX192" fmla="*/ 3763541 w 4095016"/>
                <a:gd name="connsiteY192" fmla="*/ 792444 h 1548353"/>
                <a:gd name="connsiteX193" fmla="*/ 3746374 w 4095016"/>
                <a:gd name="connsiteY193" fmla="*/ 833181 h 1548353"/>
                <a:gd name="connsiteX194" fmla="*/ 3751399 w 4095016"/>
                <a:gd name="connsiteY194" fmla="*/ 835293 h 1548353"/>
                <a:gd name="connsiteX195" fmla="*/ 3734242 w 4095016"/>
                <a:gd name="connsiteY195" fmla="*/ 876042 h 1548353"/>
                <a:gd name="connsiteX196" fmla="*/ 3729217 w 4095016"/>
                <a:gd name="connsiteY196" fmla="*/ 873930 h 1548353"/>
                <a:gd name="connsiteX197" fmla="*/ 3712060 w 4095016"/>
                <a:gd name="connsiteY197" fmla="*/ 914678 h 1548353"/>
                <a:gd name="connsiteX198" fmla="*/ 3717074 w 4095016"/>
                <a:gd name="connsiteY198" fmla="*/ 916790 h 1548353"/>
                <a:gd name="connsiteX199" fmla="*/ 3699917 w 4095016"/>
                <a:gd name="connsiteY199" fmla="*/ 957539 h 1548353"/>
                <a:gd name="connsiteX200" fmla="*/ 3694892 w 4095016"/>
                <a:gd name="connsiteY200" fmla="*/ 955427 h 1548353"/>
                <a:gd name="connsiteX201" fmla="*/ 3677735 w 4095016"/>
                <a:gd name="connsiteY201" fmla="*/ 996164 h 1548353"/>
                <a:gd name="connsiteX202" fmla="*/ 3682749 w 4095016"/>
                <a:gd name="connsiteY202" fmla="*/ 998276 h 1548353"/>
                <a:gd name="connsiteX203" fmla="*/ 3665592 w 4095016"/>
                <a:gd name="connsiteY203" fmla="*/ 1039025 h 1548353"/>
                <a:gd name="connsiteX204" fmla="*/ 3660567 w 4095016"/>
                <a:gd name="connsiteY204" fmla="*/ 1036913 h 1548353"/>
                <a:gd name="connsiteX205" fmla="*/ 3643410 w 4095016"/>
                <a:gd name="connsiteY205" fmla="*/ 1077661 h 1548353"/>
                <a:gd name="connsiteX206" fmla="*/ 3648435 w 4095016"/>
                <a:gd name="connsiteY206" fmla="*/ 1079773 h 1548353"/>
                <a:gd name="connsiteX207" fmla="*/ 3631267 w 4095016"/>
                <a:gd name="connsiteY207" fmla="*/ 1120522 h 1548353"/>
                <a:gd name="connsiteX208" fmla="*/ 3626242 w 4095016"/>
                <a:gd name="connsiteY208" fmla="*/ 1118410 h 1548353"/>
                <a:gd name="connsiteX209" fmla="*/ 3609086 w 4095016"/>
                <a:gd name="connsiteY209" fmla="*/ 1159158 h 1548353"/>
                <a:gd name="connsiteX210" fmla="*/ 3614111 w 4095016"/>
                <a:gd name="connsiteY210" fmla="*/ 1161270 h 1548353"/>
                <a:gd name="connsiteX211" fmla="*/ 3596943 w 4095016"/>
                <a:gd name="connsiteY211" fmla="*/ 1202008 h 1548353"/>
                <a:gd name="connsiteX212" fmla="*/ 3591918 w 4095016"/>
                <a:gd name="connsiteY212" fmla="*/ 1199896 h 1548353"/>
                <a:gd name="connsiteX213" fmla="*/ 3574761 w 4095016"/>
                <a:gd name="connsiteY213" fmla="*/ 1240644 h 1548353"/>
                <a:gd name="connsiteX214" fmla="*/ 3579786 w 4095016"/>
                <a:gd name="connsiteY214" fmla="*/ 1242756 h 1548353"/>
                <a:gd name="connsiteX215" fmla="*/ 3562618 w 4095016"/>
                <a:gd name="connsiteY215" fmla="*/ 1283505 h 1548353"/>
                <a:gd name="connsiteX216" fmla="*/ 3557593 w 4095016"/>
                <a:gd name="connsiteY216" fmla="*/ 1281393 h 1548353"/>
                <a:gd name="connsiteX217" fmla="*/ 3540436 w 4095016"/>
                <a:gd name="connsiteY217" fmla="*/ 1322141 h 1548353"/>
                <a:gd name="connsiteX218" fmla="*/ 3545461 w 4095016"/>
                <a:gd name="connsiteY218" fmla="*/ 1324253 h 1548353"/>
                <a:gd name="connsiteX219" fmla="*/ 3528293 w 4095016"/>
                <a:gd name="connsiteY219" fmla="*/ 1364991 h 1548353"/>
                <a:gd name="connsiteX220" fmla="*/ 3523268 w 4095016"/>
                <a:gd name="connsiteY220" fmla="*/ 1362890 h 1548353"/>
                <a:gd name="connsiteX221" fmla="*/ 3506111 w 4095016"/>
                <a:gd name="connsiteY221" fmla="*/ 1403627 h 1548353"/>
                <a:gd name="connsiteX222" fmla="*/ 3511136 w 4095016"/>
                <a:gd name="connsiteY222" fmla="*/ 1405739 h 1548353"/>
                <a:gd name="connsiteX223" fmla="*/ 3493969 w 4095016"/>
                <a:gd name="connsiteY223" fmla="*/ 1446488 h 1548353"/>
                <a:gd name="connsiteX224" fmla="*/ 3488944 w 4095016"/>
                <a:gd name="connsiteY224" fmla="*/ 1444376 h 1548353"/>
                <a:gd name="connsiteX225" fmla="*/ 3471787 w 4095016"/>
                <a:gd name="connsiteY225" fmla="*/ 1485125 h 1548353"/>
                <a:gd name="connsiteX226" fmla="*/ 3476812 w 4095016"/>
                <a:gd name="connsiteY226" fmla="*/ 1487237 h 1548353"/>
                <a:gd name="connsiteX227" fmla="*/ 3459644 w 4095016"/>
                <a:gd name="connsiteY227" fmla="*/ 1527985 h 1548353"/>
                <a:gd name="connsiteX228" fmla="*/ 3454630 w 4095016"/>
                <a:gd name="connsiteY228" fmla="*/ 1525873 h 1548353"/>
                <a:gd name="connsiteX229" fmla="*/ 3447447 w 4095016"/>
                <a:gd name="connsiteY229" fmla="*/ 1542910 h 1548353"/>
                <a:gd name="connsiteX230" fmla="*/ 3429440 w 4095016"/>
                <a:gd name="connsiteY230" fmla="*/ 1542910 h 1548353"/>
                <a:gd name="connsiteX231" fmla="*/ 3429440 w 4095016"/>
                <a:gd name="connsiteY231" fmla="*/ 1548354 h 1548353"/>
                <a:gd name="connsiteX232" fmla="*/ 3386188 w 4095016"/>
                <a:gd name="connsiteY232" fmla="*/ 1548354 h 1548353"/>
                <a:gd name="connsiteX233" fmla="*/ 3386188 w 4095016"/>
                <a:gd name="connsiteY233" fmla="*/ 1542910 h 1548353"/>
                <a:gd name="connsiteX234" fmla="*/ 3342936 w 4095016"/>
                <a:gd name="connsiteY234" fmla="*/ 1542910 h 1548353"/>
                <a:gd name="connsiteX235" fmla="*/ 3342936 w 4095016"/>
                <a:gd name="connsiteY235" fmla="*/ 1548354 h 1548353"/>
                <a:gd name="connsiteX236" fmla="*/ 3299673 w 4095016"/>
                <a:gd name="connsiteY236" fmla="*/ 1548354 h 1548353"/>
                <a:gd name="connsiteX237" fmla="*/ 3299673 w 4095016"/>
                <a:gd name="connsiteY237" fmla="*/ 1542910 h 1548353"/>
                <a:gd name="connsiteX238" fmla="*/ 3256421 w 4095016"/>
                <a:gd name="connsiteY238" fmla="*/ 1542910 h 1548353"/>
                <a:gd name="connsiteX239" fmla="*/ 3256421 w 4095016"/>
                <a:gd name="connsiteY239" fmla="*/ 1548354 h 1548353"/>
                <a:gd name="connsiteX240" fmla="*/ 3213169 w 4095016"/>
                <a:gd name="connsiteY240" fmla="*/ 1548354 h 1548353"/>
                <a:gd name="connsiteX241" fmla="*/ 3213169 w 4095016"/>
                <a:gd name="connsiteY241" fmla="*/ 1542910 h 1548353"/>
                <a:gd name="connsiteX242" fmla="*/ 3169917 w 4095016"/>
                <a:gd name="connsiteY242" fmla="*/ 1542910 h 1548353"/>
                <a:gd name="connsiteX243" fmla="*/ 3169917 w 4095016"/>
                <a:gd name="connsiteY243" fmla="*/ 1548354 h 1548353"/>
                <a:gd name="connsiteX244" fmla="*/ 3126665 w 4095016"/>
                <a:gd name="connsiteY244" fmla="*/ 1548354 h 1548353"/>
                <a:gd name="connsiteX245" fmla="*/ 3126665 w 4095016"/>
                <a:gd name="connsiteY245" fmla="*/ 1542910 h 1548353"/>
                <a:gd name="connsiteX246" fmla="*/ 3083402 w 4095016"/>
                <a:gd name="connsiteY246" fmla="*/ 1542910 h 1548353"/>
                <a:gd name="connsiteX247" fmla="*/ 3083402 w 4095016"/>
                <a:gd name="connsiteY247" fmla="*/ 1548354 h 1548353"/>
                <a:gd name="connsiteX248" fmla="*/ 3040150 w 4095016"/>
                <a:gd name="connsiteY248" fmla="*/ 1548354 h 1548353"/>
                <a:gd name="connsiteX249" fmla="*/ 3040150 w 4095016"/>
                <a:gd name="connsiteY249" fmla="*/ 1542910 h 1548353"/>
                <a:gd name="connsiteX250" fmla="*/ 2996898 w 4095016"/>
                <a:gd name="connsiteY250" fmla="*/ 1542910 h 1548353"/>
                <a:gd name="connsiteX251" fmla="*/ 2996898 w 4095016"/>
                <a:gd name="connsiteY251" fmla="*/ 1548354 h 1548353"/>
                <a:gd name="connsiteX252" fmla="*/ 2953646 w 4095016"/>
                <a:gd name="connsiteY252" fmla="*/ 1548354 h 1548353"/>
                <a:gd name="connsiteX253" fmla="*/ 2953646 w 4095016"/>
                <a:gd name="connsiteY253" fmla="*/ 1542910 h 1548353"/>
                <a:gd name="connsiteX254" fmla="*/ 2910383 w 4095016"/>
                <a:gd name="connsiteY254" fmla="*/ 1542910 h 1548353"/>
                <a:gd name="connsiteX255" fmla="*/ 2910383 w 4095016"/>
                <a:gd name="connsiteY255" fmla="*/ 1548354 h 1548353"/>
                <a:gd name="connsiteX256" fmla="*/ 2867131 w 4095016"/>
                <a:gd name="connsiteY256" fmla="*/ 1548354 h 1548353"/>
                <a:gd name="connsiteX257" fmla="*/ 2867131 w 4095016"/>
                <a:gd name="connsiteY257" fmla="*/ 1542910 h 1548353"/>
                <a:gd name="connsiteX258" fmla="*/ 2823879 w 4095016"/>
                <a:gd name="connsiteY258" fmla="*/ 1542910 h 1548353"/>
                <a:gd name="connsiteX259" fmla="*/ 2823879 w 4095016"/>
                <a:gd name="connsiteY259" fmla="*/ 1548354 h 1548353"/>
                <a:gd name="connsiteX260" fmla="*/ 2780627 w 4095016"/>
                <a:gd name="connsiteY260" fmla="*/ 1548354 h 1548353"/>
                <a:gd name="connsiteX261" fmla="*/ 2780627 w 4095016"/>
                <a:gd name="connsiteY261" fmla="*/ 1542910 h 1548353"/>
                <a:gd name="connsiteX262" fmla="*/ 2737364 w 4095016"/>
                <a:gd name="connsiteY262" fmla="*/ 1542910 h 1548353"/>
                <a:gd name="connsiteX263" fmla="*/ 2737364 w 4095016"/>
                <a:gd name="connsiteY263" fmla="*/ 1548354 h 1548353"/>
                <a:gd name="connsiteX264" fmla="*/ 2694112 w 4095016"/>
                <a:gd name="connsiteY264" fmla="*/ 1548354 h 1548353"/>
                <a:gd name="connsiteX265" fmla="*/ 2694112 w 4095016"/>
                <a:gd name="connsiteY265" fmla="*/ 1542910 h 1548353"/>
                <a:gd name="connsiteX266" fmla="*/ 2650860 w 4095016"/>
                <a:gd name="connsiteY266" fmla="*/ 1542910 h 1548353"/>
                <a:gd name="connsiteX267" fmla="*/ 2650860 w 4095016"/>
                <a:gd name="connsiteY267" fmla="*/ 1548354 h 1548353"/>
                <a:gd name="connsiteX268" fmla="*/ 2607608 w 4095016"/>
                <a:gd name="connsiteY268" fmla="*/ 1548354 h 1548353"/>
                <a:gd name="connsiteX269" fmla="*/ 2607608 w 4095016"/>
                <a:gd name="connsiteY269" fmla="*/ 1542910 h 1548353"/>
                <a:gd name="connsiteX270" fmla="*/ 2564356 w 4095016"/>
                <a:gd name="connsiteY270" fmla="*/ 1542910 h 1548353"/>
                <a:gd name="connsiteX271" fmla="*/ 2564356 w 4095016"/>
                <a:gd name="connsiteY271" fmla="*/ 1548354 h 1548353"/>
                <a:gd name="connsiteX272" fmla="*/ 2521094 w 4095016"/>
                <a:gd name="connsiteY272" fmla="*/ 1548354 h 1548353"/>
                <a:gd name="connsiteX273" fmla="*/ 2521094 w 4095016"/>
                <a:gd name="connsiteY273" fmla="*/ 1542910 h 1548353"/>
                <a:gd name="connsiteX274" fmla="*/ 2477842 w 4095016"/>
                <a:gd name="connsiteY274" fmla="*/ 1542910 h 1548353"/>
                <a:gd name="connsiteX275" fmla="*/ 2477842 w 4095016"/>
                <a:gd name="connsiteY275" fmla="*/ 1548354 h 1548353"/>
                <a:gd name="connsiteX276" fmla="*/ 2434590 w 4095016"/>
                <a:gd name="connsiteY276" fmla="*/ 1548354 h 1548353"/>
                <a:gd name="connsiteX277" fmla="*/ 2434590 w 4095016"/>
                <a:gd name="connsiteY277" fmla="*/ 1542910 h 1548353"/>
                <a:gd name="connsiteX278" fmla="*/ 2391338 w 4095016"/>
                <a:gd name="connsiteY278" fmla="*/ 1542910 h 1548353"/>
                <a:gd name="connsiteX279" fmla="*/ 2391338 w 4095016"/>
                <a:gd name="connsiteY279" fmla="*/ 1548354 h 1548353"/>
                <a:gd name="connsiteX280" fmla="*/ 2348075 w 4095016"/>
                <a:gd name="connsiteY280" fmla="*/ 1548354 h 1548353"/>
                <a:gd name="connsiteX281" fmla="*/ 2348075 w 4095016"/>
                <a:gd name="connsiteY281" fmla="*/ 1542910 h 1548353"/>
                <a:gd name="connsiteX282" fmla="*/ 2304823 w 4095016"/>
                <a:gd name="connsiteY282" fmla="*/ 1542910 h 1548353"/>
                <a:gd name="connsiteX283" fmla="*/ 2304823 w 4095016"/>
                <a:gd name="connsiteY283" fmla="*/ 1548354 h 1548353"/>
                <a:gd name="connsiteX284" fmla="*/ 2261571 w 4095016"/>
                <a:gd name="connsiteY284" fmla="*/ 1548354 h 1548353"/>
                <a:gd name="connsiteX285" fmla="*/ 2261571 w 4095016"/>
                <a:gd name="connsiteY285" fmla="*/ 1542910 h 1548353"/>
                <a:gd name="connsiteX286" fmla="*/ 2218319 w 4095016"/>
                <a:gd name="connsiteY286" fmla="*/ 1542910 h 1548353"/>
                <a:gd name="connsiteX287" fmla="*/ 2218319 w 4095016"/>
                <a:gd name="connsiteY287" fmla="*/ 1548354 h 1548353"/>
                <a:gd name="connsiteX288" fmla="*/ 2175056 w 4095016"/>
                <a:gd name="connsiteY288" fmla="*/ 1548354 h 1548353"/>
                <a:gd name="connsiteX289" fmla="*/ 2175056 w 4095016"/>
                <a:gd name="connsiteY289" fmla="*/ 1542910 h 1548353"/>
                <a:gd name="connsiteX290" fmla="*/ 2131804 w 4095016"/>
                <a:gd name="connsiteY290" fmla="*/ 1542910 h 1548353"/>
                <a:gd name="connsiteX291" fmla="*/ 2131804 w 4095016"/>
                <a:gd name="connsiteY291" fmla="*/ 1548354 h 1548353"/>
                <a:gd name="connsiteX292" fmla="*/ 2088552 w 4095016"/>
                <a:gd name="connsiteY292" fmla="*/ 1548354 h 1548353"/>
                <a:gd name="connsiteX293" fmla="*/ 2088552 w 4095016"/>
                <a:gd name="connsiteY293" fmla="*/ 1542910 h 1548353"/>
                <a:gd name="connsiteX294" fmla="*/ 2045300 w 4095016"/>
                <a:gd name="connsiteY294" fmla="*/ 1542910 h 1548353"/>
                <a:gd name="connsiteX295" fmla="*/ 2045300 w 4095016"/>
                <a:gd name="connsiteY295" fmla="*/ 1548354 h 1548353"/>
                <a:gd name="connsiteX296" fmla="*/ 2002048 w 4095016"/>
                <a:gd name="connsiteY296" fmla="*/ 1548354 h 1548353"/>
                <a:gd name="connsiteX297" fmla="*/ 2002048 w 4095016"/>
                <a:gd name="connsiteY297" fmla="*/ 1542910 h 1548353"/>
                <a:gd name="connsiteX298" fmla="*/ 1958785 w 4095016"/>
                <a:gd name="connsiteY298" fmla="*/ 1542910 h 1548353"/>
                <a:gd name="connsiteX299" fmla="*/ 1958785 w 4095016"/>
                <a:gd name="connsiteY299" fmla="*/ 1548354 h 1548353"/>
                <a:gd name="connsiteX300" fmla="*/ 1915533 w 4095016"/>
                <a:gd name="connsiteY300" fmla="*/ 1548354 h 1548353"/>
                <a:gd name="connsiteX301" fmla="*/ 1915533 w 4095016"/>
                <a:gd name="connsiteY301" fmla="*/ 1542910 h 1548353"/>
                <a:gd name="connsiteX302" fmla="*/ 1872281 w 4095016"/>
                <a:gd name="connsiteY302" fmla="*/ 1542910 h 1548353"/>
                <a:gd name="connsiteX303" fmla="*/ 1872281 w 4095016"/>
                <a:gd name="connsiteY303" fmla="*/ 1548354 h 1548353"/>
                <a:gd name="connsiteX304" fmla="*/ 1829029 w 4095016"/>
                <a:gd name="connsiteY304" fmla="*/ 1548354 h 1548353"/>
                <a:gd name="connsiteX305" fmla="*/ 1829029 w 4095016"/>
                <a:gd name="connsiteY305" fmla="*/ 1542910 h 1548353"/>
                <a:gd name="connsiteX306" fmla="*/ 1785766 w 4095016"/>
                <a:gd name="connsiteY306" fmla="*/ 1542910 h 1548353"/>
                <a:gd name="connsiteX307" fmla="*/ 1785766 w 4095016"/>
                <a:gd name="connsiteY307" fmla="*/ 1548354 h 1548353"/>
                <a:gd name="connsiteX308" fmla="*/ 1742515 w 4095016"/>
                <a:gd name="connsiteY308" fmla="*/ 1548354 h 1548353"/>
                <a:gd name="connsiteX309" fmla="*/ 1742515 w 4095016"/>
                <a:gd name="connsiteY309" fmla="*/ 1542910 h 1548353"/>
                <a:gd name="connsiteX310" fmla="*/ 1699263 w 4095016"/>
                <a:gd name="connsiteY310" fmla="*/ 1542910 h 1548353"/>
                <a:gd name="connsiteX311" fmla="*/ 1699263 w 4095016"/>
                <a:gd name="connsiteY311" fmla="*/ 1548354 h 1548353"/>
                <a:gd name="connsiteX312" fmla="*/ 1656011 w 4095016"/>
                <a:gd name="connsiteY312" fmla="*/ 1548354 h 1548353"/>
                <a:gd name="connsiteX313" fmla="*/ 1656011 w 4095016"/>
                <a:gd name="connsiteY313" fmla="*/ 1542910 h 1548353"/>
                <a:gd name="connsiteX314" fmla="*/ 1612748 w 4095016"/>
                <a:gd name="connsiteY314" fmla="*/ 1542910 h 1548353"/>
                <a:gd name="connsiteX315" fmla="*/ 1612748 w 4095016"/>
                <a:gd name="connsiteY315" fmla="*/ 1548354 h 1548353"/>
                <a:gd name="connsiteX316" fmla="*/ 1569496 w 4095016"/>
                <a:gd name="connsiteY316" fmla="*/ 1548354 h 1548353"/>
                <a:gd name="connsiteX317" fmla="*/ 1569496 w 4095016"/>
                <a:gd name="connsiteY317" fmla="*/ 1542910 h 1548353"/>
                <a:gd name="connsiteX318" fmla="*/ 1526244 w 4095016"/>
                <a:gd name="connsiteY318" fmla="*/ 1542910 h 1548353"/>
                <a:gd name="connsiteX319" fmla="*/ 1526244 w 4095016"/>
                <a:gd name="connsiteY319" fmla="*/ 1548354 h 1548353"/>
                <a:gd name="connsiteX320" fmla="*/ 1482992 w 4095016"/>
                <a:gd name="connsiteY320" fmla="*/ 1548354 h 1548353"/>
                <a:gd name="connsiteX321" fmla="*/ 1482992 w 4095016"/>
                <a:gd name="connsiteY321" fmla="*/ 1542910 h 1548353"/>
                <a:gd name="connsiteX322" fmla="*/ 1439740 w 4095016"/>
                <a:gd name="connsiteY322" fmla="*/ 1542910 h 1548353"/>
                <a:gd name="connsiteX323" fmla="*/ 1439740 w 4095016"/>
                <a:gd name="connsiteY323" fmla="*/ 1548354 h 1548353"/>
                <a:gd name="connsiteX324" fmla="*/ 1396477 w 4095016"/>
                <a:gd name="connsiteY324" fmla="*/ 1548354 h 1548353"/>
                <a:gd name="connsiteX325" fmla="*/ 1396477 w 4095016"/>
                <a:gd name="connsiteY325" fmla="*/ 1542910 h 1548353"/>
                <a:gd name="connsiteX326" fmla="*/ 1353225 w 4095016"/>
                <a:gd name="connsiteY326" fmla="*/ 1542910 h 1548353"/>
                <a:gd name="connsiteX327" fmla="*/ 1353225 w 4095016"/>
                <a:gd name="connsiteY327" fmla="*/ 1548354 h 1548353"/>
                <a:gd name="connsiteX328" fmla="*/ 1309973 w 4095016"/>
                <a:gd name="connsiteY328" fmla="*/ 1548354 h 1548353"/>
                <a:gd name="connsiteX329" fmla="*/ 1309973 w 4095016"/>
                <a:gd name="connsiteY329" fmla="*/ 1542910 h 1548353"/>
                <a:gd name="connsiteX330" fmla="*/ 1266721 w 4095016"/>
                <a:gd name="connsiteY330" fmla="*/ 1542910 h 1548353"/>
                <a:gd name="connsiteX331" fmla="*/ 1266721 w 4095016"/>
                <a:gd name="connsiteY331" fmla="*/ 1548354 h 1548353"/>
                <a:gd name="connsiteX332" fmla="*/ 1223458 w 4095016"/>
                <a:gd name="connsiteY332" fmla="*/ 1548354 h 1548353"/>
                <a:gd name="connsiteX333" fmla="*/ 1223458 w 4095016"/>
                <a:gd name="connsiteY333" fmla="*/ 1542910 h 1548353"/>
                <a:gd name="connsiteX334" fmla="*/ 1180206 w 4095016"/>
                <a:gd name="connsiteY334" fmla="*/ 1542910 h 1548353"/>
                <a:gd name="connsiteX335" fmla="*/ 1180206 w 4095016"/>
                <a:gd name="connsiteY335" fmla="*/ 1548354 h 1548353"/>
                <a:gd name="connsiteX336" fmla="*/ 1136954 w 4095016"/>
                <a:gd name="connsiteY336" fmla="*/ 1548354 h 1548353"/>
                <a:gd name="connsiteX337" fmla="*/ 1136954 w 4095016"/>
                <a:gd name="connsiteY337" fmla="*/ 1542910 h 1548353"/>
                <a:gd name="connsiteX338" fmla="*/ 1093702 w 4095016"/>
                <a:gd name="connsiteY338" fmla="*/ 1542910 h 1548353"/>
                <a:gd name="connsiteX339" fmla="*/ 1093702 w 4095016"/>
                <a:gd name="connsiteY339" fmla="*/ 1548354 h 1548353"/>
                <a:gd name="connsiteX340" fmla="*/ 1050439 w 4095016"/>
                <a:gd name="connsiteY340" fmla="*/ 1548354 h 1548353"/>
                <a:gd name="connsiteX341" fmla="*/ 1050439 w 4095016"/>
                <a:gd name="connsiteY341" fmla="*/ 1542910 h 1548353"/>
                <a:gd name="connsiteX342" fmla="*/ 1007190 w 4095016"/>
                <a:gd name="connsiteY342" fmla="*/ 1542910 h 1548353"/>
                <a:gd name="connsiteX343" fmla="*/ 1007190 w 4095016"/>
                <a:gd name="connsiteY343" fmla="*/ 1548354 h 1548353"/>
                <a:gd name="connsiteX344" fmla="*/ 963935 w 4095016"/>
                <a:gd name="connsiteY344" fmla="*/ 1548354 h 1548353"/>
                <a:gd name="connsiteX345" fmla="*/ 963935 w 4095016"/>
                <a:gd name="connsiteY345" fmla="*/ 1542910 h 1548353"/>
                <a:gd name="connsiteX346" fmla="*/ 920680 w 4095016"/>
                <a:gd name="connsiteY346" fmla="*/ 1542910 h 1548353"/>
                <a:gd name="connsiteX347" fmla="*/ 920680 w 4095016"/>
                <a:gd name="connsiteY347" fmla="*/ 1548354 h 1548353"/>
                <a:gd name="connsiteX348" fmla="*/ 877426 w 4095016"/>
                <a:gd name="connsiteY348" fmla="*/ 1548354 h 1548353"/>
                <a:gd name="connsiteX349" fmla="*/ 877426 w 4095016"/>
                <a:gd name="connsiteY349" fmla="*/ 1542910 h 1548353"/>
                <a:gd name="connsiteX350" fmla="*/ 834172 w 4095016"/>
                <a:gd name="connsiteY350" fmla="*/ 1542910 h 1548353"/>
                <a:gd name="connsiteX351" fmla="*/ 834172 w 4095016"/>
                <a:gd name="connsiteY351" fmla="*/ 1548354 h 1548353"/>
                <a:gd name="connsiteX352" fmla="*/ 790917 w 4095016"/>
                <a:gd name="connsiteY352" fmla="*/ 1548354 h 1548353"/>
                <a:gd name="connsiteX353" fmla="*/ 790917 w 4095016"/>
                <a:gd name="connsiteY353" fmla="*/ 1542910 h 1548353"/>
                <a:gd name="connsiteX354" fmla="*/ 747662 w 4095016"/>
                <a:gd name="connsiteY354" fmla="*/ 1542910 h 1548353"/>
                <a:gd name="connsiteX355" fmla="*/ 747662 w 4095016"/>
                <a:gd name="connsiteY355" fmla="*/ 1548354 h 1548353"/>
                <a:gd name="connsiteX356" fmla="*/ 704408 w 4095016"/>
                <a:gd name="connsiteY356" fmla="*/ 1548354 h 1548353"/>
                <a:gd name="connsiteX357" fmla="*/ 704408 w 4095016"/>
                <a:gd name="connsiteY357" fmla="*/ 1542910 h 1548353"/>
                <a:gd name="connsiteX358" fmla="*/ 661153 w 4095016"/>
                <a:gd name="connsiteY358" fmla="*/ 1542910 h 1548353"/>
                <a:gd name="connsiteX359" fmla="*/ 661153 w 4095016"/>
                <a:gd name="connsiteY359" fmla="*/ 1548354 h 1548353"/>
                <a:gd name="connsiteX360" fmla="*/ 617899 w 4095016"/>
                <a:gd name="connsiteY360" fmla="*/ 1548354 h 1548353"/>
                <a:gd name="connsiteX361" fmla="*/ 617899 w 4095016"/>
                <a:gd name="connsiteY361" fmla="*/ 1542910 h 1548353"/>
                <a:gd name="connsiteX362" fmla="*/ 574645 w 4095016"/>
                <a:gd name="connsiteY362" fmla="*/ 1542910 h 1548353"/>
                <a:gd name="connsiteX363" fmla="*/ 574645 w 4095016"/>
                <a:gd name="connsiteY363" fmla="*/ 1548354 h 1548353"/>
                <a:gd name="connsiteX364" fmla="*/ 531391 w 4095016"/>
                <a:gd name="connsiteY364" fmla="*/ 1548354 h 1548353"/>
                <a:gd name="connsiteX365" fmla="*/ 531391 w 4095016"/>
                <a:gd name="connsiteY365" fmla="*/ 1542910 h 1548353"/>
                <a:gd name="connsiteX366" fmla="*/ 488135 w 4095016"/>
                <a:gd name="connsiteY366" fmla="*/ 1542910 h 1548353"/>
                <a:gd name="connsiteX367" fmla="*/ 488135 w 4095016"/>
                <a:gd name="connsiteY367" fmla="*/ 1548354 h 1548353"/>
                <a:gd name="connsiteX368" fmla="*/ 444881 w 4095016"/>
                <a:gd name="connsiteY368" fmla="*/ 1548354 h 1548353"/>
                <a:gd name="connsiteX369" fmla="*/ 444881 w 4095016"/>
                <a:gd name="connsiteY369" fmla="*/ 1542910 h 1548353"/>
                <a:gd name="connsiteX370" fmla="*/ 401627 w 4095016"/>
                <a:gd name="connsiteY370" fmla="*/ 1542910 h 1548353"/>
                <a:gd name="connsiteX371" fmla="*/ 401627 w 4095016"/>
                <a:gd name="connsiteY371" fmla="*/ 1548354 h 1548353"/>
                <a:gd name="connsiteX372" fmla="*/ 358372 w 4095016"/>
                <a:gd name="connsiteY372" fmla="*/ 1548354 h 1548353"/>
                <a:gd name="connsiteX373" fmla="*/ 358372 w 4095016"/>
                <a:gd name="connsiteY373" fmla="*/ 1542910 h 1548353"/>
                <a:gd name="connsiteX374" fmla="*/ 315118 w 4095016"/>
                <a:gd name="connsiteY374" fmla="*/ 1542910 h 1548353"/>
                <a:gd name="connsiteX375" fmla="*/ 315118 w 4095016"/>
                <a:gd name="connsiteY375" fmla="*/ 1548354 h 1548353"/>
                <a:gd name="connsiteX376" fmla="*/ 271864 w 4095016"/>
                <a:gd name="connsiteY376" fmla="*/ 1548354 h 1548353"/>
                <a:gd name="connsiteX377" fmla="*/ 271864 w 4095016"/>
                <a:gd name="connsiteY377" fmla="*/ 1542910 h 1548353"/>
                <a:gd name="connsiteX378" fmla="*/ 228608 w 4095016"/>
                <a:gd name="connsiteY378" fmla="*/ 1542910 h 1548353"/>
                <a:gd name="connsiteX379" fmla="*/ 228608 w 4095016"/>
                <a:gd name="connsiteY379" fmla="*/ 1548354 h 1548353"/>
                <a:gd name="connsiteX380" fmla="*/ 185354 w 4095016"/>
                <a:gd name="connsiteY380" fmla="*/ 1548354 h 1548353"/>
                <a:gd name="connsiteX381" fmla="*/ 185354 w 4095016"/>
                <a:gd name="connsiteY381" fmla="*/ 1542910 h 1548353"/>
                <a:gd name="connsiteX382" fmla="*/ 142100 w 4095016"/>
                <a:gd name="connsiteY382" fmla="*/ 1542910 h 1548353"/>
                <a:gd name="connsiteX383" fmla="*/ 142100 w 4095016"/>
                <a:gd name="connsiteY383" fmla="*/ 1548354 h 1548353"/>
                <a:gd name="connsiteX384" fmla="*/ 98846 w 4095016"/>
                <a:gd name="connsiteY384" fmla="*/ 1548354 h 1548353"/>
                <a:gd name="connsiteX385" fmla="*/ 98846 w 4095016"/>
                <a:gd name="connsiteY385" fmla="*/ 1542910 h 1548353"/>
                <a:gd name="connsiteX386" fmla="*/ 55591 w 4095016"/>
                <a:gd name="connsiteY386" fmla="*/ 1542910 h 1548353"/>
                <a:gd name="connsiteX387" fmla="*/ 55591 w 4095016"/>
                <a:gd name="connsiteY387" fmla="*/ 1548354 h 1548353"/>
                <a:gd name="connsiteX388" fmla="*/ 12336 w 4095016"/>
                <a:gd name="connsiteY388" fmla="*/ 1548354 h 1548353"/>
                <a:gd name="connsiteX389" fmla="*/ 12336 w 4095016"/>
                <a:gd name="connsiteY389" fmla="*/ 1542910 h 1548353"/>
                <a:gd name="connsiteX390" fmla="*/ 0 w 4095016"/>
                <a:gd name="connsiteY390" fmla="*/ 1542910 h 1548353"/>
                <a:gd name="connsiteX391" fmla="*/ 6300 w 4095016"/>
                <a:gd name="connsiteY391" fmla="*/ 1531654 h 1548353"/>
                <a:gd name="connsiteX392" fmla="*/ 1543 w 4095016"/>
                <a:gd name="connsiteY392" fmla="*/ 1528997 h 1548353"/>
                <a:gd name="connsiteX393" fmla="*/ 23210 w 4095016"/>
                <a:gd name="connsiteY393" fmla="*/ 1490285 h 1548353"/>
                <a:gd name="connsiteX394" fmla="*/ 27967 w 4095016"/>
                <a:gd name="connsiteY394" fmla="*/ 1492941 h 1548353"/>
                <a:gd name="connsiteX395" fmla="*/ 49635 w 4095016"/>
                <a:gd name="connsiteY395" fmla="*/ 1454239 h 1548353"/>
                <a:gd name="connsiteX396" fmla="*/ 44877 w 4095016"/>
                <a:gd name="connsiteY396" fmla="*/ 1451583 h 1548353"/>
                <a:gd name="connsiteX397" fmla="*/ 66544 w 4095016"/>
                <a:gd name="connsiteY397" fmla="*/ 1412870 h 1548353"/>
                <a:gd name="connsiteX398" fmla="*/ 71301 w 4095016"/>
                <a:gd name="connsiteY398" fmla="*/ 1415526 h 1548353"/>
                <a:gd name="connsiteX399" fmla="*/ 92968 w 4095016"/>
                <a:gd name="connsiteY399" fmla="*/ 1376825 h 1548353"/>
                <a:gd name="connsiteX400" fmla="*/ 88212 w 4095016"/>
                <a:gd name="connsiteY400" fmla="*/ 1374168 h 1548353"/>
                <a:gd name="connsiteX401" fmla="*/ 109879 w 4095016"/>
                <a:gd name="connsiteY401" fmla="*/ 1335456 h 1548353"/>
                <a:gd name="connsiteX402" fmla="*/ 114636 w 4095016"/>
                <a:gd name="connsiteY402" fmla="*/ 1338112 h 1548353"/>
                <a:gd name="connsiteX403" fmla="*/ 136303 w 4095016"/>
                <a:gd name="connsiteY403" fmla="*/ 1299399 h 1548353"/>
                <a:gd name="connsiteX404" fmla="*/ 131545 w 4095016"/>
                <a:gd name="connsiteY404" fmla="*/ 1296743 h 1548353"/>
                <a:gd name="connsiteX405" fmla="*/ 153213 w 4095016"/>
                <a:gd name="connsiteY405" fmla="*/ 1258041 h 1548353"/>
                <a:gd name="connsiteX406" fmla="*/ 157971 w 4095016"/>
                <a:gd name="connsiteY406" fmla="*/ 1260697 h 1548353"/>
                <a:gd name="connsiteX407" fmla="*/ 179637 w 4095016"/>
                <a:gd name="connsiteY407" fmla="*/ 1221985 h 1548353"/>
                <a:gd name="connsiteX408" fmla="*/ 174880 w 4095016"/>
                <a:gd name="connsiteY408" fmla="*/ 1219328 h 1548353"/>
                <a:gd name="connsiteX409" fmla="*/ 196548 w 4095016"/>
                <a:gd name="connsiteY409" fmla="*/ 1180616 h 1548353"/>
                <a:gd name="connsiteX410" fmla="*/ 201304 w 4095016"/>
                <a:gd name="connsiteY410" fmla="*/ 1183272 h 1548353"/>
                <a:gd name="connsiteX411" fmla="*/ 222972 w 4095016"/>
                <a:gd name="connsiteY411" fmla="*/ 1144570 h 1548353"/>
                <a:gd name="connsiteX412" fmla="*/ 218215 w 4095016"/>
                <a:gd name="connsiteY412" fmla="*/ 1141914 h 1548353"/>
                <a:gd name="connsiteX413" fmla="*/ 239881 w 4095016"/>
                <a:gd name="connsiteY413" fmla="*/ 1103201 h 1548353"/>
                <a:gd name="connsiteX414" fmla="*/ 244639 w 4095016"/>
                <a:gd name="connsiteY414" fmla="*/ 1105858 h 1548353"/>
                <a:gd name="connsiteX415" fmla="*/ 266307 w 4095016"/>
                <a:gd name="connsiteY415" fmla="*/ 1067145 h 1548353"/>
                <a:gd name="connsiteX416" fmla="*/ 261549 w 4095016"/>
                <a:gd name="connsiteY416" fmla="*/ 1064489 h 1548353"/>
                <a:gd name="connsiteX417" fmla="*/ 283216 w 4095016"/>
                <a:gd name="connsiteY417" fmla="*/ 1025787 h 1548353"/>
                <a:gd name="connsiteX418" fmla="*/ 287973 w 4095016"/>
                <a:gd name="connsiteY418" fmla="*/ 1028443 h 1548353"/>
                <a:gd name="connsiteX419" fmla="*/ 309640 w 4095016"/>
                <a:gd name="connsiteY419" fmla="*/ 989730 h 1548353"/>
                <a:gd name="connsiteX420" fmla="*/ 304883 w 4095016"/>
                <a:gd name="connsiteY420" fmla="*/ 987074 h 1548353"/>
                <a:gd name="connsiteX421" fmla="*/ 326551 w 4095016"/>
                <a:gd name="connsiteY421" fmla="*/ 948361 h 1548353"/>
                <a:gd name="connsiteX422" fmla="*/ 331308 w 4095016"/>
                <a:gd name="connsiteY422" fmla="*/ 951018 h 1548353"/>
                <a:gd name="connsiteX423" fmla="*/ 352975 w 4095016"/>
                <a:gd name="connsiteY423" fmla="*/ 912316 h 1548353"/>
                <a:gd name="connsiteX424" fmla="*/ 348217 w 4095016"/>
                <a:gd name="connsiteY424" fmla="*/ 909659 h 1548353"/>
                <a:gd name="connsiteX425" fmla="*/ 369885 w 4095016"/>
                <a:gd name="connsiteY425" fmla="*/ 870947 h 1548353"/>
                <a:gd name="connsiteX426" fmla="*/ 374641 w 4095016"/>
                <a:gd name="connsiteY426" fmla="*/ 873603 h 1548353"/>
                <a:gd name="connsiteX427" fmla="*/ 396309 w 4095016"/>
                <a:gd name="connsiteY427" fmla="*/ 834890 h 1548353"/>
                <a:gd name="connsiteX428" fmla="*/ 391552 w 4095016"/>
                <a:gd name="connsiteY428" fmla="*/ 832245 h 1548353"/>
                <a:gd name="connsiteX429" fmla="*/ 413219 w 4095016"/>
                <a:gd name="connsiteY429" fmla="*/ 793532 h 1548353"/>
                <a:gd name="connsiteX430" fmla="*/ 417976 w 4095016"/>
                <a:gd name="connsiteY430" fmla="*/ 796188 h 1548353"/>
                <a:gd name="connsiteX431" fmla="*/ 439644 w 4095016"/>
                <a:gd name="connsiteY431" fmla="*/ 757476 h 1548353"/>
                <a:gd name="connsiteX432" fmla="*/ 434886 w 4095016"/>
                <a:gd name="connsiteY432" fmla="*/ 754819 h 1548353"/>
                <a:gd name="connsiteX433" fmla="*/ 456553 w 4095016"/>
                <a:gd name="connsiteY433" fmla="*/ 716118 h 1548353"/>
                <a:gd name="connsiteX434" fmla="*/ 461310 w 4095016"/>
                <a:gd name="connsiteY434" fmla="*/ 718774 h 1548353"/>
                <a:gd name="connsiteX435" fmla="*/ 482977 w 4095016"/>
                <a:gd name="connsiteY435" fmla="*/ 680061 h 1548353"/>
                <a:gd name="connsiteX436" fmla="*/ 478221 w 4095016"/>
                <a:gd name="connsiteY436" fmla="*/ 677405 h 1548353"/>
                <a:gd name="connsiteX437" fmla="*/ 499888 w 4095016"/>
                <a:gd name="connsiteY437" fmla="*/ 638692 h 1548353"/>
                <a:gd name="connsiteX438" fmla="*/ 504645 w 4095016"/>
                <a:gd name="connsiteY438" fmla="*/ 641349 h 1548353"/>
                <a:gd name="connsiteX439" fmla="*/ 526312 w 4095016"/>
                <a:gd name="connsiteY439" fmla="*/ 602647 h 1548353"/>
                <a:gd name="connsiteX440" fmla="*/ 521555 w 4095016"/>
                <a:gd name="connsiteY440" fmla="*/ 599990 h 1548353"/>
                <a:gd name="connsiteX441" fmla="*/ 543222 w 4095016"/>
                <a:gd name="connsiteY441" fmla="*/ 561278 h 1548353"/>
                <a:gd name="connsiteX442" fmla="*/ 547980 w 4095016"/>
                <a:gd name="connsiteY442" fmla="*/ 563934 h 1548353"/>
                <a:gd name="connsiteX443" fmla="*/ 569646 w 4095016"/>
                <a:gd name="connsiteY443" fmla="*/ 525221 h 1548353"/>
                <a:gd name="connsiteX444" fmla="*/ 564889 w 4095016"/>
                <a:gd name="connsiteY444" fmla="*/ 522565 h 1548353"/>
                <a:gd name="connsiteX445" fmla="*/ 586556 w 4095016"/>
                <a:gd name="connsiteY445" fmla="*/ 483863 h 1548353"/>
                <a:gd name="connsiteX446" fmla="*/ 591313 w 4095016"/>
                <a:gd name="connsiteY446" fmla="*/ 486519 h 1548353"/>
                <a:gd name="connsiteX447" fmla="*/ 612981 w 4095016"/>
                <a:gd name="connsiteY447" fmla="*/ 447808 h 1548353"/>
                <a:gd name="connsiteX448" fmla="*/ 608224 w 4095016"/>
                <a:gd name="connsiteY448" fmla="*/ 445151 h 1548353"/>
                <a:gd name="connsiteX449" fmla="*/ 629890 w 4095016"/>
                <a:gd name="connsiteY449" fmla="*/ 406443 h 1548353"/>
                <a:gd name="connsiteX450" fmla="*/ 634648 w 4095016"/>
                <a:gd name="connsiteY450" fmla="*/ 409098 h 1548353"/>
                <a:gd name="connsiteX451" fmla="*/ 656315 w 4095016"/>
                <a:gd name="connsiteY451" fmla="*/ 370390 h 1548353"/>
                <a:gd name="connsiteX452" fmla="*/ 651558 w 4095016"/>
                <a:gd name="connsiteY452" fmla="*/ 367734 h 1548353"/>
                <a:gd name="connsiteX453" fmla="*/ 673225 w 4095016"/>
                <a:gd name="connsiteY453" fmla="*/ 329025 h 1548353"/>
                <a:gd name="connsiteX454" fmla="*/ 677982 w 4095016"/>
                <a:gd name="connsiteY454" fmla="*/ 331681 h 1548353"/>
                <a:gd name="connsiteX455" fmla="*/ 699649 w 4095016"/>
                <a:gd name="connsiteY455" fmla="*/ 292972 h 1548353"/>
                <a:gd name="connsiteX456" fmla="*/ 694892 w 4095016"/>
                <a:gd name="connsiteY456" fmla="*/ 290316 h 1548353"/>
                <a:gd name="connsiteX457" fmla="*/ 716559 w 4095016"/>
                <a:gd name="connsiteY457" fmla="*/ 251608 h 1548353"/>
                <a:gd name="connsiteX458" fmla="*/ 721317 w 4095016"/>
                <a:gd name="connsiteY458" fmla="*/ 254264 h 1548353"/>
                <a:gd name="connsiteX459" fmla="*/ 742984 w 4095016"/>
                <a:gd name="connsiteY459" fmla="*/ 215554 h 1548353"/>
                <a:gd name="connsiteX460" fmla="*/ 738226 w 4095016"/>
                <a:gd name="connsiteY460" fmla="*/ 212898 h 1548353"/>
                <a:gd name="connsiteX461" fmla="*/ 759894 w 4095016"/>
                <a:gd name="connsiteY461" fmla="*/ 174190 h 1548353"/>
                <a:gd name="connsiteX462" fmla="*/ 764650 w 4095016"/>
                <a:gd name="connsiteY462" fmla="*/ 176846 h 1548353"/>
                <a:gd name="connsiteX463" fmla="*/ 786318 w 4095016"/>
                <a:gd name="connsiteY463" fmla="*/ 138137 h 1548353"/>
                <a:gd name="connsiteX464" fmla="*/ 781561 w 4095016"/>
                <a:gd name="connsiteY464" fmla="*/ 135481 h 1548353"/>
                <a:gd name="connsiteX465" fmla="*/ 803228 w 4095016"/>
                <a:gd name="connsiteY465" fmla="*/ 96772 h 1548353"/>
                <a:gd name="connsiteX466" fmla="*/ 807985 w 4095016"/>
                <a:gd name="connsiteY466" fmla="*/ 99428 h 1548353"/>
                <a:gd name="connsiteX467" fmla="*/ 829653 w 4095016"/>
                <a:gd name="connsiteY467" fmla="*/ 60720 h 1548353"/>
                <a:gd name="connsiteX468" fmla="*/ 824895 w 4095016"/>
                <a:gd name="connsiteY468" fmla="*/ 58064 h 154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</a:cxnLst>
              <a:rect l="l" t="t" r="r" b="b"/>
              <a:pathLst>
                <a:path w="4095016" h="1548353">
                  <a:moveTo>
                    <a:pt x="824895" y="58064"/>
                  </a:moveTo>
                  <a:lnTo>
                    <a:pt x="846562" y="19354"/>
                  </a:lnTo>
                  <a:lnTo>
                    <a:pt x="851319" y="22011"/>
                  </a:lnTo>
                  <a:lnTo>
                    <a:pt x="860593" y="5443"/>
                  </a:lnTo>
                  <a:lnTo>
                    <a:pt x="879326" y="5443"/>
                  </a:lnTo>
                  <a:lnTo>
                    <a:pt x="879326" y="0"/>
                  </a:lnTo>
                  <a:lnTo>
                    <a:pt x="923188" y="0"/>
                  </a:lnTo>
                  <a:lnTo>
                    <a:pt x="923188" y="5443"/>
                  </a:lnTo>
                  <a:lnTo>
                    <a:pt x="967051" y="5443"/>
                  </a:lnTo>
                  <a:lnTo>
                    <a:pt x="967051" y="0"/>
                  </a:lnTo>
                  <a:lnTo>
                    <a:pt x="1010914" y="0"/>
                  </a:lnTo>
                  <a:lnTo>
                    <a:pt x="1010914" y="5443"/>
                  </a:lnTo>
                  <a:lnTo>
                    <a:pt x="1054778" y="5443"/>
                  </a:lnTo>
                  <a:lnTo>
                    <a:pt x="1054778" y="0"/>
                  </a:lnTo>
                  <a:lnTo>
                    <a:pt x="1098640" y="0"/>
                  </a:lnTo>
                  <a:lnTo>
                    <a:pt x="1098640" y="5443"/>
                  </a:lnTo>
                  <a:lnTo>
                    <a:pt x="1142502" y="5443"/>
                  </a:lnTo>
                  <a:lnTo>
                    <a:pt x="1142502" y="0"/>
                  </a:lnTo>
                  <a:lnTo>
                    <a:pt x="1186365" y="0"/>
                  </a:lnTo>
                  <a:lnTo>
                    <a:pt x="1186365" y="5443"/>
                  </a:lnTo>
                  <a:lnTo>
                    <a:pt x="1230227" y="5443"/>
                  </a:lnTo>
                  <a:lnTo>
                    <a:pt x="1230227" y="0"/>
                  </a:lnTo>
                  <a:lnTo>
                    <a:pt x="1274090" y="0"/>
                  </a:lnTo>
                  <a:lnTo>
                    <a:pt x="1274090" y="5443"/>
                  </a:lnTo>
                  <a:lnTo>
                    <a:pt x="1317952" y="5443"/>
                  </a:lnTo>
                  <a:lnTo>
                    <a:pt x="1317952" y="0"/>
                  </a:lnTo>
                  <a:lnTo>
                    <a:pt x="1361814" y="0"/>
                  </a:lnTo>
                  <a:lnTo>
                    <a:pt x="1361814" y="5443"/>
                  </a:lnTo>
                  <a:lnTo>
                    <a:pt x="1405677" y="5443"/>
                  </a:lnTo>
                  <a:lnTo>
                    <a:pt x="1405677" y="0"/>
                  </a:lnTo>
                  <a:lnTo>
                    <a:pt x="1449539" y="0"/>
                  </a:lnTo>
                  <a:lnTo>
                    <a:pt x="1449539" y="5443"/>
                  </a:lnTo>
                  <a:lnTo>
                    <a:pt x="1493402" y="5443"/>
                  </a:lnTo>
                  <a:lnTo>
                    <a:pt x="1493402" y="0"/>
                  </a:lnTo>
                  <a:lnTo>
                    <a:pt x="1537264" y="0"/>
                  </a:lnTo>
                  <a:lnTo>
                    <a:pt x="1537264" y="5443"/>
                  </a:lnTo>
                  <a:lnTo>
                    <a:pt x="1581126" y="5443"/>
                  </a:lnTo>
                  <a:lnTo>
                    <a:pt x="1581126" y="0"/>
                  </a:lnTo>
                  <a:lnTo>
                    <a:pt x="1624989" y="0"/>
                  </a:lnTo>
                  <a:lnTo>
                    <a:pt x="1624989" y="5443"/>
                  </a:lnTo>
                  <a:lnTo>
                    <a:pt x="1668851" y="5443"/>
                  </a:lnTo>
                  <a:lnTo>
                    <a:pt x="1668851" y="0"/>
                  </a:lnTo>
                  <a:lnTo>
                    <a:pt x="1712713" y="0"/>
                  </a:lnTo>
                  <a:lnTo>
                    <a:pt x="1712713" y="5443"/>
                  </a:lnTo>
                  <a:lnTo>
                    <a:pt x="1756576" y="5443"/>
                  </a:lnTo>
                  <a:lnTo>
                    <a:pt x="1756576" y="0"/>
                  </a:lnTo>
                  <a:lnTo>
                    <a:pt x="1800438" y="0"/>
                  </a:lnTo>
                  <a:lnTo>
                    <a:pt x="1800438" y="5443"/>
                  </a:lnTo>
                  <a:lnTo>
                    <a:pt x="1844301" y="5443"/>
                  </a:lnTo>
                  <a:lnTo>
                    <a:pt x="1844301" y="0"/>
                  </a:lnTo>
                  <a:lnTo>
                    <a:pt x="1888163" y="0"/>
                  </a:lnTo>
                  <a:lnTo>
                    <a:pt x="1888163" y="5443"/>
                  </a:lnTo>
                  <a:lnTo>
                    <a:pt x="1932025" y="5443"/>
                  </a:lnTo>
                  <a:lnTo>
                    <a:pt x="1932025" y="0"/>
                  </a:lnTo>
                  <a:lnTo>
                    <a:pt x="1975888" y="0"/>
                  </a:lnTo>
                  <a:lnTo>
                    <a:pt x="1975888" y="5443"/>
                  </a:lnTo>
                  <a:lnTo>
                    <a:pt x="2019750" y="5443"/>
                  </a:lnTo>
                  <a:lnTo>
                    <a:pt x="2019750" y="0"/>
                  </a:lnTo>
                  <a:lnTo>
                    <a:pt x="2063612" y="0"/>
                  </a:lnTo>
                  <a:lnTo>
                    <a:pt x="2063612" y="5443"/>
                  </a:lnTo>
                  <a:lnTo>
                    <a:pt x="2107475" y="5443"/>
                  </a:lnTo>
                  <a:lnTo>
                    <a:pt x="2107475" y="0"/>
                  </a:lnTo>
                  <a:lnTo>
                    <a:pt x="2151337" y="0"/>
                  </a:lnTo>
                  <a:lnTo>
                    <a:pt x="2151337" y="5443"/>
                  </a:lnTo>
                  <a:lnTo>
                    <a:pt x="2195200" y="5443"/>
                  </a:lnTo>
                  <a:lnTo>
                    <a:pt x="2195200" y="0"/>
                  </a:lnTo>
                  <a:lnTo>
                    <a:pt x="2239062" y="0"/>
                  </a:lnTo>
                  <a:lnTo>
                    <a:pt x="2239062" y="5443"/>
                  </a:lnTo>
                  <a:lnTo>
                    <a:pt x="2282924" y="5443"/>
                  </a:lnTo>
                  <a:lnTo>
                    <a:pt x="2282924" y="0"/>
                  </a:lnTo>
                  <a:lnTo>
                    <a:pt x="2326787" y="0"/>
                  </a:lnTo>
                  <a:lnTo>
                    <a:pt x="2326787" y="5443"/>
                  </a:lnTo>
                  <a:lnTo>
                    <a:pt x="2370649" y="5443"/>
                  </a:lnTo>
                  <a:lnTo>
                    <a:pt x="2370649" y="0"/>
                  </a:lnTo>
                  <a:lnTo>
                    <a:pt x="2414512" y="0"/>
                  </a:lnTo>
                  <a:lnTo>
                    <a:pt x="2414512" y="5443"/>
                  </a:lnTo>
                  <a:lnTo>
                    <a:pt x="2458374" y="5443"/>
                  </a:lnTo>
                  <a:lnTo>
                    <a:pt x="2458374" y="0"/>
                  </a:lnTo>
                  <a:lnTo>
                    <a:pt x="2502236" y="0"/>
                  </a:lnTo>
                  <a:lnTo>
                    <a:pt x="2502236" y="5443"/>
                  </a:lnTo>
                  <a:lnTo>
                    <a:pt x="2546099" y="5443"/>
                  </a:lnTo>
                  <a:lnTo>
                    <a:pt x="2546099" y="0"/>
                  </a:lnTo>
                  <a:lnTo>
                    <a:pt x="2589961" y="0"/>
                  </a:lnTo>
                  <a:lnTo>
                    <a:pt x="2589961" y="5443"/>
                  </a:lnTo>
                  <a:lnTo>
                    <a:pt x="2633834" y="5443"/>
                  </a:lnTo>
                  <a:lnTo>
                    <a:pt x="2633834" y="0"/>
                  </a:lnTo>
                  <a:lnTo>
                    <a:pt x="2677697" y="0"/>
                  </a:lnTo>
                  <a:lnTo>
                    <a:pt x="2677697" y="5443"/>
                  </a:lnTo>
                  <a:lnTo>
                    <a:pt x="2721559" y="5443"/>
                  </a:lnTo>
                  <a:lnTo>
                    <a:pt x="2721559" y="0"/>
                  </a:lnTo>
                  <a:lnTo>
                    <a:pt x="2765421" y="0"/>
                  </a:lnTo>
                  <a:lnTo>
                    <a:pt x="2765421" y="5443"/>
                  </a:lnTo>
                  <a:lnTo>
                    <a:pt x="2809284" y="5443"/>
                  </a:lnTo>
                  <a:lnTo>
                    <a:pt x="2809284" y="0"/>
                  </a:lnTo>
                  <a:lnTo>
                    <a:pt x="2853146" y="0"/>
                  </a:lnTo>
                  <a:lnTo>
                    <a:pt x="2853146" y="5443"/>
                  </a:lnTo>
                  <a:lnTo>
                    <a:pt x="2897009" y="5443"/>
                  </a:lnTo>
                  <a:lnTo>
                    <a:pt x="2897009" y="0"/>
                  </a:lnTo>
                  <a:lnTo>
                    <a:pt x="2940871" y="0"/>
                  </a:lnTo>
                  <a:lnTo>
                    <a:pt x="2940871" y="5443"/>
                  </a:lnTo>
                  <a:lnTo>
                    <a:pt x="2984733" y="5443"/>
                  </a:lnTo>
                  <a:lnTo>
                    <a:pt x="2984733" y="0"/>
                  </a:lnTo>
                  <a:lnTo>
                    <a:pt x="3028596" y="0"/>
                  </a:lnTo>
                  <a:lnTo>
                    <a:pt x="3028596" y="5443"/>
                  </a:lnTo>
                  <a:lnTo>
                    <a:pt x="3072458" y="5443"/>
                  </a:lnTo>
                  <a:lnTo>
                    <a:pt x="3072458" y="0"/>
                  </a:lnTo>
                  <a:lnTo>
                    <a:pt x="3116321" y="0"/>
                  </a:lnTo>
                  <a:lnTo>
                    <a:pt x="3116321" y="5443"/>
                  </a:lnTo>
                  <a:lnTo>
                    <a:pt x="3160183" y="5443"/>
                  </a:lnTo>
                  <a:lnTo>
                    <a:pt x="3160183" y="0"/>
                  </a:lnTo>
                  <a:lnTo>
                    <a:pt x="3204045" y="0"/>
                  </a:lnTo>
                  <a:lnTo>
                    <a:pt x="3204045" y="5443"/>
                  </a:lnTo>
                  <a:lnTo>
                    <a:pt x="3247908" y="5443"/>
                  </a:lnTo>
                  <a:lnTo>
                    <a:pt x="3247908" y="0"/>
                  </a:lnTo>
                  <a:lnTo>
                    <a:pt x="3291770" y="0"/>
                  </a:lnTo>
                  <a:lnTo>
                    <a:pt x="3291770" y="5443"/>
                  </a:lnTo>
                  <a:lnTo>
                    <a:pt x="3335633" y="5443"/>
                  </a:lnTo>
                  <a:lnTo>
                    <a:pt x="3335633" y="0"/>
                  </a:lnTo>
                  <a:lnTo>
                    <a:pt x="3379495" y="0"/>
                  </a:lnTo>
                  <a:lnTo>
                    <a:pt x="3379495" y="5443"/>
                  </a:lnTo>
                  <a:lnTo>
                    <a:pt x="3423357" y="5443"/>
                  </a:lnTo>
                  <a:lnTo>
                    <a:pt x="3423357" y="0"/>
                  </a:lnTo>
                  <a:lnTo>
                    <a:pt x="3467220" y="0"/>
                  </a:lnTo>
                  <a:lnTo>
                    <a:pt x="3467220" y="5443"/>
                  </a:lnTo>
                  <a:lnTo>
                    <a:pt x="3511082" y="5443"/>
                  </a:lnTo>
                  <a:lnTo>
                    <a:pt x="3511082" y="0"/>
                  </a:lnTo>
                  <a:lnTo>
                    <a:pt x="3554944" y="0"/>
                  </a:lnTo>
                  <a:lnTo>
                    <a:pt x="3554944" y="5443"/>
                  </a:lnTo>
                  <a:lnTo>
                    <a:pt x="3598807" y="5443"/>
                  </a:lnTo>
                  <a:lnTo>
                    <a:pt x="3598807" y="0"/>
                  </a:lnTo>
                  <a:lnTo>
                    <a:pt x="3642669" y="0"/>
                  </a:lnTo>
                  <a:lnTo>
                    <a:pt x="3642669" y="5443"/>
                  </a:lnTo>
                  <a:lnTo>
                    <a:pt x="3686531" y="5443"/>
                  </a:lnTo>
                  <a:lnTo>
                    <a:pt x="3686531" y="0"/>
                  </a:lnTo>
                  <a:lnTo>
                    <a:pt x="3730394" y="0"/>
                  </a:lnTo>
                  <a:lnTo>
                    <a:pt x="3730394" y="5443"/>
                  </a:lnTo>
                  <a:lnTo>
                    <a:pt x="3774256" y="5443"/>
                  </a:lnTo>
                  <a:lnTo>
                    <a:pt x="3774256" y="0"/>
                  </a:lnTo>
                  <a:lnTo>
                    <a:pt x="3818119" y="0"/>
                  </a:lnTo>
                  <a:lnTo>
                    <a:pt x="3818119" y="5443"/>
                  </a:lnTo>
                  <a:lnTo>
                    <a:pt x="3861981" y="5443"/>
                  </a:lnTo>
                  <a:lnTo>
                    <a:pt x="3861981" y="0"/>
                  </a:lnTo>
                  <a:lnTo>
                    <a:pt x="3905843" y="0"/>
                  </a:lnTo>
                  <a:lnTo>
                    <a:pt x="3905843" y="5443"/>
                  </a:lnTo>
                  <a:lnTo>
                    <a:pt x="3949706" y="5443"/>
                  </a:lnTo>
                  <a:lnTo>
                    <a:pt x="3949706" y="0"/>
                  </a:lnTo>
                  <a:lnTo>
                    <a:pt x="3993568" y="0"/>
                  </a:lnTo>
                  <a:lnTo>
                    <a:pt x="3993568" y="5443"/>
                  </a:lnTo>
                  <a:lnTo>
                    <a:pt x="4037431" y="5443"/>
                  </a:lnTo>
                  <a:lnTo>
                    <a:pt x="4037431" y="0"/>
                  </a:lnTo>
                  <a:lnTo>
                    <a:pt x="4081293" y="0"/>
                  </a:lnTo>
                  <a:lnTo>
                    <a:pt x="4081293" y="5443"/>
                  </a:lnTo>
                  <a:lnTo>
                    <a:pt x="4095016" y="5443"/>
                  </a:lnTo>
                  <a:lnTo>
                    <a:pt x="4089621" y="18262"/>
                  </a:lnTo>
                  <a:lnTo>
                    <a:pt x="4094646" y="20373"/>
                  </a:lnTo>
                  <a:lnTo>
                    <a:pt x="4077478" y="61119"/>
                  </a:lnTo>
                  <a:lnTo>
                    <a:pt x="4072453" y="59009"/>
                  </a:lnTo>
                  <a:lnTo>
                    <a:pt x="4055296" y="99755"/>
                  </a:lnTo>
                  <a:lnTo>
                    <a:pt x="4060321" y="101866"/>
                  </a:lnTo>
                  <a:lnTo>
                    <a:pt x="4043153" y="142611"/>
                  </a:lnTo>
                  <a:lnTo>
                    <a:pt x="4038128" y="140501"/>
                  </a:lnTo>
                  <a:lnTo>
                    <a:pt x="4020971" y="181246"/>
                  </a:lnTo>
                  <a:lnTo>
                    <a:pt x="4025996" y="183357"/>
                  </a:lnTo>
                  <a:lnTo>
                    <a:pt x="4008828" y="224104"/>
                  </a:lnTo>
                  <a:lnTo>
                    <a:pt x="4003803" y="221993"/>
                  </a:lnTo>
                  <a:lnTo>
                    <a:pt x="3986647" y="262739"/>
                  </a:lnTo>
                  <a:lnTo>
                    <a:pt x="3991672" y="264850"/>
                  </a:lnTo>
                  <a:lnTo>
                    <a:pt x="3974504" y="305596"/>
                  </a:lnTo>
                  <a:lnTo>
                    <a:pt x="3969490" y="303485"/>
                  </a:lnTo>
                  <a:lnTo>
                    <a:pt x="3952322" y="344232"/>
                  </a:lnTo>
                  <a:lnTo>
                    <a:pt x="3957347" y="346343"/>
                  </a:lnTo>
                  <a:lnTo>
                    <a:pt x="3940179" y="387089"/>
                  </a:lnTo>
                  <a:lnTo>
                    <a:pt x="3935165" y="384978"/>
                  </a:lnTo>
                  <a:lnTo>
                    <a:pt x="3917997" y="425724"/>
                  </a:lnTo>
                  <a:lnTo>
                    <a:pt x="3923022" y="427834"/>
                  </a:lnTo>
                  <a:lnTo>
                    <a:pt x="3905865" y="468578"/>
                  </a:lnTo>
                  <a:lnTo>
                    <a:pt x="3900840" y="466466"/>
                  </a:lnTo>
                  <a:lnTo>
                    <a:pt x="3883672" y="507215"/>
                  </a:lnTo>
                  <a:lnTo>
                    <a:pt x="3888697" y="509327"/>
                  </a:lnTo>
                  <a:lnTo>
                    <a:pt x="3871541" y="550075"/>
                  </a:lnTo>
                  <a:lnTo>
                    <a:pt x="3866515" y="547963"/>
                  </a:lnTo>
                  <a:lnTo>
                    <a:pt x="3849348" y="588712"/>
                  </a:lnTo>
                  <a:lnTo>
                    <a:pt x="3854373" y="590824"/>
                  </a:lnTo>
                  <a:lnTo>
                    <a:pt x="3837216" y="631561"/>
                  </a:lnTo>
                  <a:lnTo>
                    <a:pt x="3832191" y="629449"/>
                  </a:lnTo>
                  <a:lnTo>
                    <a:pt x="3815023" y="670198"/>
                  </a:lnTo>
                  <a:lnTo>
                    <a:pt x="3820048" y="672310"/>
                  </a:lnTo>
                  <a:lnTo>
                    <a:pt x="3802891" y="713058"/>
                  </a:lnTo>
                  <a:lnTo>
                    <a:pt x="3797866" y="710946"/>
                  </a:lnTo>
                  <a:lnTo>
                    <a:pt x="3780698" y="751695"/>
                  </a:lnTo>
                  <a:lnTo>
                    <a:pt x="3785723" y="753807"/>
                  </a:lnTo>
                  <a:lnTo>
                    <a:pt x="3768566" y="794545"/>
                  </a:lnTo>
                  <a:lnTo>
                    <a:pt x="3763541" y="792444"/>
                  </a:lnTo>
                  <a:lnTo>
                    <a:pt x="3746374" y="833181"/>
                  </a:lnTo>
                  <a:lnTo>
                    <a:pt x="3751399" y="835293"/>
                  </a:lnTo>
                  <a:lnTo>
                    <a:pt x="3734242" y="876042"/>
                  </a:lnTo>
                  <a:lnTo>
                    <a:pt x="3729217" y="873930"/>
                  </a:lnTo>
                  <a:lnTo>
                    <a:pt x="3712060" y="914678"/>
                  </a:lnTo>
                  <a:lnTo>
                    <a:pt x="3717074" y="916790"/>
                  </a:lnTo>
                  <a:lnTo>
                    <a:pt x="3699917" y="957539"/>
                  </a:lnTo>
                  <a:lnTo>
                    <a:pt x="3694892" y="955427"/>
                  </a:lnTo>
                  <a:lnTo>
                    <a:pt x="3677735" y="996164"/>
                  </a:lnTo>
                  <a:lnTo>
                    <a:pt x="3682749" y="998276"/>
                  </a:lnTo>
                  <a:lnTo>
                    <a:pt x="3665592" y="1039025"/>
                  </a:lnTo>
                  <a:lnTo>
                    <a:pt x="3660567" y="1036913"/>
                  </a:lnTo>
                  <a:lnTo>
                    <a:pt x="3643410" y="1077661"/>
                  </a:lnTo>
                  <a:lnTo>
                    <a:pt x="3648435" y="1079773"/>
                  </a:lnTo>
                  <a:lnTo>
                    <a:pt x="3631267" y="1120522"/>
                  </a:lnTo>
                  <a:lnTo>
                    <a:pt x="3626242" y="1118410"/>
                  </a:lnTo>
                  <a:lnTo>
                    <a:pt x="3609086" y="1159158"/>
                  </a:lnTo>
                  <a:lnTo>
                    <a:pt x="3614111" y="1161270"/>
                  </a:lnTo>
                  <a:lnTo>
                    <a:pt x="3596943" y="1202008"/>
                  </a:lnTo>
                  <a:lnTo>
                    <a:pt x="3591918" y="1199896"/>
                  </a:lnTo>
                  <a:lnTo>
                    <a:pt x="3574761" y="1240644"/>
                  </a:lnTo>
                  <a:lnTo>
                    <a:pt x="3579786" y="1242756"/>
                  </a:lnTo>
                  <a:lnTo>
                    <a:pt x="3562618" y="1283505"/>
                  </a:lnTo>
                  <a:lnTo>
                    <a:pt x="3557593" y="1281393"/>
                  </a:lnTo>
                  <a:lnTo>
                    <a:pt x="3540436" y="1322141"/>
                  </a:lnTo>
                  <a:lnTo>
                    <a:pt x="3545461" y="1324253"/>
                  </a:lnTo>
                  <a:lnTo>
                    <a:pt x="3528293" y="1364991"/>
                  </a:lnTo>
                  <a:lnTo>
                    <a:pt x="3523268" y="1362890"/>
                  </a:lnTo>
                  <a:lnTo>
                    <a:pt x="3506111" y="1403627"/>
                  </a:lnTo>
                  <a:lnTo>
                    <a:pt x="3511136" y="1405739"/>
                  </a:lnTo>
                  <a:lnTo>
                    <a:pt x="3493969" y="1446488"/>
                  </a:lnTo>
                  <a:lnTo>
                    <a:pt x="3488944" y="1444376"/>
                  </a:lnTo>
                  <a:lnTo>
                    <a:pt x="3471787" y="1485125"/>
                  </a:lnTo>
                  <a:lnTo>
                    <a:pt x="3476812" y="1487237"/>
                  </a:lnTo>
                  <a:lnTo>
                    <a:pt x="3459644" y="1527985"/>
                  </a:lnTo>
                  <a:lnTo>
                    <a:pt x="3454630" y="1525873"/>
                  </a:lnTo>
                  <a:lnTo>
                    <a:pt x="3447447" y="1542910"/>
                  </a:lnTo>
                  <a:lnTo>
                    <a:pt x="3429440" y="1542910"/>
                  </a:lnTo>
                  <a:lnTo>
                    <a:pt x="3429440" y="1548354"/>
                  </a:lnTo>
                  <a:lnTo>
                    <a:pt x="3386188" y="1548354"/>
                  </a:lnTo>
                  <a:lnTo>
                    <a:pt x="3386188" y="1542910"/>
                  </a:lnTo>
                  <a:lnTo>
                    <a:pt x="3342936" y="1542910"/>
                  </a:lnTo>
                  <a:lnTo>
                    <a:pt x="3342936" y="1548354"/>
                  </a:lnTo>
                  <a:lnTo>
                    <a:pt x="3299673" y="1548354"/>
                  </a:lnTo>
                  <a:lnTo>
                    <a:pt x="3299673" y="1542910"/>
                  </a:lnTo>
                  <a:lnTo>
                    <a:pt x="3256421" y="1542910"/>
                  </a:lnTo>
                  <a:lnTo>
                    <a:pt x="3256421" y="1548354"/>
                  </a:lnTo>
                  <a:lnTo>
                    <a:pt x="3213169" y="1548354"/>
                  </a:lnTo>
                  <a:lnTo>
                    <a:pt x="3213169" y="1542910"/>
                  </a:lnTo>
                  <a:lnTo>
                    <a:pt x="3169917" y="1542910"/>
                  </a:lnTo>
                  <a:lnTo>
                    <a:pt x="3169917" y="1548354"/>
                  </a:lnTo>
                  <a:lnTo>
                    <a:pt x="3126665" y="1548354"/>
                  </a:lnTo>
                  <a:lnTo>
                    <a:pt x="3126665" y="1542910"/>
                  </a:lnTo>
                  <a:lnTo>
                    <a:pt x="3083402" y="1542910"/>
                  </a:lnTo>
                  <a:lnTo>
                    <a:pt x="3083402" y="1548354"/>
                  </a:lnTo>
                  <a:lnTo>
                    <a:pt x="3040150" y="1548354"/>
                  </a:lnTo>
                  <a:lnTo>
                    <a:pt x="3040150" y="1542910"/>
                  </a:lnTo>
                  <a:lnTo>
                    <a:pt x="2996898" y="1542910"/>
                  </a:lnTo>
                  <a:lnTo>
                    <a:pt x="2996898" y="1548354"/>
                  </a:lnTo>
                  <a:lnTo>
                    <a:pt x="2953646" y="1548354"/>
                  </a:lnTo>
                  <a:lnTo>
                    <a:pt x="2953646" y="1542910"/>
                  </a:lnTo>
                  <a:lnTo>
                    <a:pt x="2910383" y="1542910"/>
                  </a:lnTo>
                  <a:lnTo>
                    <a:pt x="2910383" y="1548354"/>
                  </a:lnTo>
                  <a:lnTo>
                    <a:pt x="2867131" y="1548354"/>
                  </a:lnTo>
                  <a:lnTo>
                    <a:pt x="2867131" y="1542910"/>
                  </a:lnTo>
                  <a:lnTo>
                    <a:pt x="2823879" y="1542910"/>
                  </a:lnTo>
                  <a:lnTo>
                    <a:pt x="2823879" y="1548354"/>
                  </a:lnTo>
                  <a:lnTo>
                    <a:pt x="2780627" y="1548354"/>
                  </a:lnTo>
                  <a:lnTo>
                    <a:pt x="2780627" y="1542910"/>
                  </a:lnTo>
                  <a:lnTo>
                    <a:pt x="2737364" y="1542910"/>
                  </a:lnTo>
                  <a:lnTo>
                    <a:pt x="2737364" y="1548354"/>
                  </a:lnTo>
                  <a:lnTo>
                    <a:pt x="2694112" y="1548354"/>
                  </a:lnTo>
                  <a:lnTo>
                    <a:pt x="2694112" y="1542910"/>
                  </a:lnTo>
                  <a:lnTo>
                    <a:pt x="2650860" y="1542910"/>
                  </a:lnTo>
                  <a:lnTo>
                    <a:pt x="2650860" y="1548354"/>
                  </a:lnTo>
                  <a:lnTo>
                    <a:pt x="2607608" y="1548354"/>
                  </a:lnTo>
                  <a:lnTo>
                    <a:pt x="2607608" y="1542910"/>
                  </a:lnTo>
                  <a:lnTo>
                    <a:pt x="2564356" y="1542910"/>
                  </a:lnTo>
                  <a:lnTo>
                    <a:pt x="2564356" y="1548354"/>
                  </a:lnTo>
                  <a:lnTo>
                    <a:pt x="2521094" y="1548354"/>
                  </a:lnTo>
                  <a:lnTo>
                    <a:pt x="2521094" y="1542910"/>
                  </a:lnTo>
                  <a:lnTo>
                    <a:pt x="2477842" y="1542910"/>
                  </a:lnTo>
                  <a:lnTo>
                    <a:pt x="2477842" y="1548354"/>
                  </a:lnTo>
                  <a:lnTo>
                    <a:pt x="2434590" y="1548354"/>
                  </a:lnTo>
                  <a:lnTo>
                    <a:pt x="2434590" y="1542910"/>
                  </a:lnTo>
                  <a:lnTo>
                    <a:pt x="2391338" y="1542910"/>
                  </a:lnTo>
                  <a:lnTo>
                    <a:pt x="2391338" y="1548354"/>
                  </a:lnTo>
                  <a:lnTo>
                    <a:pt x="2348075" y="1548354"/>
                  </a:lnTo>
                  <a:lnTo>
                    <a:pt x="2348075" y="1542910"/>
                  </a:lnTo>
                  <a:lnTo>
                    <a:pt x="2304823" y="1542910"/>
                  </a:lnTo>
                  <a:lnTo>
                    <a:pt x="2304823" y="1548354"/>
                  </a:lnTo>
                  <a:lnTo>
                    <a:pt x="2261571" y="1548354"/>
                  </a:lnTo>
                  <a:lnTo>
                    <a:pt x="2261571" y="1542910"/>
                  </a:lnTo>
                  <a:lnTo>
                    <a:pt x="2218319" y="1542910"/>
                  </a:lnTo>
                  <a:lnTo>
                    <a:pt x="2218319" y="1548354"/>
                  </a:lnTo>
                  <a:lnTo>
                    <a:pt x="2175056" y="1548354"/>
                  </a:lnTo>
                  <a:lnTo>
                    <a:pt x="2175056" y="1542910"/>
                  </a:lnTo>
                  <a:lnTo>
                    <a:pt x="2131804" y="1542910"/>
                  </a:lnTo>
                  <a:lnTo>
                    <a:pt x="2131804" y="1548354"/>
                  </a:lnTo>
                  <a:lnTo>
                    <a:pt x="2088552" y="1548354"/>
                  </a:lnTo>
                  <a:lnTo>
                    <a:pt x="2088552" y="1542910"/>
                  </a:lnTo>
                  <a:lnTo>
                    <a:pt x="2045300" y="1542910"/>
                  </a:lnTo>
                  <a:lnTo>
                    <a:pt x="2045300" y="1548354"/>
                  </a:lnTo>
                  <a:lnTo>
                    <a:pt x="2002048" y="1548354"/>
                  </a:lnTo>
                  <a:lnTo>
                    <a:pt x="2002048" y="1542910"/>
                  </a:lnTo>
                  <a:lnTo>
                    <a:pt x="1958785" y="1542910"/>
                  </a:lnTo>
                  <a:lnTo>
                    <a:pt x="1958785" y="1548354"/>
                  </a:lnTo>
                  <a:lnTo>
                    <a:pt x="1915533" y="1548354"/>
                  </a:lnTo>
                  <a:lnTo>
                    <a:pt x="1915533" y="1542910"/>
                  </a:lnTo>
                  <a:lnTo>
                    <a:pt x="1872281" y="1542910"/>
                  </a:lnTo>
                  <a:lnTo>
                    <a:pt x="1872281" y="1548354"/>
                  </a:lnTo>
                  <a:lnTo>
                    <a:pt x="1829029" y="1548354"/>
                  </a:lnTo>
                  <a:lnTo>
                    <a:pt x="1829029" y="1542910"/>
                  </a:lnTo>
                  <a:lnTo>
                    <a:pt x="1785766" y="1542910"/>
                  </a:lnTo>
                  <a:lnTo>
                    <a:pt x="1785766" y="1548354"/>
                  </a:lnTo>
                  <a:lnTo>
                    <a:pt x="1742515" y="1548354"/>
                  </a:lnTo>
                  <a:lnTo>
                    <a:pt x="1742515" y="1542910"/>
                  </a:lnTo>
                  <a:lnTo>
                    <a:pt x="1699263" y="1542910"/>
                  </a:lnTo>
                  <a:lnTo>
                    <a:pt x="1699263" y="1548354"/>
                  </a:lnTo>
                  <a:lnTo>
                    <a:pt x="1656011" y="1548354"/>
                  </a:lnTo>
                  <a:lnTo>
                    <a:pt x="1656011" y="1542910"/>
                  </a:lnTo>
                  <a:lnTo>
                    <a:pt x="1612748" y="1542910"/>
                  </a:lnTo>
                  <a:lnTo>
                    <a:pt x="1612748" y="1548354"/>
                  </a:lnTo>
                  <a:lnTo>
                    <a:pt x="1569496" y="1548354"/>
                  </a:lnTo>
                  <a:lnTo>
                    <a:pt x="1569496" y="1542910"/>
                  </a:lnTo>
                  <a:lnTo>
                    <a:pt x="1526244" y="1542910"/>
                  </a:lnTo>
                  <a:lnTo>
                    <a:pt x="1526244" y="1548354"/>
                  </a:lnTo>
                  <a:lnTo>
                    <a:pt x="1482992" y="1548354"/>
                  </a:lnTo>
                  <a:lnTo>
                    <a:pt x="1482992" y="1542910"/>
                  </a:lnTo>
                  <a:lnTo>
                    <a:pt x="1439740" y="1542910"/>
                  </a:lnTo>
                  <a:lnTo>
                    <a:pt x="1439740" y="1548354"/>
                  </a:lnTo>
                  <a:lnTo>
                    <a:pt x="1396477" y="1548354"/>
                  </a:lnTo>
                  <a:lnTo>
                    <a:pt x="1396477" y="1542910"/>
                  </a:lnTo>
                  <a:lnTo>
                    <a:pt x="1353225" y="1542910"/>
                  </a:lnTo>
                  <a:lnTo>
                    <a:pt x="1353225" y="1548354"/>
                  </a:lnTo>
                  <a:lnTo>
                    <a:pt x="1309973" y="1548354"/>
                  </a:lnTo>
                  <a:lnTo>
                    <a:pt x="1309973" y="1542910"/>
                  </a:lnTo>
                  <a:lnTo>
                    <a:pt x="1266721" y="1542910"/>
                  </a:lnTo>
                  <a:lnTo>
                    <a:pt x="1266721" y="1548354"/>
                  </a:lnTo>
                  <a:lnTo>
                    <a:pt x="1223458" y="1548354"/>
                  </a:lnTo>
                  <a:lnTo>
                    <a:pt x="1223458" y="1542910"/>
                  </a:lnTo>
                  <a:lnTo>
                    <a:pt x="1180206" y="1542910"/>
                  </a:lnTo>
                  <a:lnTo>
                    <a:pt x="1180206" y="1548354"/>
                  </a:lnTo>
                  <a:lnTo>
                    <a:pt x="1136954" y="1548354"/>
                  </a:lnTo>
                  <a:lnTo>
                    <a:pt x="1136954" y="1542910"/>
                  </a:lnTo>
                  <a:lnTo>
                    <a:pt x="1093702" y="1542910"/>
                  </a:lnTo>
                  <a:lnTo>
                    <a:pt x="1093702" y="1548354"/>
                  </a:lnTo>
                  <a:lnTo>
                    <a:pt x="1050439" y="1548354"/>
                  </a:lnTo>
                  <a:lnTo>
                    <a:pt x="1050439" y="1542910"/>
                  </a:lnTo>
                  <a:lnTo>
                    <a:pt x="1007190" y="1542910"/>
                  </a:lnTo>
                  <a:lnTo>
                    <a:pt x="1007190" y="1548354"/>
                  </a:lnTo>
                  <a:lnTo>
                    <a:pt x="963935" y="1548354"/>
                  </a:lnTo>
                  <a:lnTo>
                    <a:pt x="963935" y="1542910"/>
                  </a:lnTo>
                  <a:lnTo>
                    <a:pt x="920680" y="1542910"/>
                  </a:lnTo>
                  <a:lnTo>
                    <a:pt x="920680" y="1548354"/>
                  </a:lnTo>
                  <a:lnTo>
                    <a:pt x="877426" y="1548354"/>
                  </a:lnTo>
                  <a:lnTo>
                    <a:pt x="877426" y="1542910"/>
                  </a:lnTo>
                  <a:lnTo>
                    <a:pt x="834172" y="1542910"/>
                  </a:lnTo>
                  <a:lnTo>
                    <a:pt x="834172" y="1548354"/>
                  </a:lnTo>
                  <a:lnTo>
                    <a:pt x="790917" y="1548354"/>
                  </a:lnTo>
                  <a:lnTo>
                    <a:pt x="790917" y="1542910"/>
                  </a:lnTo>
                  <a:lnTo>
                    <a:pt x="747662" y="1542910"/>
                  </a:lnTo>
                  <a:lnTo>
                    <a:pt x="747662" y="1548354"/>
                  </a:lnTo>
                  <a:lnTo>
                    <a:pt x="704408" y="1548354"/>
                  </a:lnTo>
                  <a:lnTo>
                    <a:pt x="704408" y="1542910"/>
                  </a:lnTo>
                  <a:lnTo>
                    <a:pt x="661153" y="1542910"/>
                  </a:lnTo>
                  <a:lnTo>
                    <a:pt x="661153" y="1548354"/>
                  </a:lnTo>
                  <a:lnTo>
                    <a:pt x="617899" y="1548354"/>
                  </a:lnTo>
                  <a:lnTo>
                    <a:pt x="617899" y="1542910"/>
                  </a:lnTo>
                  <a:lnTo>
                    <a:pt x="574645" y="1542910"/>
                  </a:lnTo>
                  <a:lnTo>
                    <a:pt x="574645" y="1548354"/>
                  </a:lnTo>
                  <a:lnTo>
                    <a:pt x="531391" y="1548354"/>
                  </a:lnTo>
                  <a:lnTo>
                    <a:pt x="531391" y="1542910"/>
                  </a:lnTo>
                  <a:lnTo>
                    <a:pt x="488135" y="1542910"/>
                  </a:lnTo>
                  <a:lnTo>
                    <a:pt x="488135" y="1548354"/>
                  </a:lnTo>
                  <a:lnTo>
                    <a:pt x="444881" y="1548354"/>
                  </a:lnTo>
                  <a:lnTo>
                    <a:pt x="444881" y="1542910"/>
                  </a:lnTo>
                  <a:lnTo>
                    <a:pt x="401627" y="1542910"/>
                  </a:lnTo>
                  <a:lnTo>
                    <a:pt x="401627" y="1548354"/>
                  </a:lnTo>
                  <a:lnTo>
                    <a:pt x="358372" y="1548354"/>
                  </a:lnTo>
                  <a:lnTo>
                    <a:pt x="358372" y="1542910"/>
                  </a:lnTo>
                  <a:lnTo>
                    <a:pt x="315118" y="1542910"/>
                  </a:lnTo>
                  <a:lnTo>
                    <a:pt x="315118" y="1548354"/>
                  </a:lnTo>
                  <a:lnTo>
                    <a:pt x="271864" y="1548354"/>
                  </a:lnTo>
                  <a:lnTo>
                    <a:pt x="271864" y="1542910"/>
                  </a:lnTo>
                  <a:lnTo>
                    <a:pt x="228608" y="1542910"/>
                  </a:lnTo>
                  <a:lnTo>
                    <a:pt x="228608" y="1548354"/>
                  </a:lnTo>
                  <a:lnTo>
                    <a:pt x="185354" y="1548354"/>
                  </a:lnTo>
                  <a:lnTo>
                    <a:pt x="185354" y="1542910"/>
                  </a:lnTo>
                  <a:lnTo>
                    <a:pt x="142100" y="1542910"/>
                  </a:lnTo>
                  <a:lnTo>
                    <a:pt x="142100" y="1548354"/>
                  </a:lnTo>
                  <a:lnTo>
                    <a:pt x="98846" y="1548354"/>
                  </a:lnTo>
                  <a:lnTo>
                    <a:pt x="98846" y="1542910"/>
                  </a:lnTo>
                  <a:lnTo>
                    <a:pt x="55591" y="1542910"/>
                  </a:lnTo>
                  <a:lnTo>
                    <a:pt x="55591" y="1548354"/>
                  </a:lnTo>
                  <a:lnTo>
                    <a:pt x="12336" y="1548354"/>
                  </a:lnTo>
                  <a:lnTo>
                    <a:pt x="12336" y="1542910"/>
                  </a:lnTo>
                  <a:lnTo>
                    <a:pt x="0" y="1542910"/>
                  </a:lnTo>
                  <a:lnTo>
                    <a:pt x="6300" y="1531654"/>
                  </a:lnTo>
                  <a:lnTo>
                    <a:pt x="1543" y="1528997"/>
                  </a:lnTo>
                  <a:lnTo>
                    <a:pt x="23210" y="1490285"/>
                  </a:lnTo>
                  <a:lnTo>
                    <a:pt x="27967" y="1492941"/>
                  </a:lnTo>
                  <a:lnTo>
                    <a:pt x="49635" y="1454239"/>
                  </a:lnTo>
                  <a:lnTo>
                    <a:pt x="44877" y="1451583"/>
                  </a:lnTo>
                  <a:lnTo>
                    <a:pt x="66544" y="1412870"/>
                  </a:lnTo>
                  <a:lnTo>
                    <a:pt x="71301" y="1415526"/>
                  </a:lnTo>
                  <a:lnTo>
                    <a:pt x="92968" y="1376825"/>
                  </a:lnTo>
                  <a:lnTo>
                    <a:pt x="88212" y="1374168"/>
                  </a:lnTo>
                  <a:lnTo>
                    <a:pt x="109879" y="1335456"/>
                  </a:lnTo>
                  <a:lnTo>
                    <a:pt x="114636" y="1338112"/>
                  </a:lnTo>
                  <a:lnTo>
                    <a:pt x="136303" y="1299399"/>
                  </a:lnTo>
                  <a:lnTo>
                    <a:pt x="131545" y="1296743"/>
                  </a:lnTo>
                  <a:lnTo>
                    <a:pt x="153213" y="1258041"/>
                  </a:lnTo>
                  <a:lnTo>
                    <a:pt x="157971" y="1260697"/>
                  </a:lnTo>
                  <a:lnTo>
                    <a:pt x="179637" y="1221985"/>
                  </a:lnTo>
                  <a:lnTo>
                    <a:pt x="174880" y="1219328"/>
                  </a:lnTo>
                  <a:lnTo>
                    <a:pt x="196548" y="1180616"/>
                  </a:lnTo>
                  <a:lnTo>
                    <a:pt x="201304" y="1183272"/>
                  </a:lnTo>
                  <a:lnTo>
                    <a:pt x="222972" y="1144570"/>
                  </a:lnTo>
                  <a:lnTo>
                    <a:pt x="218215" y="1141914"/>
                  </a:lnTo>
                  <a:lnTo>
                    <a:pt x="239881" y="1103201"/>
                  </a:lnTo>
                  <a:lnTo>
                    <a:pt x="244639" y="1105858"/>
                  </a:lnTo>
                  <a:lnTo>
                    <a:pt x="266307" y="1067145"/>
                  </a:lnTo>
                  <a:lnTo>
                    <a:pt x="261549" y="1064489"/>
                  </a:lnTo>
                  <a:lnTo>
                    <a:pt x="283216" y="1025787"/>
                  </a:lnTo>
                  <a:lnTo>
                    <a:pt x="287973" y="1028443"/>
                  </a:lnTo>
                  <a:lnTo>
                    <a:pt x="309640" y="989730"/>
                  </a:lnTo>
                  <a:lnTo>
                    <a:pt x="304883" y="987074"/>
                  </a:lnTo>
                  <a:lnTo>
                    <a:pt x="326551" y="948361"/>
                  </a:lnTo>
                  <a:lnTo>
                    <a:pt x="331308" y="951018"/>
                  </a:lnTo>
                  <a:lnTo>
                    <a:pt x="352975" y="912316"/>
                  </a:lnTo>
                  <a:lnTo>
                    <a:pt x="348217" y="909659"/>
                  </a:lnTo>
                  <a:lnTo>
                    <a:pt x="369885" y="870947"/>
                  </a:lnTo>
                  <a:lnTo>
                    <a:pt x="374641" y="873603"/>
                  </a:lnTo>
                  <a:lnTo>
                    <a:pt x="396309" y="834890"/>
                  </a:lnTo>
                  <a:lnTo>
                    <a:pt x="391552" y="832245"/>
                  </a:lnTo>
                  <a:lnTo>
                    <a:pt x="413219" y="793532"/>
                  </a:lnTo>
                  <a:lnTo>
                    <a:pt x="417976" y="796188"/>
                  </a:lnTo>
                  <a:lnTo>
                    <a:pt x="439644" y="757476"/>
                  </a:lnTo>
                  <a:lnTo>
                    <a:pt x="434886" y="754819"/>
                  </a:lnTo>
                  <a:lnTo>
                    <a:pt x="456553" y="716118"/>
                  </a:lnTo>
                  <a:lnTo>
                    <a:pt x="461310" y="718774"/>
                  </a:lnTo>
                  <a:lnTo>
                    <a:pt x="482977" y="680061"/>
                  </a:lnTo>
                  <a:lnTo>
                    <a:pt x="478221" y="677405"/>
                  </a:lnTo>
                  <a:lnTo>
                    <a:pt x="499888" y="638692"/>
                  </a:lnTo>
                  <a:lnTo>
                    <a:pt x="504645" y="641349"/>
                  </a:lnTo>
                  <a:lnTo>
                    <a:pt x="526312" y="602647"/>
                  </a:lnTo>
                  <a:lnTo>
                    <a:pt x="521555" y="599990"/>
                  </a:lnTo>
                  <a:lnTo>
                    <a:pt x="543222" y="561278"/>
                  </a:lnTo>
                  <a:lnTo>
                    <a:pt x="547980" y="563934"/>
                  </a:lnTo>
                  <a:lnTo>
                    <a:pt x="569646" y="525221"/>
                  </a:lnTo>
                  <a:lnTo>
                    <a:pt x="564889" y="522565"/>
                  </a:lnTo>
                  <a:lnTo>
                    <a:pt x="586556" y="483863"/>
                  </a:lnTo>
                  <a:lnTo>
                    <a:pt x="591313" y="486519"/>
                  </a:lnTo>
                  <a:lnTo>
                    <a:pt x="612981" y="447808"/>
                  </a:lnTo>
                  <a:lnTo>
                    <a:pt x="608224" y="445151"/>
                  </a:lnTo>
                  <a:lnTo>
                    <a:pt x="629890" y="406443"/>
                  </a:lnTo>
                  <a:lnTo>
                    <a:pt x="634648" y="409098"/>
                  </a:lnTo>
                  <a:lnTo>
                    <a:pt x="656315" y="370390"/>
                  </a:lnTo>
                  <a:lnTo>
                    <a:pt x="651558" y="367734"/>
                  </a:lnTo>
                  <a:lnTo>
                    <a:pt x="673225" y="329025"/>
                  </a:lnTo>
                  <a:lnTo>
                    <a:pt x="677982" y="331681"/>
                  </a:lnTo>
                  <a:lnTo>
                    <a:pt x="699649" y="292972"/>
                  </a:lnTo>
                  <a:lnTo>
                    <a:pt x="694892" y="290316"/>
                  </a:lnTo>
                  <a:lnTo>
                    <a:pt x="716559" y="251608"/>
                  </a:lnTo>
                  <a:lnTo>
                    <a:pt x="721317" y="254264"/>
                  </a:lnTo>
                  <a:lnTo>
                    <a:pt x="742984" y="215554"/>
                  </a:lnTo>
                  <a:lnTo>
                    <a:pt x="738226" y="212898"/>
                  </a:lnTo>
                  <a:lnTo>
                    <a:pt x="759894" y="174190"/>
                  </a:lnTo>
                  <a:lnTo>
                    <a:pt x="764650" y="176846"/>
                  </a:lnTo>
                  <a:lnTo>
                    <a:pt x="786318" y="138137"/>
                  </a:lnTo>
                  <a:lnTo>
                    <a:pt x="781561" y="135481"/>
                  </a:lnTo>
                  <a:lnTo>
                    <a:pt x="803228" y="96772"/>
                  </a:lnTo>
                  <a:lnTo>
                    <a:pt x="807985" y="99428"/>
                  </a:lnTo>
                  <a:lnTo>
                    <a:pt x="829653" y="60720"/>
                  </a:lnTo>
                  <a:lnTo>
                    <a:pt x="824895" y="58064"/>
                  </a:lnTo>
                  <a:close/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A9C2301A-585F-B6C5-CAF1-6146A93F5A5E}"/>
                </a:ext>
              </a:extLst>
            </p:cNvPr>
            <p:cNvSpPr/>
            <p:nvPr/>
          </p:nvSpPr>
          <p:spPr>
            <a:xfrm>
              <a:off x="7816066" y="9185227"/>
              <a:ext cx="1011939" cy="2049649"/>
            </a:xfrm>
            <a:custGeom>
              <a:avLst/>
              <a:gdLst>
                <a:gd name="connsiteX0" fmla="*/ 1011939 w 1011939"/>
                <a:gd name="connsiteY0" fmla="*/ 0 h 2049649"/>
                <a:gd name="connsiteX1" fmla="*/ 0 w 1011939"/>
                <a:gd name="connsiteY1" fmla="*/ 2049650 h 204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1939" h="2049649">
                  <a:moveTo>
                    <a:pt x="1011939" y="0"/>
                  </a:moveTo>
                  <a:lnTo>
                    <a:pt x="0" y="204965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F35013DC-A623-BC85-8439-6D45FF88A91D}"/>
                </a:ext>
              </a:extLst>
            </p:cNvPr>
            <p:cNvSpPr/>
            <p:nvPr/>
          </p:nvSpPr>
          <p:spPr>
            <a:xfrm>
              <a:off x="8649820" y="9076071"/>
              <a:ext cx="1117182" cy="2267954"/>
            </a:xfrm>
            <a:custGeom>
              <a:avLst/>
              <a:gdLst>
                <a:gd name="connsiteX0" fmla="*/ 1117183 w 1117182"/>
                <a:gd name="connsiteY0" fmla="*/ 0 h 2267954"/>
                <a:gd name="connsiteX1" fmla="*/ 0 w 1117182"/>
                <a:gd name="connsiteY1" fmla="*/ 2267955 h 226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182" h="2267954">
                  <a:moveTo>
                    <a:pt x="1117183" y="0"/>
                  </a:moveTo>
                  <a:lnTo>
                    <a:pt x="0" y="2267955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A1A27DE3-0C4E-1385-4DD3-4C867499821D}"/>
                </a:ext>
              </a:extLst>
            </p:cNvPr>
            <p:cNvSpPr/>
            <p:nvPr/>
          </p:nvSpPr>
          <p:spPr>
            <a:xfrm>
              <a:off x="9548563" y="9160972"/>
              <a:ext cx="1036215" cy="2098160"/>
            </a:xfrm>
            <a:custGeom>
              <a:avLst/>
              <a:gdLst>
                <a:gd name="connsiteX0" fmla="*/ 1036216 w 1036215"/>
                <a:gd name="connsiteY0" fmla="*/ 0 h 2098160"/>
                <a:gd name="connsiteX1" fmla="*/ 0 w 1036215"/>
                <a:gd name="connsiteY1" fmla="*/ 2098160 h 209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215" h="2098160">
                  <a:moveTo>
                    <a:pt x="1036216" y="0"/>
                  </a:moveTo>
                  <a:lnTo>
                    <a:pt x="0" y="209816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8B518A11-7328-149E-F1F4-6E79AD354794}"/>
                </a:ext>
              </a:extLst>
            </p:cNvPr>
            <p:cNvSpPr/>
            <p:nvPr/>
          </p:nvSpPr>
          <p:spPr>
            <a:xfrm>
              <a:off x="9236861" y="8821396"/>
              <a:ext cx="10900" cy="2894569"/>
            </a:xfrm>
            <a:custGeom>
              <a:avLst/>
              <a:gdLst>
                <a:gd name="connsiteX0" fmla="*/ 0 w 10900"/>
                <a:gd name="connsiteY0" fmla="*/ 0 h 2894569"/>
                <a:gd name="connsiteX1" fmla="*/ 0 w 10900"/>
                <a:gd name="connsiteY1" fmla="*/ 2894569 h 289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894569">
                  <a:moveTo>
                    <a:pt x="0" y="0"/>
                  </a:moveTo>
                  <a:lnTo>
                    <a:pt x="0" y="289456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456CA17D-5B5B-E8E6-0FCE-1B70F46DA436}"/>
                </a:ext>
              </a:extLst>
            </p:cNvPr>
            <p:cNvSpPr/>
            <p:nvPr/>
          </p:nvSpPr>
          <p:spPr>
            <a:xfrm>
              <a:off x="7172508" y="10167610"/>
              <a:ext cx="4213707" cy="10886"/>
            </a:xfrm>
            <a:custGeom>
              <a:avLst/>
              <a:gdLst>
                <a:gd name="connsiteX0" fmla="*/ 0 w 4213707"/>
                <a:gd name="connsiteY0" fmla="*/ 0 h 10886"/>
                <a:gd name="connsiteX1" fmla="*/ 4213708 w 4213707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3707" h="10886">
                  <a:moveTo>
                    <a:pt x="0" y="0"/>
                  </a:moveTo>
                  <a:lnTo>
                    <a:pt x="4213708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CC862DDE-FEBE-CA59-164E-3330806F4F57}"/>
                </a:ext>
              </a:extLst>
            </p:cNvPr>
            <p:cNvSpPr/>
            <p:nvPr/>
          </p:nvSpPr>
          <p:spPr>
            <a:xfrm>
              <a:off x="9176147" y="8821396"/>
              <a:ext cx="121428" cy="60639"/>
            </a:xfrm>
            <a:custGeom>
              <a:avLst/>
              <a:gdLst>
                <a:gd name="connsiteX0" fmla="*/ 121428 w 121428"/>
                <a:gd name="connsiteY0" fmla="*/ 60639 h 60639"/>
                <a:gd name="connsiteX1" fmla="*/ 60714 w 121428"/>
                <a:gd name="connsiteY1" fmla="*/ 0 h 60639"/>
                <a:gd name="connsiteX2" fmla="*/ 0 w 121428"/>
                <a:gd name="connsiteY2" fmla="*/ 60639 h 6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28" h="60639">
                  <a:moveTo>
                    <a:pt x="121428" y="60639"/>
                  </a:moveTo>
                  <a:lnTo>
                    <a:pt x="60714" y="0"/>
                  </a:lnTo>
                  <a:lnTo>
                    <a:pt x="0" y="6063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47A6C35B-E0EA-9AA2-DD95-ACD299CFB6C0}"/>
                </a:ext>
              </a:extLst>
            </p:cNvPr>
            <p:cNvSpPr/>
            <p:nvPr/>
          </p:nvSpPr>
          <p:spPr>
            <a:xfrm>
              <a:off x="11325458" y="10106972"/>
              <a:ext cx="60724" cy="121276"/>
            </a:xfrm>
            <a:custGeom>
              <a:avLst/>
              <a:gdLst>
                <a:gd name="connsiteX0" fmla="*/ 0 w 60724"/>
                <a:gd name="connsiteY0" fmla="*/ 121277 h 121276"/>
                <a:gd name="connsiteX1" fmla="*/ 60725 w 60724"/>
                <a:gd name="connsiteY1" fmla="*/ 60638 h 121276"/>
                <a:gd name="connsiteX2" fmla="*/ 0 w 60724"/>
                <a:gd name="connsiteY2" fmla="*/ 0 h 12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24" h="121276">
                  <a:moveTo>
                    <a:pt x="0" y="121277"/>
                  </a:moveTo>
                  <a:lnTo>
                    <a:pt x="60725" y="60638"/>
                  </a:lnTo>
                  <a:lnTo>
                    <a:pt x="0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4CFA376E-B636-8B10-5782-90B5A419235B}"/>
                </a:ext>
              </a:extLst>
            </p:cNvPr>
            <p:cNvSpPr/>
            <p:nvPr/>
          </p:nvSpPr>
          <p:spPr>
            <a:xfrm>
              <a:off x="9687191" y="9073111"/>
              <a:ext cx="109743" cy="80761"/>
            </a:xfrm>
            <a:custGeom>
              <a:avLst/>
              <a:gdLst>
                <a:gd name="connsiteX0" fmla="*/ 109743 w 109743"/>
                <a:gd name="connsiteY0" fmla="*/ 80761 h 80761"/>
                <a:gd name="connsiteX1" fmla="*/ 80858 w 109743"/>
                <a:gd name="connsiteY1" fmla="*/ 0 h 80761"/>
                <a:gd name="connsiteX2" fmla="*/ 0 w 109743"/>
                <a:gd name="connsiteY2" fmla="*/ 28842 h 8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43" h="80761">
                  <a:moveTo>
                    <a:pt x="109743" y="80761"/>
                  </a:moveTo>
                  <a:lnTo>
                    <a:pt x="80858" y="0"/>
                  </a:lnTo>
                  <a:lnTo>
                    <a:pt x="0" y="28842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83B67462-371B-2E7B-B792-2B5FDA77FA6E}"/>
                </a:ext>
              </a:extLst>
            </p:cNvPr>
            <p:cNvSpPr/>
            <p:nvPr/>
          </p:nvSpPr>
          <p:spPr>
            <a:xfrm>
              <a:off x="7512522" y="9807819"/>
              <a:ext cx="3812979" cy="10886"/>
            </a:xfrm>
            <a:custGeom>
              <a:avLst/>
              <a:gdLst>
                <a:gd name="connsiteX0" fmla="*/ 0 w 3812979"/>
                <a:gd name="connsiteY0" fmla="*/ 0 h 10886"/>
                <a:gd name="connsiteX1" fmla="*/ 3812980 w 3812979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2979" h="10886">
                  <a:moveTo>
                    <a:pt x="0" y="0"/>
                  </a:moveTo>
                  <a:lnTo>
                    <a:pt x="3812980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86CC2529-4555-0717-1245-60CDBB308CB3}"/>
                </a:ext>
              </a:extLst>
            </p:cNvPr>
            <p:cNvSpPr/>
            <p:nvPr/>
          </p:nvSpPr>
          <p:spPr>
            <a:xfrm>
              <a:off x="7156285" y="10575922"/>
              <a:ext cx="3837261" cy="10886"/>
            </a:xfrm>
            <a:custGeom>
              <a:avLst/>
              <a:gdLst>
                <a:gd name="connsiteX0" fmla="*/ 0 w 3837261"/>
                <a:gd name="connsiteY0" fmla="*/ 0 h 10886"/>
                <a:gd name="connsiteX1" fmla="*/ 3837262 w 3837261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7261" h="10886">
                  <a:moveTo>
                    <a:pt x="0" y="0"/>
                  </a:moveTo>
                  <a:lnTo>
                    <a:pt x="3837262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E6E05C5-2FEA-8222-9D3A-A5B23F9E7E82}"/>
                </a:ext>
              </a:extLst>
            </p:cNvPr>
            <p:cNvSpPr/>
            <p:nvPr/>
          </p:nvSpPr>
          <p:spPr>
            <a:xfrm rot="10800000" flipV="1">
              <a:off x="9188048" y="10118947"/>
              <a:ext cx="93416" cy="93300"/>
            </a:xfrm>
            <a:custGeom>
              <a:avLst/>
              <a:gdLst>
                <a:gd name="connsiteX0" fmla="*/ 93611 w 93416"/>
                <a:gd name="connsiteY0" fmla="*/ 46772 h 93300"/>
                <a:gd name="connsiteX1" fmla="*/ 46903 w 93416"/>
                <a:gd name="connsiteY1" fmla="*/ 93422 h 93300"/>
                <a:gd name="connsiteX2" fmla="*/ 194 w 93416"/>
                <a:gd name="connsiteY2" fmla="*/ 46772 h 93300"/>
                <a:gd name="connsiteX3" fmla="*/ 46903 w 93416"/>
                <a:gd name="connsiteY3" fmla="*/ 122 h 93300"/>
                <a:gd name="connsiteX4" fmla="*/ 93611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72"/>
                  </a:moveTo>
                  <a:cubicBezTo>
                    <a:pt x="93611" y="72536"/>
                    <a:pt x="72699" y="93422"/>
                    <a:pt x="46903" y="93422"/>
                  </a:cubicBezTo>
                  <a:cubicBezTo>
                    <a:pt x="21106" y="93422"/>
                    <a:pt x="194" y="72536"/>
                    <a:pt x="194" y="46772"/>
                  </a:cubicBezTo>
                  <a:cubicBezTo>
                    <a:pt x="194" y="21008"/>
                    <a:pt x="21106" y="122"/>
                    <a:pt x="46903" y="122"/>
                  </a:cubicBezTo>
                  <a:cubicBezTo>
                    <a:pt x="72699" y="122"/>
                    <a:pt x="93611" y="21008"/>
                    <a:pt x="93611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761BA202-CE52-7F36-D7B9-06809BD4848C}"/>
                </a:ext>
              </a:extLst>
            </p:cNvPr>
            <p:cNvSpPr/>
            <p:nvPr/>
          </p:nvSpPr>
          <p:spPr>
            <a:xfrm rot="10800000" flipV="1">
              <a:off x="9188048" y="9403354"/>
              <a:ext cx="93416" cy="93300"/>
            </a:xfrm>
            <a:custGeom>
              <a:avLst/>
              <a:gdLst>
                <a:gd name="connsiteX0" fmla="*/ 93611 w 93416"/>
                <a:gd name="connsiteY0" fmla="*/ 46706 h 93300"/>
                <a:gd name="connsiteX1" fmla="*/ 46903 w 93416"/>
                <a:gd name="connsiteY1" fmla="*/ 93356 h 93300"/>
                <a:gd name="connsiteX2" fmla="*/ 194 w 93416"/>
                <a:gd name="connsiteY2" fmla="*/ 46706 h 93300"/>
                <a:gd name="connsiteX3" fmla="*/ 46903 w 93416"/>
                <a:gd name="connsiteY3" fmla="*/ 56 h 93300"/>
                <a:gd name="connsiteX4" fmla="*/ 93611 w 93416"/>
                <a:gd name="connsiteY4" fmla="*/ 46706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06"/>
                  </a:moveTo>
                  <a:cubicBezTo>
                    <a:pt x="93611" y="72470"/>
                    <a:pt x="72699" y="93356"/>
                    <a:pt x="46903" y="93356"/>
                  </a:cubicBezTo>
                  <a:cubicBezTo>
                    <a:pt x="21106" y="93356"/>
                    <a:pt x="194" y="72470"/>
                    <a:pt x="194" y="46706"/>
                  </a:cubicBezTo>
                  <a:cubicBezTo>
                    <a:pt x="194" y="20942"/>
                    <a:pt x="21106" y="56"/>
                    <a:pt x="46903" y="56"/>
                  </a:cubicBezTo>
                  <a:cubicBezTo>
                    <a:pt x="72699" y="56"/>
                    <a:pt x="93611" y="20942"/>
                    <a:pt x="93611" y="46706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457C2588-9E93-8CFC-6E65-90F8F77E6153}"/>
                </a:ext>
              </a:extLst>
            </p:cNvPr>
            <p:cNvSpPr/>
            <p:nvPr/>
          </p:nvSpPr>
          <p:spPr>
            <a:xfrm rot="10800000" flipV="1">
              <a:off x="9188048" y="10935561"/>
              <a:ext cx="93416" cy="93300"/>
            </a:xfrm>
            <a:custGeom>
              <a:avLst/>
              <a:gdLst>
                <a:gd name="connsiteX0" fmla="*/ 93611 w 93416"/>
                <a:gd name="connsiteY0" fmla="*/ 46847 h 93300"/>
                <a:gd name="connsiteX1" fmla="*/ 46903 w 93416"/>
                <a:gd name="connsiteY1" fmla="*/ 93497 h 93300"/>
                <a:gd name="connsiteX2" fmla="*/ 194 w 93416"/>
                <a:gd name="connsiteY2" fmla="*/ 46847 h 93300"/>
                <a:gd name="connsiteX3" fmla="*/ 46903 w 93416"/>
                <a:gd name="connsiteY3" fmla="*/ 197 h 93300"/>
                <a:gd name="connsiteX4" fmla="*/ 9361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847"/>
                  </a:moveTo>
                  <a:cubicBezTo>
                    <a:pt x="93611" y="72611"/>
                    <a:pt x="72699" y="93497"/>
                    <a:pt x="46903" y="93497"/>
                  </a:cubicBezTo>
                  <a:cubicBezTo>
                    <a:pt x="21106" y="93497"/>
                    <a:pt x="194" y="72611"/>
                    <a:pt x="194" y="46847"/>
                  </a:cubicBezTo>
                  <a:cubicBezTo>
                    <a:pt x="194" y="21083"/>
                    <a:pt x="21106" y="197"/>
                    <a:pt x="46903" y="197"/>
                  </a:cubicBezTo>
                  <a:cubicBezTo>
                    <a:pt x="72699" y="197"/>
                    <a:pt x="93611" y="21083"/>
                    <a:pt x="9361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E5ADE874-EB64-720E-563E-95CE870D4973}"/>
                </a:ext>
              </a:extLst>
            </p:cNvPr>
            <p:cNvSpPr/>
            <p:nvPr/>
          </p:nvSpPr>
          <p:spPr>
            <a:xfrm rot="10800000" flipV="1">
              <a:off x="8305742" y="10118947"/>
              <a:ext cx="93416" cy="93300"/>
            </a:xfrm>
            <a:custGeom>
              <a:avLst/>
              <a:gdLst>
                <a:gd name="connsiteX0" fmla="*/ 93530 w 93416"/>
                <a:gd name="connsiteY0" fmla="*/ 46772 h 93300"/>
                <a:gd name="connsiteX1" fmla="*/ 46822 w 93416"/>
                <a:gd name="connsiteY1" fmla="*/ 93422 h 93300"/>
                <a:gd name="connsiteX2" fmla="*/ 113 w 93416"/>
                <a:gd name="connsiteY2" fmla="*/ 46772 h 93300"/>
                <a:gd name="connsiteX3" fmla="*/ 46822 w 93416"/>
                <a:gd name="connsiteY3" fmla="*/ 122 h 93300"/>
                <a:gd name="connsiteX4" fmla="*/ 9353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30" y="46772"/>
                  </a:moveTo>
                  <a:cubicBezTo>
                    <a:pt x="93530" y="72536"/>
                    <a:pt x="72618" y="93422"/>
                    <a:pt x="46822" y="93422"/>
                  </a:cubicBezTo>
                  <a:cubicBezTo>
                    <a:pt x="21025" y="93422"/>
                    <a:pt x="113" y="72536"/>
                    <a:pt x="113" y="46772"/>
                  </a:cubicBezTo>
                  <a:cubicBezTo>
                    <a:pt x="113" y="21008"/>
                    <a:pt x="21025" y="122"/>
                    <a:pt x="46822" y="122"/>
                  </a:cubicBezTo>
                  <a:cubicBezTo>
                    <a:pt x="72618" y="122"/>
                    <a:pt x="93530" y="21008"/>
                    <a:pt x="9353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DEBACAD7-004D-049B-83C1-087D99404094}"/>
                </a:ext>
              </a:extLst>
            </p:cNvPr>
            <p:cNvSpPr/>
            <p:nvPr/>
          </p:nvSpPr>
          <p:spPr>
            <a:xfrm rot="10800000" flipV="1">
              <a:off x="7977122" y="9391994"/>
              <a:ext cx="93416" cy="93300"/>
            </a:xfrm>
            <a:custGeom>
              <a:avLst/>
              <a:gdLst>
                <a:gd name="connsiteX0" fmla="*/ 93500 w 93416"/>
                <a:gd name="connsiteY0" fmla="*/ 46705 h 93300"/>
                <a:gd name="connsiteX1" fmla="*/ 46792 w 93416"/>
                <a:gd name="connsiteY1" fmla="*/ 93355 h 93300"/>
                <a:gd name="connsiteX2" fmla="*/ 83 w 93416"/>
                <a:gd name="connsiteY2" fmla="*/ 46705 h 93300"/>
                <a:gd name="connsiteX3" fmla="*/ 46792 w 93416"/>
                <a:gd name="connsiteY3" fmla="*/ 55 h 93300"/>
                <a:gd name="connsiteX4" fmla="*/ 93500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00" y="46705"/>
                  </a:moveTo>
                  <a:cubicBezTo>
                    <a:pt x="93500" y="72469"/>
                    <a:pt x="72588" y="93355"/>
                    <a:pt x="46792" y="93355"/>
                  </a:cubicBezTo>
                  <a:cubicBezTo>
                    <a:pt x="20995" y="93355"/>
                    <a:pt x="83" y="72469"/>
                    <a:pt x="83" y="46705"/>
                  </a:cubicBezTo>
                  <a:cubicBezTo>
                    <a:pt x="83" y="20941"/>
                    <a:pt x="20995" y="55"/>
                    <a:pt x="46792" y="55"/>
                  </a:cubicBezTo>
                  <a:cubicBezTo>
                    <a:pt x="72588" y="55"/>
                    <a:pt x="93500" y="20941"/>
                    <a:pt x="93500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91800DB4-71CC-AB50-3A56-FECF6698A0CD}"/>
                </a:ext>
              </a:extLst>
            </p:cNvPr>
            <p:cNvSpPr/>
            <p:nvPr/>
          </p:nvSpPr>
          <p:spPr>
            <a:xfrm rot="10800000" flipV="1">
              <a:off x="11214590" y="9391994"/>
              <a:ext cx="93416" cy="93300"/>
            </a:xfrm>
            <a:custGeom>
              <a:avLst/>
              <a:gdLst>
                <a:gd name="connsiteX0" fmla="*/ 93797 w 93416"/>
                <a:gd name="connsiteY0" fmla="*/ 46705 h 93300"/>
                <a:gd name="connsiteX1" fmla="*/ 47089 w 93416"/>
                <a:gd name="connsiteY1" fmla="*/ 93355 h 93300"/>
                <a:gd name="connsiteX2" fmla="*/ 380 w 93416"/>
                <a:gd name="connsiteY2" fmla="*/ 46705 h 93300"/>
                <a:gd name="connsiteX3" fmla="*/ 47089 w 93416"/>
                <a:gd name="connsiteY3" fmla="*/ 55 h 93300"/>
                <a:gd name="connsiteX4" fmla="*/ 93797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97" y="46705"/>
                  </a:moveTo>
                  <a:cubicBezTo>
                    <a:pt x="93797" y="72469"/>
                    <a:pt x="72885" y="93355"/>
                    <a:pt x="47089" y="93355"/>
                  </a:cubicBezTo>
                  <a:cubicBezTo>
                    <a:pt x="21292" y="93355"/>
                    <a:pt x="380" y="72469"/>
                    <a:pt x="380" y="46705"/>
                  </a:cubicBezTo>
                  <a:cubicBezTo>
                    <a:pt x="380" y="20941"/>
                    <a:pt x="21292" y="55"/>
                    <a:pt x="47089" y="55"/>
                  </a:cubicBezTo>
                  <a:cubicBezTo>
                    <a:pt x="72885" y="55"/>
                    <a:pt x="93797" y="20941"/>
                    <a:pt x="93797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5C038C0-E5C0-852A-A015-8702E91EFF60}"/>
                </a:ext>
              </a:extLst>
            </p:cNvPr>
            <p:cNvSpPr/>
            <p:nvPr/>
          </p:nvSpPr>
          <p:spPr>
            <a:xfrm rot="10800000" flipV="1">
              <a:off x="7112388" y="10935561"/>
              <a:ext cx="93416" cy="93300"/>
            </a:xfrm>
            <a:custGeom>
              <a:avLst/>
              <a:gdLst>
                <a:gd name="connsiteX0" fmla="*/ 93421 w 93416"/>
                <a:gd name="connsiteY0" fmla="*/ 46847 h 93300"/>
                <a:gd name="connsiteX1" fmla="*/ 46712 w 93416"/>
                <a:gd name="connsiteY1" fmla="*/ 93497 h 93300"/>
                <a:gd name="connsiteX2" fmla="*/ 4 w 93416"/>
                <a:gd name="connsiteY2" fmla="*/ 46847 h 93300"/>
                <a:gd name="connsiteX3" fmla="*/ 46712 w 93416"/>
                <a:gd name="connsiteY3" fmla="*/ 197 h 93300"/>
                <a:gd name="connsiteX4" fmla="*/ 9342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421" y="46847"/>
                  </a:moveTo>
                  <a:cubicBezTo>
                    <a:pt x="93421" y="72611"/>
                    <a:pt x="72509" y="93497"/>
                    <a:pt x="46712" y="93497"/>
                  </a:cubicBezTo>
                  <a:cubicBezTo>
                    <a:pt x="20916" y="93497"/>
                    <a:pt x="4" y="72611"/>
                    <a:pt x="4" y="46847"/>
                  </a:cubicBezTo>
                  <a:cubicBezTo>
                    <a:pt x="4" y="21083"/>
                    <a:pt x="20916" y="197"/>
                    <a:pt x="46712" y="197"/>
                  </a:cubicBezTo>
                  <a:cubicBezTo>
                    <a:pt x="72509" y="197"/>
                    <a:pt x="93421" y="21083"/>
                    <a:pt x="9342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8AAFD18B-40EE-435E-5035-F57E6D263151}"/>
                </a:ext>
              </a:extLst>
            </p:cNvPr>
            <p:cNvSpPr/>
            <p:nvPr/>
          </p:nvSpPr>
          <p:spPr>
            <a:xfrm rot="10800000" flipV="1">
              <a:off x="10556207" y="10935561"/>
              <a:ext cx="93416" cy="93300"/>
            </a:xfrm>
            <a:custGeom>
              <a:avLst/>
              <a:gdLst>
                <a:gd name="connsiteX0" fmla="*/ 93737 w 93416"/>
                <a:gd name="connsiteY0" fmla="*/ 46847 h 93300"/>
                <a:gd name="connsiteX1" fmla="*/ 47028 w 93416"/>
                <a:gd name="connsiteY1" fmla="*/ 93497 h 93300"/>
                <a:gd name="connsiteX2" fmla="*/ 320 w 93416"/>
                <a:gd name="connsiteY2" fmla="*/ 46847 h 93300"/>
                <a:gd name="connsiteX3" fmla="*/ 47028 w 93416"/>
                <a:gd name="connsiteY3" fmla="*/ 197 h 93300"/>
                <a:gd name="connsiteX4" fmla="*/ 93737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37" y="46847"/>
                  </a:moveTo>
                  <a:cubicBezTo>
                    <a:pt x="93737" y="72611"/>
                    <a:pt x="72824" y="93497"/>
                    <a:pt x="47028" y="93497"/>
                  </a:cubicBezTo>
                  <a:cubicBezTo>
                    <a:pt x="21232" y="93497"/>
                    <a:pt x="320" y="72611"/>
                    <a:pt x="320" y="46847"/>
                  </a:cubicBezTo>
                  <a:cubicBezTo>
                    <a:pt x="320" y="21083"/>
                    <a:pt x="21232" y="197"/>
                    <a:pt x="47028" y="197"/>
                  </a:cubicBezTo>
                  <a:cubicBezTo>
                    <a:pt x="72824" y="197"/>
                    <a:pt x="93737" y="21083"/>
                    <a:pt x="93737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795921AB-8898-31AC-0965-CD9E931B60C2}"/>
                </a:ext>
              </a:extLst>
            </p:cNvPr>
            <p:cNvSpPr/>
            <p:nvPr/>
          </p:nvSpPr>
          <p:spPr>
            <a:xfrm rot="10800000" flipV="1">
              <a:off x="10050286" y="10118947"/>
              <a:ext cx="93416" cy="93300"/>
            </a:xfrm>
            <a:custGeom>
              <a:avLst/>
              <a:gdLst>
                <a:gd name="connsiteX0" fmla="*/ 93690 w 93416"/>
                <a:gd name="connsiteY0" fmla="*/ 46772 h 93300"/>
                <a:gd name="connsiteX1" fmla="*/ 46982 w 93416"/>
                <a:gd name="connsiteY1" fmla="*/ 93422 h 93300"/>
                <a:gd name="connsiteX2" fmla="*/ 273 w 93416"/>
                <a:gd name="connsiteY2" fmla="*/ 46772 h 93300"/>
                <a:gd name="connsiteX3" fmla="*/ 46982 w 93416"/>
                <a:gd name="connsiteY3" fmla="*/ 122 h 93300"/>
                <a:gd name="connsiteX4" fmla="*/ 9369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90" y="46772"/>
                  </a:moveTo>
                  <a:cubicBezTo>
                    <a:pt x="93690" y="72536"/>
                    <a:pt x="72778" y="93422"/>
                    <a:pt x="46982" y="93422"/>
                  </a:cubicBezTo>
                  <a:cubicBezTo>
                    <a:pt x="21185" y="93422"/>
                    <a:pt x="273" y="72536"/>
                    <a:pt x="273" y="46772"/>
                  </a:cubicBezTo>
                  <a:cubicBezTo>
                    <a:pt x="273" y="21008"/>
                    <a:pt x="21185" y="122"/>
                    <a:pt x="46982" y="122"/>
                  </a:cubicBezTo>
                  <a:cubicBezTo>
                    <a:pt x="72778" y="122"/>
                    <a:pt x="93690" y="21008"/>
                    <a:pt x="9369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60" name="Группа 259">
            <a:extLst>
              <a:ext uri="{FF2B5EF4-FFF2-40B4-BE49-F238E27FC236}">
                <a16:creationId xmlns:a16="http://schemas.microsoft.com/office/drawing/2014/main" id="{219E8F9E-8201-56FE-57FA-2BF309F7F0DF}"/>
              </a:ext>
            </a:extLst>
          </p:cNvPr>
          <p:cNvGrpSpPr/>
          <p:nvPr userDrawn="1"/>
        </p:nvGrpSpPr>
        <p:grpSpPr>
          <a:xfrm>
            <a:off x="6782553" y="4472510"/>
            <a:ext cx="1975464" cy="1313069"/>
            <a:chOff x="13566873" y="8945020"/>
            <a:chExt cx="3951442" cy="2626137"/>
          </a:xfrm>
        </p:grpSpPr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81752DFB-57FF-4D2F-67F7-30FA0EB01308}"/>
                </a:ext>
              </a:extLst>
            </p:cNvPr>
            <p:cNvSpPr/>
            <p:nvPr/>
          </p:nvSpPr>
          <p:spPr>
            <a:xfrm>
              <a:off x="15786263" y="10371286"/>
              <a:ext cx="573594" cy="1153711"/>
            </a:xfrm>
            <a:custGeom>
              <a:avLst/>
              <a:gdLst>
                <a:gd name="connsiteX0" fmla="*/ 0 w 573594"/>
                <a:gd name="connsiteY0" fmla="*/ 0 h 1153711"/>
                <a:gd name="connsiteX1" fmla="*/ 573595 w 573594"/>
                <a:gd name="connsiteY1" fmla="*/ 0 h 1153711"/>
                <a:gd name="connsiteX2" fmla="*/ 573595 w 573594"/>
                <a:gd name="connsiteY2" fmla="*/ 1153712 h 1153711"/>
                <a:gd name="connsiteX3" fmla="*/ 0 w 573594"/>
                <a:gd name="connsiteY3" fmla="*/ 1153712 h 1153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594" h="1153711">
                  <a:moveTo>
                    <a:pt x="0" y="0"/>
                  </a:moveTo>
                  <a:lnTo>
                    <a:pt x="573595" y="0"/>
                  </a:lnTo>
                  <a:lnTo>
                    <a:pt x="573595" y="1153712"/>
                  </a:lnTo>
                  <a:lnTo>
                    <a:pt x="0" y="1153712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 261">
              <a:extLst>
                <a:ext uri="{FF2B5EF4-FFF2-40B4-BE49-F238E27FC236}">
                  <a16:creationId xmlns:a16="http://schemas.microsoft.com/office/drawing/2014/main" id="{5DF4B483-CF6A-2D6A-9E36-310873289446}"/>
                </a:ext>
              </a:extLst>
            </p:cNvPr>
            <p:cNvSpPr/>
            <p:nvPr/>
          </p:nvSpPr>
          <p:spPr>
            <a:xfrm>
              <a:off x="14968955" y="9210115"/>
              <a:ext cx="329910" cy="429372"/>
            </a:xfrm>
            <a:custGeom>
              <a:avLst/>
              <a:gdLst>
                <a:gd name="connsiteX0" fmla="*/ 0 w 329910"/>
                <a:gd name="connsiteY0" fmla="*/ 0 h 429372"/>
                <a:gd name="connsiteX1" fmla="*/ 329911 w 329910"/>
                <a:gd name="connsiteY1" fmla="*/ 0 h 429372"/>
                <a:gd name="connsiteX2" fmla="*/ 329911 w 329910"/>
                <a:gd name="connsiteY2" fmla="*/ 429373 h 429372"/>
                <a:gd name="connsiteX3" fmla="*/ 0 w 329910"/>
                <a:gd name="connsiteY3" fmla="*/ 429373 h 42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910" h="429372">
                  <a:moveTo>
                    <a:pt x="0" y="0"/>
                  </a:moveTo>
                  <a:lnTo>
                    <a:pt x="329911" y="0"/>
                  </a:lnTo>
                  <a:lnTo>
                    <a:pt x="329911" y="429373"/>
                  </a:lnTo>
                  <a:lnTo>
                    <a:pt x="0" y="429373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9845E502-F98D-4614-A515-CA7DBE1453CB}"/>
                </a:ext>
              </a:extLst>
            </p:cNvPr>
            <p:cNvSpPr/>
            <p:nvPr/>
          </p:nvSpPr>
          <p:spPr>
            <a:xfrm>
              <a:off x="13619376" y="8993557"/>
              <a:ext cx="3898939" cy="2531430"/>
            </a:xfrm>
            <a:custGeom>
              <a:avLst/>
              <a:gdLst>
                <a:gd name="connsiteX0" fmla="*/ 826650 w 3898939"/>
                <a:gd name="connsiteY0" fmla="*/ 0 h 2531430"/>
                <a:gd name="connsiteX1" fmla="*/ 136349 w 3898939"/>
                <a:gd name="connsiteY1" fmla="*/ 0 h 2531430"/>
                <a:gd name="connsiteX2" fmla="*/ 0 w 3898939"/>
                <a:gd name="connsiteY2" fmla="*/ 135791 h 2531430"/>
                <a:gd name="connsiteX3" fmla="*/ 0 w 3898939"/>
                <a:gd name="connsiteY3" fmla="*/ 1086406 h 2531430"/>
                <a:gd name="connsiteX4" fmla="*/ 1387120 w 3898939"/>
                <a:gd name="connsiteY4" fmla="*/ 0 h 2531430"/>
                <a:gd name="connsiteX5" fmla="*/ 2440591 w 3898939"/>
                <a:gd name="connsiteY5" fmla="*/ 0 h 2531430"/>
                <a:gd name="connsiteX6" fmla="*/ 0 w 3898939"/>
                <a:gd name="connsiteY6" fmla="*/ 1596211 h 2531430"/>
                <a:gd name="connsiteX7" fmla="*/ 0 w 3898939"/>
                <a:gd name="connsiteY7" fmla="*/ 2395647 h 2531430"/>
                <a:gd name="connsiteX8" fmla="*/ 136349 w 3898939"/>
                <a:gd name="connsiteY8" fmla="*/ 2531431 h 2531430"/>
                <a:gd name="connsiteX9" fmla="*/ 1387120 w 3898939"/>
                <a:gd name="connsiteY9" fmla="*/ 2531431 h 2531430"/>
                <a:gd name="connsiteX10" fmla="*/ 3136024 w 3898939"/>
                <a:gd name="connsiteY10" fmla="*/ 2531431 h 2531430"/>
                <a:gd name="connsiteX11" fmla="*/ 3762589 w 3898939"/>
                <a:gd name="connsiteY11" fmla="*/ 2531431 h 2531430"/>
                <a:gd name="connsiteX12" fmla="*/ 3898939 w 3898939"/>
                <a:gd name="connsiteY12" fmla="*/ 2395647 h 2531430"/>
                <a:gd name="connsiteX13" fmla="*/ 3898939 w 3898939"/>
                <a:gd name="connsiteY13" fmla="*/ 135791 h 2531430"/>
                <a:gd name="connsiteX14" fmla="*/ 3762589 w 3898939"/>
                <a:gd name="connsiteY14" fmla="*/ 0 h 2531430"/>
                <a:gd name="connsiteX15" fmla="*/ 2933574 w 3898939"/>
                <a:gd name="connsiteY15" fmla="*/ 0 h 25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98939" h="2531430">
                  <a:moveTo>
                    <a:pt x="826650" y="0"/>
                  </a:moveTo>
                  <a:lnTo>
                    <a:pt x="136349" y="0"/>
                  </a:lnTo>
                  <a:cubicBezTo>
                    <a:pt x="61045" y="0"/>
                    <a:pt x="0" y="60796"/>
                    <a:pt x="0" y="135791"/>
                  </a:cubicBezTo>
                  <a:lnTo>
                    <a:pt x="0" y="1086406"/>
                  </a:lnTo>
                  <a:moveTo>
                    <a:pt x="1387120" y="0"/>
                  </a:moveTo>
                  <a:lnTo>
                    <a:pt x="2440591" y="0"/>
                  </a:lnTo>
                  <a:moveTo>
                    <a:pt x="0" y="1596211"/>
                  </a:moveTo>
                  <a:lnTo>
                    <a:pt x="0" y="2395647"/>
                  </a:lnTo>
                  <a:cubicBezTo>
                    <a:pt x="0" y="2470639"/>
                    <a:pt x="61046" y="2531431"/>
                    <a:pt x="136349" y="2531431"/>
                  </a:cubicBezTo>
                  <a:lnTo>
                    <a:pt x="1387120" y="2531431"/>
                  </a:lnTo>
                  <a:moveTo>
                    <a:pt x="3136024" y="2531431"/>
                  </a:moveTo>
                  <a:lnTo>
                    <a:pt x="3762589" y="2531431"/>
                  </a:lnTo>
                  <a:cubicBezTo>
                    <a:pt x="3837898" y="2531431"/>
                    <a:pt x="3898939" y="2470639"/>
                    <a:pt x="3898939" y="2395647"/>
                  </a:cubicBezTo>
                  <a:lnTo>
                    <a:pt x="3898939" y="135791"/>
                  </a:lnTo>
                  <a:cubicBezTo>
                    <a:pt x="3898939" y="60796"/>
                    <a:pt x="3837898" y="0"/>
                    <a:pt x="3762589" y="0"/>
                  </a:cubicBezTo>
                  <a:lnTo>
                    <a:pt x="293357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28324802-B825-AE02-8FD6-DFE1D8330512}"/>
                </a:ext>
              </a:extLst>
            </p:cNvPr>
            <p:cNvSpPr/>
            <p:nvPr/>
          </p:nvSpPr>
          <p:spPr>
            <a:xfrm>
              <a:off x="14076695" y="9411731"/>
              <a:ext cx="2984182" cy="1683891"/>
            </a:xfrm>
            <a:custGeom>
              <a:avLst/>
              <a:gdLst>
                <a:gd name="connsiteX0" fmla="*/ 0 w 2984182"/>
                <a:gd name="connsiteY0" fmla="*/ 12291 h 1683891"/>
                <a:gd name="connsiteX1" fmla="*/ 0 w 2984182"/>
                <a:gd name="connsiteY1" fmla="*/ 1572349 h 1683891"/>
                <a:gd name="connsiteX2" fmla="*/ 112000 w 2984182"/>
                <a:gd name="connsiteY2" fmla="*/ 1683892 h 1683891"/>
                <a:gd name="connsiteX3" fmla="*/ 1985082 w 2984182"/>
                <a:gd name="connsiteY3" fmla="*/ 1683892 h 1683891"/>
                <a:gd name="connsiteX4" fmla="*/ 457375 w 2984182"/>
                <a:gd name="connsiteY4" fmla="*/ 423167 h 1683891"/>
                <a:gd name="connsiteX5" fmla="*/ 457375 w 2984182"/>
                <a:gd name="connsiteY5" fmla="*/ 111543 h 1683891"/>
                <a:gd name="connsiteX6" fmla="*/ 569375 w 2984182"/>
                <a:gd name="connsiteY6" fmla="*/ 0 h 1683891"/>
                <a:gd name="connsiteX7" fmla="*/ 1059088 w 2984182"/>
                <a:gd name="connsiteY7" fmla="*/ 0 h 1683891"/>
                <a:gd name="connsiteX8" fmla="*/ 1225916 w 2984182"/>
                <a:gd name="connsiteY8" fmla="*/ 0 h 1683891"/>
                <a:gd name="connsiteX9" fmla="*/ 2872183 w 2984182"/>
                <a:gd name="connsiteY9" fmla="*/ 0 h 1683891"/>
                <a:gd name="connsiteX10" fmla="*/ 2984183 w 2984182"/>
                <a:gd name="connsiteY10" fmla="*/ 111543 h 1683891"/>
                <a:gd name="connsiteX11" fmla="*/ 2984183 w 2984182"/>
                <a:gd name="connsiteY11" fmla="*/ 1572349 h 1683891"/>
                <a:gd name="connsiteX12" fmla="*/ 2872183 w 2984182"/>
                <a:gd name="connsiteY12" fmla="*/ 1683892 h 1683891"/>
                <a:gd name="connsiteX13" fmla="*/ 2286875 w 2984182"/>
                <a:gd name="connsiteY13" fmla="*/ 1683892 h 16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84182" h="1683891">
                  <a:moveTo>
                    <a:pt x="0" y="12291"/>
                  </a:moveTo>
                  <a:lnTo>
                    <a:pt x="0" y="1572349"/>
                  </a:lnTo>
                  <a:cubicBezTo>
                    <a:pt x="0" y="1633945"/>
                    <a:pt x="50144" y="1683892"/>
                    <a:pt x="112000" y="1683892"/>
                  </a:cubicBezTo>
                  <a:lnTo>
                    <a:pt x="1985082" y="1683892"/>
                  </a:lnTo>
                  <a:moveTo>
                    <a:pt x="457375" y="423167"/>
                  </a:moveTo>
                  <a:lnTo>
                    <a:pt x="457375" y="111543"/>
                  </a:lnTo>
                  <a:cubicBezTo>
                    <a:pt x="457375" y="49940"/>
                    <a:pt x="507520" y="0"/>
                    <a:pt x="569375" y="0"/>
                  </a:cubicBezTo>
                  <a:lnTo>
                    <a:pt x="1059088" y="0"/>
                  </a:lnTo>
                  <a:moveTo>
                    <a:pt x="1225916" y="0"/>
                  </a:moveTo>
                  <a:lnTo>
                    <a:pt x="2872183" y="0"/>
                  </a:lnTo>
                  <a:cubicBezTo>
                    <a:pt x="2934042" y="0"/>
                    <a:pt x="2984183" y="49940"/>
                    <a:pt x="2984183" y="111543"/>
                  </a:cubicBezTo>
                  <a:lnTo>
                    <a:pt x="2984183" y="1572349"/>
                  </a:lnTo>
                  <a:cubicBezTo>
                    <a:pt x="2984183" y="1633945"/>
                    <a:pt x="2934042" y="1683892"/>
                    <a:pt x="2872183" y="1683892"/>
                  </a:cubicBezTo>
                  <a:lnTo>
                    <a:pt x="2286875" y="1683892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2A5FEBD4-AD5F-805E-FB3E-015327676AB1}"/>
                </a:ext>
              </a:extLst>
            </p:cNvPr>
            <p:cNvSpPr/>
            <p:nvPr/>
          </p:nvSpPr>
          <p:spPr>
            <a:xfrm>
              <a:off x="14534077" y="9852308"/>
              <a:ext cx="2069438" cy="817673"/>
            </a:xfrm>
            <a:custGeom>
              <a:avLst/>
              <a:gdLst>
                <a:gd name="connsiteX0" fmla="*/ 0 w 2069438"/>
                <a:gd name="connsiteY0" fmla="*/ 361256 h 817673"/>
                <a:gd name="connsiteX1" fmla="*/ 0 w 2069438"/>
                <a:gd name="connsiteY1" fmla="*/ 754634 h 817673"/>
                <a:gd name="connsiteX2" fmla="*/ 63304 w 2069438"/>
                <a:gd name="connsiteY2" fmla="*/ 817674 h 817673"/>
                <a:gd name="connsiteX3" fmla="*/ 991606 w 2069438"/>
                <a:gd name="connsiteY3" fmla="*/ 817674 h 817673"/>
                <a:gd name="connsiteX4" fmla="*/ 2069439 w 2069438"/>
                <a:gd name="connsiteY4" fmla="*/ 817674 h 817673"/>
                <a:gd name="connsiteX5" fmla="*/ 2069439 w 2069438"/>
                <a:gd name="connsiteY5" fmla="*/ 63047 h 817673"/>
                <a:gd name="connsiteX6" fmla="*/ 2006131 w 2069438"/>
                <a:gd name="connsiteY6" fmla="*/ 0 h 817673"/>
                <a:gd name="connsiteX7" fmla="*/ 1360883 w 2069438"/>
                <a:gd name="connsiteY7" fmla="*/ 0 h 8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38" h="817673">
                  <a:moveTo>
                    <a:pt x="0" y="361256"/>
                  </a:moveTo>
                  <a:lnTo>
                    <a:pt x="0" y="754634"/>
                  </a:lnTo>
                  <a:cubicBezTo>
                    <a:pt x="0" y="789449"/>
                    <a:pt x="28343" y="817674"/>
                    <a:pt x="63304" y="817674"/>
                  </a:cubicBezTo>
                  <a:lnTo>
                    <a:pt x="991606" y="817674"/>
                  </a:lnTo>
                  <a:moveTo>
                    <a:pt x="2069439" y="817674"/>
                  </a:moveTo>
                  <a:lnTo>
                    <a:pt x="2069439" y="63047"/>
                  </a:lnTo>
                  <a:cubicBezTo>
                    <a:pt x="2069439" y="28227"/>
                    <a:pt x="2041099" y="0"/>
                    <a:pt x="2006131" y="0"/>
                  </a:cubicBezTo>
                  <a:lnTo>
                    <a:pt x="1360883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FDEE79D4-B9FC-4C49-80F6-645F1FB682A7}"/>
                </a:ext>
              </a:extLst>
            </p:cNvPr>
            <p:cNvSpPr/>
            <p:nvPr/>
          </p:nvSpPr>
          <p:spPr>
            <a:xfrm rot="10800000" flipV="1">
              <a:off x="14412803" y="8951141"/>
              <a:ext cx="88935" cy="88572"/>
            </a:xfrm>
            <a:custGeom>
              <a:avLst/>
              <a:gdLst>
                <a:gd name="connsiteX0" fmla="*/ 89015 w 88935"/>
                <a:gd name="connsiteY0" fmla="*/ 44289 h 88572"/>
                <a:gd name="connsiteX1" fmla="*/ 44548 w 88935"/>
                <a:gd name="connsiteY1" fmla="*/ 88575 h 88572"/>
                <a:gd name="connsiteX2" fmla="*/ 80 w 88935"/>
                <a:gd name="connsiteY2" fmla="*/ 44289 h 88572"/>
                <a:gd name="connsiteX3" fmla="*/ 44548 w 88935"/>
                <a:gd name="connsiteY3" fmla="*/ 3 h 88572"/>
                <a:gd name="connsiteX4" fmla="*/ 89015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15" y="44289"/>
                  </a:moveTo>
                  <a:cubicBezTo>
                    <a:pt x="89015" y="68748"/>
                    <a:pt x="69106" y="88575"/>
                    <a:pt x="44548" y="88575"/>
                  </a:cubicBezTo>
                  <a:cubicBezTo>
                    <a:pt x="19989" y="88575"/>
                    <a:pt x="80" y="68748"/>
                    <a:pt x="80" y="44289"/>
                  </a:cubicBezTo>
                  <a:cubicBezTo>
                    <a:pt x="80" y="19831"/>
                    <a:pt x="19989" y="3"/>
                    <a:pt x="44548" y="3"/>
                  </a:cubicBezTo>
                  <a:cubicBezTo>
                    <a:pt x="69106" y="3"/>
                    <a:pt x="89015" y="19831"/>
                    <a:pt x="89015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F623BA9E-45C3-3B25-4B77-75F3F289AA9E}"/>
                </a:ext>
              </a:extLst>
            </p:cNvPr>
            <p:cNvSpPr/>
            <p:nvPr/>
          </p:nvSpPr>
          <p:spPr>
            <a:xfrm rot="10800000" flipV="1">
              <a:off x="13576766" y="10564084"/>
              <a:ext cx="88935" cy="88572"/>
            </a:xfrm>
            <a:custGeom>
              <a:avLst/>
              <a:gdLst>
                <a:gd name="connsiteX0" fmla="*/ 88939 w 88935"/>
                <a:gd name="connsiteY0" fmla="*/ 44438 h 88572"/>
                <a:gd name="connsiteX1" fmla="*/ 44471 w 88935"/>
                <a:gd name="connsiteY1" fmla="*/ 88724 h 88572"/>
                <a:gd name="connsiteX2" fmla="*/ 3 w 88935"/>
                <a:gd name="connsiteY2" fmla="*/ 44438 h 88572"/>
                <a:gd name="connsiteX3" fmla="*/ 44471 w 88935"/>
                <a:gd name="connsiteY3" fmla="*/ 152 h 88572"/>
                <a:gd name="connsiteX4" fmla="*/ 88939 w 88935"/>
                <a:gd name="connsiteY4" fmla="*/ 44438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8939" y="44438"/>
                  </a:moveTo>
                  <a:cubicBezTo>
                    <a:pt x="88939" y="68896"/>
                    <a:pt x="69030" y="88724"/>
                    <a:pt x="44471" y="88724"/>
                  </a:cubicBezTo>
                  <a:cubicBezTo>
                    <a:pt x="19912" y="88724"/>
                    <a:pt x="3" y="68896"/>
                    <a:pt x="3" y="44438"/>
                  </a:cubicBezTo>
                  <a:cubicBezTo>
                    <a:pt x="3" y="19979"/>
                    <a:pt x="19912" y="152"/>
                    <a:pt x="44471" y="152"/>
                  </a:cubicBezTo>
                  <a:cubicBezTo>
                    <a:pt x="69030" y="152"/>
                    <a:pt x="88939" y="19979"/>
                    <a:pt x="88939" y="44438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BA9209F4-7E0A-FC15-3B36-C047CC4BB577}"/>
                </a:ext>
              </a:extLst>
            </p:cNvPr>
            <p:cNvSpPr/>
            <p:nvPr/>
          </p:nvSpPr>
          <p:spPr>
            <a:xfrm rot="10800000" flipV="1">
              <a:off x="14978885" y="8951141"/>
              <a:ext cx="88935" cy="88572"/>
            </a:xfrm>
            <a:custGeom>
              <a:avLst/>
              <a:gdLst>
                <a:gd name="connsiteX0" fmla="*/ 89067 w 88935"/>
                <a:gd name="connsiteY0" fmla="*/ 44289 h 88572"/>
                <a:gd name="connsiteX1" fmla="*/ 44600 w 88935"/>
                <a:gd name="connsiteY1" fmla="*/ 88575 h 88572"/>
                <a:gd name="connsiteX2" fmla="*/ 132 w 88935"/>
                <a:gd name="connsiteY2" fmla="*/ 44289 h 88572"/>
                <a:gd name="connsiteX3" fmla="*/ 44600 w 88935"/>
                <a:gd name="connsiteY3" fmla="*/ 3 h 88572"/>
                <a:gd name="connsiteX4" fmla="*/ 8906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7" y="44289"/>
                  </a:moveTo>
                  <a:cubicBezTo>
                    <a:pt x="89067" y="68748"/>
                    <a:pt x="69158" y="88575"/>
                    <a:pt x="44600" y="88575"/>
                  </a:cubicBezTo>
                  <a:cubicBezTo>
                    <a:pt x="20041" y="88575"/>
                    <a:pt x="132" y="68748"/>
                    <a:pt x="132" y="44289"/>
                  </a:cubicBezTo>
                  <a:cubicBezTo>
                    <a:pt x="132" y="19831"/>
                    <a:pt x="20041" y="3"/>
                    <a:pt x="44600" y="3"/>
                  </a:cubicBezTo>
                  <a:cubicBezTo>
                    <a:pt x="69158" y="3"/>
                    <a:pt x="89067" y="19831"/>
                    <a:pt x="8906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47FE8555-C2A5-4941-6DF2-2708CA09859D}"/>
                </a:ext>
              </a:extLst>
            </p:cNvPr>
            <p:cNvSpPr/>
            <p:nvPr/>
          </p:nvSpPr>
          <p:spPr>
            <a:xfrm rot="10800000" flipV="1">
              <a:off x="16500977" y="8951141"/>
              <a:ext cx="88935" cy="88572"/>
            </a:xfrm>
            <a:custGeom>
              <a:avLst/>
              <a:gdLst>
                <a:gd name="connsiteX0" fmla="*/ 89207 w 88935"/>
                <a:gd name="connsiteY0" fmla="*/ 44289 h 88572"/>
                <a:gd name="connsiteX1" fmla="*/ 44739 w 88935"/>
                <a:gd name="connsiteY1" fmla="*/ 88575 h 88572"/>
                <a:gd name="connsiteX2" fmla="*/ 272 w 88935"/>
                <a:gd name="connsiteY2" fmla="*/ 44289 h 88572"/>
                <a:gd name="connsiteX3" fmla="*/ 44739 w 88935"/>
                <a:gd name="connsiteY3" fmla="*/ 3 h 88572"/>
                <a:gd name="connsiteX4" fmla="*/ 8920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07" y="44289"/>
                  </a:moveTo>
                  <a:cubicBezTo>
                    <a:pt x="89207" y="68748"/>
                    <a:pt x="69298" y="88575"/>
                    <a:pt x="44739" y="88575"/>
                  </a:cubicBezTo>
                  <a:cubicBezTo>
                    <a:pt x="20180" y="88575"/>
                    <a:pt x="272" y="68748"/>
                    <a:pt x="272" y="44289"/>
                  </a:cubicBezTo>
                  <a:cubicBezTo>
                    <a:pt x="272" y="19831"/>
                    <a:pt x="20180" y="3"/>
                    <a:pt x="44739" y="3"/>
                  </a:cubicBezTo>
                  <a:cubicBezTo>
                    <a:pt x="69298" y="3"/>
                    <a:pt x="89207" y="19831"/>
                    <a:pt x="8920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CBF5BBE2-DFF4-1BC7-925F-1AC089F09238}"/>
                </a:ext>
              </a:extLst>
            </p:cNvPr>
            <p:cNvSpPr/>
            <p:nvPr/>
          </p:nvSpPr>
          <p:spPr>
            <a:xfrm rot="10800000" flipV="1">
              <a:off x="16692177" y="11482585"/>
              <a:ext cx="88935" cy="88572"/>
            </a:xfrm>
            <a:custGeom>
              <a:avLst/>
              <a:gdLst>
                <a:gd name="connsiteX0" fmla="*/ 89224 w 88935"/>
                <a:gd name="connsiteY0" fmla="*/ 44522 h 88572"/>
                <a:gd name="connsiteX1" fmla="*/ 44757 w 88935"/>
                <a:gd name="connsiteY1" fmla="*/ 88809 h 88572"/>
                <a:gd name="connsiteX2" fmla="*/ 289 w 88935"/>
                <a:gd name="connsiteY2" fmla="*/ 44522 h 88572"/>
                <a:gd name="connsiteX3" fmla="*/ 44757 w 88935"/>
                <a:gd name="connsiteY3" fmla="*/ 236 h 88572"/>
                <a:gd name="connsiteX4" fmla="*/ 89224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24" y="44522"/>
                  </a:moveTo>
                  <a:cubicBezTo>
                    <a:pt x="89224" y="68981"/>
                    <a:pt x="69316" y="88809"/>
                    <a:pt x="44757" y="88809"/>
                  </a:cubicBezTo>
                  <a:cubicBezTo>
                    <a:pt x="20198" y="88809"/>
                    <a:pt x="289" y="68981"/>
                    <a:pt x="289" y="44522"/>
                  </a:cubicBezTo>
                  <a:cubicBezTo>
                    <a:pt x="289" y="20064"/>
                    <a:pt x="20198" y="236"/>
                    <a:pt x="44757" y="236"/>
                  </a:cubicBezTo>
                  <a:cubicBezTo>
                    <a:pt x="69316" y="236"/>
                    <a:pt x="89224" y="20064"/>
                    <a:pt x="89224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29957370-9958-C0BA-68DC-9AB76BBCE3C1}"/>
                </a:ext>
              </a:extLst>
            </p:cNvPr>
            <p:cNvSpPr/>
            <p:nvPr/>
          </p:nvSpPr>
          <p:spPr>
            <a:xfrm rot="10800000" flipV="1">
              <a:off x="14982634" y="11482585"/>
              <a:ext cx="88935" cy="88572"/>
            </a:xfrm>
            <a:custGeom>
              <a:avLst/>
              <a:gdLst>
                <a:gd name="connsiteX0" fmla="*/ 89068 w 88935"/>
                <a:gd name="connsiteY0" fmla="*/ 44522 h 88572"/>
                <a:gd name="connsiteX1" fmla="*/ 44600 w 88935"/>
                <a:gd name="connsiteY1" fmla="*/ 88809 h 88572"/>
                <a:gd name="connsiteX2" fmla="*/ 132 w 88935"/>
                <a:gd name="connsiteY2" fmla="*/ 44522 h 88572"/>
                <a:gd name="connsiteX3" fmla="*/ 44600 w 88935"/>
                <a:gd name="connsiteY3" fmla="*/ 236 h 88572"/>
                <a:gd name="connsiteX4" fmla="*/ 89068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8" y="44522"/>
                  </a:moveTo>
                  <a:cubicBezTo>
                    <a:pt x="89068" y="68981"/>
                    <a:pt x="69159" y="88809"/>
                    <a:pt x="44600" y="88809"/>
                  </a:cubicBezTo>
                  <a:cubicBezTo>
                    <a:pt x="20041" y="88809"/>
                    <a:pt x="132" y="68981"/>
                    <a:pt x="132" y="44522"/>
                  </a:cubicBezTo>
                  <a:cubicBezTo>
                    <a:pt x="132" y="20064"/>
                    <a:pt x="20041" y="236"/>
                    <a:pt x="44600" y="236"/>
                  </a:cubicBezTo>
                  <a:cubicBezTo>
                    <a:pt x="69159" y="236"/>
                    <a:pt x="89068" y="20064"/>
                    <a:pt x="89068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E4AE9607-FDC7-9A2D-3BF9-5EBA74C10BBB}"/>
                </a:ext>
              </a:extLst>
            </p:cNvPr>
            <p:cNvSpPr/>
            <p:nvPr/>
          </p:nvSpPr>
          <p:spPr>
            <a:xfrm>
              <a:off x="13566873" y="10035769"/>
              <a:ext cx="105984" cy="49708"/>
            </a:xfrm>
            <a:custGeom>
              <a:avLst/>
              <a:gdLst>
                <a:gd name="connsiteX0" fmla="*/ 0 w 105984"/>
                <a:gd name="connsiteY0" fmla="*/ 0 h 49708"/>
                <a:gd name="connsiteX1" fmla="*/ 52992 w 105984"/>
                <a:gd name="connsiteY1" fmla="*/ 49708 h 49708"/>
                <a:gd name="connsiteX2" fmla="*/ 105984 w 105984"/>
                <a:gd name="connsiteY2" fmla="*/ 0 h 4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984" h="49708">
                  <a:moveTo>
                    <a:pt x="0" y="0"/>
                  </a:moveTo>
                  <a:lnTo>
                    <a:pt x="52992" y="49708"/>
                  </a:lnTo>
                  <a:lnTo>
                    <a:pt x="10598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CEEAD960-7DFB-2D2B-33FF-7D509C247828}"/>
                </a:ext>
              </a:extLst>
            </p:cNvPr>
            <p:cNvSpPr/>
            <p:nvPr/>
          </p:nvSpPr>
          <p:spPr>
            <a:xfrm rot="10800000" flipV="1">
              <a:off x="14487720" y="10164594"/>
              <a:ext cx="88935" cy="88572"/>
            </a:xfrm>
            <a:custGeom>
              <a:avLst/>
              <a:gdLst>
                <a:gd name="connsiteX0" fmla="*/ 89022 w 88935"/>
                <a:gd name="connsiteY0" fmla="*/ 44401 h 88572"/>
                <a:gd name="connsiteX1" fmla="*/ 44554 w 88935"/>
                <a:gd name="connsiteY1" fmla="*/ 88687 h 88572"/>
                <a:gd name="connsiteX2" fmla="*/ 87 w 88935"/>
                <a:gd name="connsiteY2" fmla="*/ 44401 h 88572"/>
                <a:gd name="connsiteX3" fmla="*/ 44554 w 88935"/>
                <a:gd name="connsiteY3" fmla="*/ 115 h 88572"/>
                <a:gd name="connsiteX4" fmla="*/ 89022 w 88935"/>
                <a:gd name="connsiteY4" fmla="*/ 44401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401"/>
                  </a:moveTo>
                  <a:cubicBezTo>
                    <a:pt x="89022" y="68860"/>
                    <a:pt x="69113" y="88687"/>
                    <a:pt x="44554" y="88687"/>
                  </a:cubicBezTo>
                  <a:cubicBezTo>
                    <a:pt x="19996" y="88687"/>
                    <a:pt x="87" y="68860"/>
                    <a:pt x="87" y="44401"/>
                  </a:cubicBezTo>
                  <a:cubicBezTo>
                    <a:pt x="87" y="19942"/>
                    <a:pt x="19996" y="115"/>
                    <a:pt x="44554" y="115"/>
                  </a:cubicBezTo>
                  <a:cubicBezTo>
                    <a:pt x="69113" y="115"/>
                    <a:pt x="89022" y="19942"/>
                    <a:pt x="89022" y="44401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AB15F62D-E03B-C563-D5CC-55C73A33043C}"/>
                </a:ext>
              </a:extLst>
            </p:cNvPr>
            <p:cNvSpPr/>
            <p:nvPr/>
          </p:nvSpPr>
          <p:spPr>
            <a:xfrm>
              <a:off x="16011297" y="8945020"/>
              <a:ext cx="53389" cy="99423"/>
            </a:xfrm>
            <a:custGeom>
              <a:avLst/>
              <a:gdLst>
                <a:gd name="connsiteX0" fmla="*/ 0 w 53389"/>
                <a:gd name="connsiteY0" fmla="*/ 99424 h 99423"/>
                <a:gd name="connsiteX1" fmla="*/ 53389 w 53389"/>
                <a:gd name="connsiteY1" fmla="*/ 50078 h 99423"/>
                <a:gd name="connsiteX2" fmla="*/ 785 w 53389"/>
                <a:gd name="connsiteY2" fmla="*/ 0 h 9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89" h="99423">
                  <a:moveTo>
                    <a:pt x="0" y="99424"/>
                  </a:moveTo>
                  <a:lnTo>
                    <a:pt x="53389" y="50078"/>
                  </a:lnTo>
                  <a:lnTo>
                    <a:pt x="785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5" name="Полилиния 274">
              <a:extLst>
                <a:ext uri="{FF2B5EF4-FFF2-40B4-BE49-F238E27FC236}">
                  <a16:creationId xmlns:a16="http://schemas.microsoft.com/office/drawing/2014/main" id="{9348C21F-05AA-7E25-531D-C9D9CED3EDA7}"/>
                </a:ext>
              </a:extLst>
            </p:cNvPr>
            <p:cNvSpPr/>
            <p:nvPr/>
          </p:nvSpPr>
          <p:spPr>
            <a:xfrm>
              <a:off x="15103949" y="9366926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6" name="Полилиния 275">
              <a:extLst>
                <a:ext uri="{FF2B5EF4-FFF2-40B4-BE49-F238E27FC236}">
                  <a16:creationId xmlns:a16="http://schemas.microsoft.com/office/drawing/2014/main" id="{8BC01155-7395-661A-64CD-CC6A184B5E30}"/>
                </a:ext>
              </a:extLst>
            </p:cNvPr>
            <p:cNvSpPr/>
            <p:nvPr/>
          </p:nvSpPr>
          <p:spPr>
            <a:xfrm>
              <a:off x="16029942" y="11050819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7" name="Полилиния 276">
              <a:extLst>
                <a:ext uri="{FF2B5EF4-FFF2-40B4-BE49-F238E27FC236}">
                  <a16:creationId xmlns:a16="http://schemas.microsoft.com/office/drawing/2014/main" id="{9AE6F36D-2AF1-EA87-9D38-20174C5D64D7}"/>
                </a:ext>
              </a:extLst>
            </p:cNvPr>
            <p:cNvSpPr/>
            <p:nvPr/>
          </p:nvSpPr>
          <p:spPr>
            <a:xfrm>
              <a:off x="13870527" y="10920140"/>
              <a:ext cx="588589" cy="403235"/>
            </a:xfrm>
            <a:custGeom>
              <a:avLst/>
              <a:gdLst>
                <a:gd name="connsiteX0" fmla="*/ 0 w 588589"/>
                <a:gd name="connsiteY0" fmla="*/ 0 h 403235"/>
                <a:gd name="connsiteX1" fmla="*/ 0 w 588589"/>
                <a:gd name="connsiteY1" fmla="*/ 291693 h 403235"/>
                <a:gd name="connsiteX2" fmla="*/ 112001 w 588589"/>
                <a:gd name="connsiteY2" fmla="*/ 403235 h 403235"/>
                <a:gd name="connsiteX3" fmla="*/ 588590 w 588589"/>
                <a:gd name="connsiteY3" fmla="*/ 403235 h 40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89" h="403235">
                  <a:moveTo>
                    <a:pt x="0" y="0"/>
                  </a:moveTo>
                  <a:lnTo>
                    <a:pt x="0" y="291693"/>
                  </a:lnTo>
                  <a:cubicBezTo>
                    <a:pt x="0" y="353299"/>
                    <a:pt x="50144" y="403235"/>
                    <a:pt x="112001" y="403235"/>
                  </a:cubicBezTo>
                  <a:lnTo>
                    <a:pt x="588590" y="40323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8" name="Полилиния 277">
              <a:extLst>
                <a:ext uri="{FF2B5EF4-FFF2-40B4-BE49-F238E27FC236}">
                  <a16:creationId xmlns:a16="http://schemas.microsoft.com/office/drawing/2014/main" id="{C278F938-C579-4627-196A-71FE8F496E9D}"/>
                </a:ext>
              </a:extLst>
            </p:cNvPr>
            <p:cNvSpPr/>
            <p:nvPr/>
          </p:nvSpPr>
          <p:spPr>
            <a:xfrm>
              <a:off x="16176184" y="9210117"/>
              <a:ext cx="1124693" cy="1519603"/>
            </a:xfrm>
            <a:custGeom>
              <a:avLst/>
              <a:gdLst>
                <a:gd name="connsiteX0" fmla="*/ 1124693 w 1124693"/>
                <a:gd name="connsiteY0" fmla="*/ 1519603 h 1519603"/>
                <a:gd name="connsiteX1" fmla="*/ 1124693 w 1124693"/>
                <a:gd name="connsiteY1" fmla="*/ 111542 h 1519603"/>
                <a:gd name="connsiteX2" fmla="*/ 1012694 w 1124693"/>
                <a:gd name="connsiteY2" fmla="*/ 0 h 1519603"/>
                <a:gd name="connsiteX3" fmla="*/ 0 w 1124693"/>
                <a:gd name="connsiteY3" fmla="*/ 0 h 151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693" h="1519603">
                  <a:moveTo>
                    <a:pt x="1124693" y="1519603"/>
                  </a:moveTo>
                  <a:lnTo>
                    <a:pt x="1124693" y="111542"/>
                  </a:lnTo>
                  <a:cubicBezTo>
                    <a:pt x="1124693" y="49940"/>
                    <a:pt x="1074541" y="0"/>
                    <a:pt x="1012694" y="0"/>
                  </a:cubicBez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9" name="Полилиния 278">
              <a:extLst>
                <a:ext uri="{FF2B5EF4-FFF2-40B4-BE49-F238E27FC236}">
                  <a16:creationId xmlns:a16="http://schemas.microsoft.com/office/drawing/2014/main" id="{7021D085-B280-A4CD-D539-E440E6D58444}"/>
                </a:ext>
              </a:extLst>
            </p:cNvPr>
            <p:cNvSpPr/>
            <p:nvPr/>
          </p:nvSpPr>
          <p:spPr>
            <a:xfrm rot="10800000" flipV="1">
              <a:off x="16557222" y="10590224"/>
              <a:ext cx="88935" cy="88572"/>
            </a:xfrm>
            <a:custGeom>
              <a:avLst/>
              <a:gdLst>
                <a:gd name="connsiteX0" fmla="*/ 89212 w 88935"/>
                <a:gd name="connsiteY0" fmla="*/ 44440 h 88572"/>
                <a:gd name="connsiteX1" fmla="*/ 44744 w 88935"/>
                <a:gd name="connsiteY1" fmla="*/ 88726 h 88572"/>
                <a:gd name="connsiteX2" fmla="*/ 277 w 88935"/>
                <a:gd name="connsiteY2" fmla="*/ 44440 h 88572"/>
                <a:gd name="connsiteX3" fmla="*/ 44744 w 88935"/>
                <a:gd name="connsiteY3" fmla="*/ 154 h 88572"/>
                <a:gd name="connsiteX4" fmla="*/ 89212 w 88935"/>
                <a:gd name="connsiteY4" fmla="*/ 44440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12" y="44440"/>
                  </a:moveTo>
                  <a:cubicBezTo>
                    <a:pt x="89212" y="68899"/>
                    <a:pt x="69303" y="88726"/>
                    <a:pt x="44744" y="88726"/>
                  </a:cubicBezTo>
                  <a:cubicBezTo>
                    <a:pt x="20186" y="88726"/>
                    <a:pt x="277" y="68899"/>
                    <a:pt x="277" y="44440"/>
                  </a:cubicBezTo>
                  <a:cubicBezTo>
                    <a:pt x="277" y="19982"/>
                    <a:pt x="20186" y="154"/>
                    <a:pt x="44744" y="154"/>
                  </a:cubicBezTo>
                  <a:cubicBezTo>
                    <a:pt x="69303" y="154"/>
                    <a:pt x="89212" y="19982"/>
                    <a:pt x="89212" y="44440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0" name="Полилиния 279">
              <a:extLst>
                <a:ext uri="{FF2B5EF4-FFF2-40B4-BE49-F238E27FC236}">
                  <a16:creationId xmlns:a16="http://schemas.microsoft.com/office/drawing/2014/main" id="{D701A3D1-F1D2-9B98-001F-F0854CBDE25B}"/>
                </a:ext>
              </a:extLst>
            </p:cNvPr>
            <p:cNvSpPr/>
            <p:nvPr/>
          </p:nvSpPr>
          <p:spPr>
            <a:xfrm>
              <a:off x="14545317" y="9863514"/>
              <a:ext cx="1023476" cy="10855"/>
            </a:xfrm>
            <a:custGeom>
              <a:avLst/>
              <a:gdLst>
                <a:gd name="connsiteX0" fmla="*/ 1023476 w 1023476"/>
                <a:gd name="connsiteY0" fmla="*/ 0 h 10855"/>
                <a:gd name="connsiteX1" fmla="*/ 0 w 1023476"/>
                <a:gd name="connsiteY1" fmla="*/ 0 h 1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3476" h="10855">
                  <a:moveTo>
                    <a:pt x="1023476" y="0"/>
                  </a:move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1" name="Полилиния 280">
              <a:extLst>
                <a:ext uri="{FF2B5EF4-FFF2-40B4-BE49-F238E27FC236}">
                  <a16:creationId xmlns:a16="http://schemas.microsoft.com/office/drawing/2014/main" id="{850FCDF5-1869-A52C-CF0A-2B38942215C6}"/>
                </a:ext>
              </a:extLst>
            </p:cNvPr>
            <p:cNvSpPr/>
            <p:nvPr/>
          </p:nvSpPr>
          <p:spPr>
            <a:xfrm>
              <a:off x="15891025" y="9796061"/>
              <a:ext cx="56234" cy="112009"/>
            </a:xfrm>
            <a:custGeom>
              <a:avLst/>
              <a:gdLst>
                <a:gd name="connsiteX0" fmla="*/ 56234 w 56234"/>
                <a:gd name="connsiteY0" fmla="*/ 0 h 112009"/>
                <a:gd name="connsiteX1" fmla="*/ 0 w 56234"/>
                <a:gd name="connsiteY1" fmla="*/ 56005 h 112009"/>
                <a:gd name="connsiteX2" fmla="*/ 56234 w 56234"/>
                <a:gd name="connsiteY2" fmla="*/ 112009 h 11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234" h="112009">
                  <a:moveTo>
                    <a:pt x="56234" y="0"/>
                  </a:moveTo>
                  <a:lnTo>
                    <a:pt x="0" y="56005"/>
                  </a:lnTo>
                  <a:lnTo>
                    <a:pt x="56234" y="112009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71B0C3DA-306F-8E90-CFDE-5833374F7BEE}"/>
                </a:ext>
              </a:extLst>
            </p:cNvPr>
            <p:cNvSpPr/>
            <p:nvPr/>
          </p:nvSpPr>
          <p:spPr>
            <a:xfrm>
              <a:off x="14020461" y="9422929"/>
              <a:ext cx="112467" cy="56004"/>
            </a:xfrm>
            <a:custGeom>
              <a:avLst/>
              <a:gdLst>
                <a:gd name="connsiteX0" fmla="*/ 112467 w 112467"/>
                <a:gd name="connsiteY0" fmla="*/ 56005 h 56004"/>
                <a:gd name="connsiteX1" fmla="*/ 56234 w 112467"/>
                <a:gd name="connsiteY1" fmla="*/ 0 h 56004"/>
                <a:gd name="connsiteX2" fmla="*/ 0 w 112467"/>
                <a:gd name="connsiteY2" fmla="*/ 56005 h 5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7" h="56004">
                  <a:moveTo>
                    <a:pt x="112467" y="56005"/>
                  </a:moveTo>
                  <a:lnTo>
                    <a:pt x="56234" y="0"/>
                  </a:lnTo>
                  <a:lnTo>
                    <a:pt x="0" y="5600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D6893A02-4E8C-E0C7-3B65-6AC408FC368B}"/>
                </a:ext>
              </a:extLst>
            </p:cNvPr>
            <p:cNvSpPr/>
            <p:nvPr/>
          </p:nvSpPr>
          <p:spPr>
            <a:xfrm rot="10800000" flipV="1">
              <a:off x="14487720" y="9817351"/>
              <a:ext cx="88935" cy="88572"/>
            </a:xfrm>
            <a:custGeom>
              <a:avLst/>
              <a:gdLst>
                <a:gd name="connsiteX0" fmla="*/ 89022 w 88935"/>
                <a:gd name="connsiteY0" fmla="*/ 44369 h 88572"/>
                <a:gd name="connsiteX1" fmla="*/ 44554 w 88935"/>
                <a:gd name="connsiteY1" fmla="*/ 88655 h 88572"/>
                <a:gd name="connsiteX2" fmla="*/ 87 w 88935"/>
                <a:gd name="connsiteY2" fmla="*/ 44369 h 88572"/>
                <a:gd name="connsiteX3" fmla="*/ 44554 w 88935"/>
                <a:gd name="connsiteY3" fmla="*/ 83 h 88572"/>
                <a:gd name="connsiteX4" fmla="*/ 89022 w 88935"/>
                <a:gd name="connsiteY4" fmla="*/ 4436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369"/>
                  </a:moveTo>
                  <a:cubicBezTo>
                    <a:pt x="89022" y="68828"/>
                    <a:pt x="69113" y="88655"/>
                    <a:pt x="44554" y="88655"/>
                  </a:cubicBezTo>
                  <a:cubicBezTo>
                    <a:pt x="19996" y="88655"/>
                    <a:pt x="87" y="68828"/>
                    <a:pt x="87" y="44369"/>
                  </a:cubicBezTo>
                  <a:cubicBezTo>
                    <a:pt x="87" y="19910"/>
                    <a:pt x="19996" y="83"/>
                    <a:pt x="44554" y="83"/>
                  </a:cubicBezTo>
                  <a:cubicBezTo>
                    <a:pt x="69113" y="83"/>
                    <a:pt x="89022" y="19910"/>
                    <a:pt x="89022" y="4436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983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609596" y="408890"/>
            <a:ext cx="9475200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609596" y="1325589"/>
            <a:ext cx="1403733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609596" y="1786190"/>
            <a:ext cx="2328293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Группа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вконтакте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3354598" y="1366369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3354598" y="1826971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535966"/>
            <a:ext cx="12192000" cy="43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08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6D8E8-BCAE-DE56-B939-10FA2C3E9BDA}"/>
              </a:ext>
            </a:extLst>
          </p:cNvPr>
          <p:cNvSpPr txBox="1"/>
          <p:nvPr userDrawn="1"/>
        </p:nvSpPr>
        <p:spPr>
          <a:xfrm>
            <a:off x="609596" y="408890"/>
            <a:ext cx="9475200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3D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9C2A9D-6DD7-109F-27F7-19D09211C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6823" y="2089765"/>
            <a:ext cx="1841260" cy="17335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1E0D7B-35A5-E0F2-9CDB-08158D14D2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97036" y="2143740"/>
            <a:ext cx="1625388" cy="1625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7E6E8-310A-4662-1F5B-6CBA94235A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27250" y="2143740"/>
            <a:ext cx="1625388" cy="1625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F8AE44-01E2-4583-D3D1-53B4DCA1E6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16196" y="2023090"/>
            <a:ext cx="1866657" cy="1866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D6E499-5FBF-6B0C-4A02-7E6EBFA3C6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16251" y="1965940"/>
            <a:ext cx="1555547" cy="19812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A21F8D-D6B1-599C-927E-528E10ECFC0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46465" y="2143740"/>
            <a:ext cx="1625388" cy="1625600"/>
          </a:xfrm>
          <a:prstGeom prst="rect">
            <a:avLst/>
          </a:prstGeom>
        </p:spPr>
      </p:pic>
      <p:sp>
        <p:nvSpPr>
          <p:cNvPr id="11" name="Text 3">
            <a:hlinkClick r:id="rId8"/>
            <a:extLst>
              <a:ext uri="{FF2B5EF4-FFF2-40B4-BE49-F238E27FC236}">
                <a16:creationId xmlns:a16="http://schemas.microsoft.com/office/drawing/2014/main" id="{A3C11F9E-7D6A-4695-F20C-9847F9A1494D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sng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Больше 3D здесь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D51FA7-F87C-35B2-43FA-B860341193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048965" y="4273058"/>
            <a:ext cx="1542849" cy="15494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723F20-3970-757C-013C-C1150DAD598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170327" y="4238133"/>
            <a:ext cx="1619039" cy="16192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5A62368-5D54-87E1-4A27-B4B17D46AB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237783" y="4238133"/>
            <a:ext cx="1625388" cy="16192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538CF5-C198-6B81-F2A6-5F84D8EFAEE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198631" y="4238133"/>
            <a:ext cx="1625388" cy="161925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16FA5B-4462-25EB-D382-30833C1695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13780" y="4238133"/>
            <a:ext cx="1619039" cy="16192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3AA5C3-C7AC-01BA-A263-A55DE649096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22580" y="4238133"/>
            <a:ext cx="1625388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45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999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47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63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7" y="1547112"/>
            <a:ext cx="859150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9490912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9490912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9806758" y="1547112"/>
            <a:ext cx="1778896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9176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946750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7" y="1547112"/>
            <a:ext cx="8591505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9490912" y="1873250"/>
            <a:ext cx="0" cy="4382294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9490912" y="609600"/>
            <a:ext cx="0" cy="6604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9806758" y="1547112"/>
            <a:ext cx="1778896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9176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65627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05564" y="609600"/>
            <a:ext cx="4876767" cy="56388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269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20554"/>
            <a:ext cx="5239117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302417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605910"/>
            <a:ext cx="5486403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397136"/>
            <a:ext cx="5486403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609596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0356" y="592110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spc="5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406086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74518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992048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5728" y="609600"/>
            <a:ext cx="1003293" cy="65134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3441411" y="5842000"/>
            <a:ext cx="0" cy="41354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3737029" y="5553946"/>
            <a:ext cx="784862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3441411" y="602456"/>
            <a:ext cx="0" cy="465182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609597" y="609600"/>
            <a:ext cx="2216138" cy="5639476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28" y="2351748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5728" y="4091215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4095728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6487" y="592110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spc="5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490189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122" y="609600"/>
            <a:ext cx="1003293" cy="651345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606346" y="1547112"/>
            <a:ext cx="7968279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882188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882188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122" y="2919730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22" y="4659197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42684-44B7-95E6-5D87-ECCCC1A1E8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9715" y="608923"/>
            <a:ext cx="2525939" cy="565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90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495" y="603250"/>
            <a:ext cx="10286947" cy="5651506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75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1889701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4876767" cy="56388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6191218" y="609600"/>
            <a:ext cx="4555868" cy="4135338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18" y="5218037"/>
            <a:ext cx="53944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39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9008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0159" y="2724150"/>
            <a:ext cx="4241778" cy="413385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543" y="4138067"/>
            <a:ext cx="2726963" cy="2427756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48442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13620" y="2602824"/>
            <a:ext cx="3451500" cy="4255176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699076"/>
            <a:ext cx="734056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95830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0159" y="2724150"/>
            <a:ext cx="4241778" cy="413385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3850" y="3695700"/>
            <a:ext cx="1625591" cy="25527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038049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609597" y="5473700"/>
            <a:ext cx="10972743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609596" y="5827916"/>
            <a:ext cx="1854191" cy="4191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06518"/>
              <a:ext cx="3062592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marL="0" marR="0" lvl="0" indent="0" algn="ctr" defTabSz="743903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1" i="0" u="none" strike="noStrike" kern="1200" cap="none" spc="5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Semibold" panose="020B0503030202060203" pitchFamily="34" charset="0"/>
                  <a:ea typeface="+mn-ea"/>
                  <a:cs typeface="+mn-cs"/>
                </a:rPr>
                <a:t>ЭТО БАЗА</a:t>
              </a:r>
              <a:endParaRPr kumimoji="0" lang="en-US" sz="1500" b="1" i="0" u="none" strike="noStrike" kern="1200" cap="none" spc="5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288980"/>
            <a:ext cx="10742801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5611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902" y="2672383"/>
            <a:ext cx="8928016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9677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2063750"/>
            <a:ext cx="12192000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2006590" y="1746250"/>
            <a:ext cx="634997" cy="635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090" y="1682750"/>
            <a:ext cx="761996" cy="762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454" y="1851006"/>
            <a:ext cx="427313" cy="400007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2006590" y="2762250"/>
            <a:ext cx="7575511" cy="203835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2762250"/>
            <a:ext cx="84715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1148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9331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3924300"/>
            <a:ext cx="1219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2006590" y="3695700"/>
            <a:ext cx="457197" cy="4572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3090" y="3632200"/>
            <a:ext cx="584197" cy="5842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9764" y="3770238"/>
            <a:ext cx="309443" cy="289784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1638300"/>
            <a:ext cx="8471551" cy="33093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5339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8392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12191937" cy="3429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5492721" y="4616450"/>
            <a:ext cx="5321272" cy="10541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1308094" y="895350"/>
            <a:ext cx="6813514" cy="16129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08376"/>
            <a:ext cx="1193794" cy="127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78" y="2275644"/>
            <a:ext cx="5467322" cy="127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223" y="1554248"/>
            <a:ext cx="312765" cy="312766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7982" y="2125612"/>
            <a:ext cx="312765" cy="312766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422438"/>
            <a:ext cx="5384772" cy="127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02893" y="5422438"/>
            <a:ext cx="1289043" cy="127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2807" y="5274990"/>
            <a:ext cx="312765" cy="312766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5868" y="5274990"/>
            <a:ext cx="312765" cy="312766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4" y="1390650"/>
            <a:ext cx="541658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2722" y="5111750"/>
            <a:ext cx="5416585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895350"/>
            <a:ext cx="546732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2721" y="4620554"/>
            <a:ext cx="546732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361358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8286707" y="6248720"/>
            <a:ext cx="3290815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8286707" y="617363"/>
            <a:ext cx="259713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7966922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7067513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86707" y="4676970"/>
            <a:ext cx="3525812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2438661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224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224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24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224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386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386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386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386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86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1145429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3365" y="103546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365" y="208648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83365" y="314571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365" y="420084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5" y="5255969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3727792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609597" y="1568450"/>
            <a:ext cx="4203678" cy="42545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2243" y="1568450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2243" y="249657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34247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435282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</p:spTree>
    <p:extLst>
      <p:ext uri="{BB962C8B-B14F-4D97-AF65-F5344CB8AC3E}">
        <p14:creationId xmlns:p14="http://schemas.microsoft.com/office/powerpoint/2010/main" val="3843596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40889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ДОЛЖНОСТЬ СПИКЕРА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5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9600"/>
            <a:ext cx="3257533" cy="5207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355793" y="752771"/>
            <a:ext cx="25459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Давайте знакомиться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2813963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6180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36180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3067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42173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98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6" y="4443413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7306389" y="609782"/>
            <a:ext cx="4272884" cy="5643885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A651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A651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chemeClr val="tx2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B8E5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66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563379"/>
            <a:ext cx="426656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0721" y="172583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0720" y="3859432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1160149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94073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24553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28802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2592820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363349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3938294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3364" y="497778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528258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266413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48164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609597" y="1879600"/>
            <a:ext cx="5391122" cy="43688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FBCA60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7" y="1879600"/>
            <a:ext cx="5391122" cy="939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6191218" y="1879600"/>
            <a:ext cx="5391122" cy="43688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218" y="1879600"/>
            <a:ext cx="5391122" cy="9398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2136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20954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4085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74085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4085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4085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74085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5706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5706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55706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5706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5706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</p:spTree>
    <p:extLst>
      <p:ext uri="{BB962C8B-B14F-4D97-AF65-F5344CB8AC3E}">
        <p14:creationId xmlns:p14="http://schemas.microsoft.com/office/powerpoint/2010/main" val="609505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5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6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</p:spTree>
    <p:extLst>
      <p:ext uri="{BB962C8B-B14F-4D97-AF65-F5344CB8AC3E}">
        <p14:creationId xmlns:p14="http://schemas.microsoft.com/office/powerpoint/2010/main" val="3254353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91757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286145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380534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474922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569311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5417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5428" y="5226072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4039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039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4039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4039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039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168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68168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8168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8168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8168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3727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60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1976143" y="3875059"/>
            <a:ext cx="5196605" cy="4759797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460" y="1295401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2365417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343345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450148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556952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756209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80035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0337" y="609803"/>
            <a:ext cx="2632065" cy="5737962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8654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9322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1906459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9339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38967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8967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8967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8967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109353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3" y="2800350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7116601" y="2781300"/>
            <a:ext cx="4465739" cy="3493294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2243" y="36454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2243" y="44836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559475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8572" y="913183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1855" y="2042329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8204" y="317147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1855" y="430062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8572" y="5429765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78680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864749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6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6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18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18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18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24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624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24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786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786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786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4624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4624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624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786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786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786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84323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301750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85658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52600"/>
            <a:ext cx="191991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2057400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175260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66213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35733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446055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41557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325897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95417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7459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11431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8383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3722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0674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39625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36577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25528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2480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5499977" y="20121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34218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5499977" y="48315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62412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4170761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434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181013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50533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3364" y="3088747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3364" y="279087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364" y="436736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364" y="406948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3364" y="564597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364" y="534810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619724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1578873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8093" y="27091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093" y="4189085"/>
            <a:ext cx="445886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7122" y="270917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7122" y="3183769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7122" y="365833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7122" y="4132896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37122" y="460191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37122" y="508202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</p:spTree>
    <p:extLst>
      <p:ext uri="{BB962C8B-B14F-4D97-AF65-F5344CB8AC3E}">
        <p14:creationId xmlns:p14="http://schemas.microsoft.com/office/powerpoint/2010/main" val="2669349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03582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7568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5203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03582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7568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203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</p:spTree>
    <p:extLst>
      <p:ext uri="{BB962C8B-B14F-4D97-AF65-F5344CB8AC3E}">
        <p14:creationId xmlns:p14="http://schemas.microsoft.com/office/powerpoint/2010/main" val="1002394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606346" y="1725805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606346" y="2854668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606346" y="5112393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606346" y="6241257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606346" y="3983530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2" y="920917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2" y="204867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2" y="317643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2" y="430419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2" y="5431959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2722" y="84755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2722" y="1976449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2722" y="310531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92722" y="423417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92722" y="536303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889937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5625376" y="6248720"/>
            <a:ext cx="596027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5625375" y="617363"/>
            <a:ext cx="528656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5305590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4406179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4246" y="14624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4246" y="115767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4246" y="506720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4246" y="476240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84246" y="386562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84246" y="356082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4246" y="266405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4246" y="235925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139669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637751" y="4664955"/>
            <a:ext cx="10916498" cy="3394304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609597" y="1229082"/>
            <a:ext cx="5392791" cy="256777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6192863" y="1229082"/>
            <a:ext cx="5392791" cy="256777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981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0247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981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0247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2159272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8051758" y="2873876"/>
            <a:ext cx="3530582" cy="217805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4330678" y="2873876"/>
            <a:ext cx="3530582" cy="217805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609597" y="2873876"/>
            <a:ext cx="3530582" cy="217805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445127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75897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8051758" y="2387600"/>
            <a:ext cx="3530582" cy="33655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4330678" y="2387600"/>
            <a:ext cx="3530582" cy="33655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609597" y="2387600"/>
            <a:ext cx="3530582" cy="33655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264964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60959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441957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441957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822955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822955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4189580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957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955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57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955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8000958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758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8978853" y="2635250"/>
            <a:ext cx="2603487" cy="300941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6184868" y="2635250"/>
            <a:ext cx="2603487" cy="300941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3397232" y="2635250"/>
            <a:ext cx="2603487" cy="300941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609597" y="2635250"/>
            <a:ext cx="2603487" cy="300941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51231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8867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32852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31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8867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</p:spTree>
    <p:extLst>
      <p:ext uri="{BB962C8B-B14F-4D97-AF65-F5344CB8AC3E}">
        <p14:creationId xmlns:p14="http://schemas.microsoft.com/office/powerpoint/2010/main" val="1589720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5363605" cy="5645944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8978853" y="609600"/>
            <a:ext cx="2603487" cy="272415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6184868" y="609600"/>
            <a:ext cx="2603487" cy="272415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8978853" y="3524250"/>
            <a:ext cx="2603487" cy="272415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6184868" y="3524250"/>
            <a:ext cx="2603487" cy="272415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609597" y="5638800"/>
            <a:ext cx="736596" cy="6096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8867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2852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852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38867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8867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852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867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867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285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3285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8867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</p:spTree>
    <p:extLst>
      <p:ext uri="{BB962C8B-B14F-4D97-AF65-F5344CB8AC3E}">
        <p14:creationId xmlns:p14="http://schemas.microsoft.com/office/powerpoint/2010/main" val="2526053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4330678" y="609600"/>
            <a:ext cx="3530582" cy="272415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4330678" y="3524250"/>
            <a:ext cx="3530582" cy="272415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8051758" y="609600"/>
            <a:ext cx="3530582" cy="272415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8051758" y="3524250"/>
            <a:ext cx="3530582" cy="272415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32913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9870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</p:spTree>
    <p:extLst>
      <p:ext uri="{BB962C8B-B14F-4D97-AF65-F5344CB8AC3E}">
        <p14:creationId xmlns:p14="http://schemas.microsoft.com/office/powerpoint/2010/main" val="3308739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3375953" y="2577363"/>
            <a:ext cx="449941" cy="45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38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5757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467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05757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3596" y="863600"/>
            <a:ext cx="2962299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</p:spTree>
    <p:extLst>
      <p:ext uri="{BB962C8B-B14F-4D97-AF65-F5344CB8AC3E}">
        <p14:creationId xmlns:p14="http://schemas.microsoft.com/office/powerpoint/2010/main" val="2240467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609597" y="9334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4330678" y="9334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8051758" y="9334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609597" y="38417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4330678" y="38417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8051758" y="3841750"/>
            <a:ext cx="3530582" cy="2400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5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467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5757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467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467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5757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575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359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3595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10724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0719" y="557958"/>
            <a:ext cx="5584935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Наконец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можем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без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основной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к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которому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этом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1200" dirty="0">
                <a:latin typeface="Graphik LC Regular" panose="020B0503030202060203" pitchFamily="34" charset="0"/>
              </a:rPr>
              <a:t>. </a:t>
            </a:r>
            <a:r>
              <a:rPr lang="en-US" sz="1200" dirty="0" err="1">
                <a:latin typeface="Graphik LC Regular" panose="020B0503030202060203" pitchFamily="34" charset="0"/>
              </a:rPr>
              <a:t>Как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выше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чисел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все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имеют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решения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7468" y="1508404"/>
            <a:ext cx="5584935" cy="345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ts val="1560"/>
              </a:lnSpc>
              <a:buNone/>
              <a:defRPr lang="ru-RU" sz="13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</p:spTree>
    <p:extLst>
      <p:ext uri="{BB962C8B-B14F-4D97-AF65-F5344CB8AC3E}">
        <p14:creationId xmlns:p14="http://schemas.microsoft.com/office/powerpoint/2010/main" val="3196460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38450"/>
            <a:ext cx="3097954" cy="8720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18" y="1175259"/>
            <a:ext cx="5394436" cy="3050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ts val="1700"/>
              </a:lnSpc>
              <a:spcAft>
                <a:spcPts val="900"/>
              </a:spcAft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12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13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6000719" y="648209"/>
            <a:ext cx="1206494" cy="37465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6051519" y="597409"/>
            <a:ext cx="380998" cy="1143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4723" y="608522"/>
            <a:ext cx="80590" cy="92075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980" y="608522"/>
            <a:ext cx="92075" cy="92075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075" y="608522"/>
            <a:ext cx="87883" cy="92075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6000719" y="904784"/>
            <a:ext cx="0" cy="1849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78304" y="766285"/>
            <a:ext cx="10513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900" spc="50" baseline="0" dirty="0">
                <a:latin typeface="Graphik LC Medium" panose="020B0503030202060203" pitchFamily="34" charset="0"/>
              </a:defRPr>
            </a:lvl1pPr>
          </a:lstStyle>
          <a:p>
            <a:pPr marL="0" lvl="0" defTabSz="742847"/>
            <a:r>
              <a:rPr lang="ru-RU" dirty="0"/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851869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1611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21611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21611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3984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3215" y="1344246"/>
            <a:ext cx="2421455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3215" y="4049348"/>
            <a:ext cx="2421455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0885" y="1344246"/>
            <a:ext cx="2421455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0885" y="4049348"/>
            <a:ext cx="2421455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456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56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2456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56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135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369" y="1565275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369" y="3425825"/>
            <a:ext cx="5591285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94369" y="4358460"/>
            <a:ext cx="4851513" cy="973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679334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1365250"/>
            <a:ext cx="3530581" cy="4121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067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5175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30678" y="1365250"/>
            <a:ext cx="3530581" cy="4121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51758" y="1365250"/>
            <a:ext cx="3530581" cy="4121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0646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7588211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3403582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1494373" y="4331905"/>
            <a:ext cx="4201440" cy="3847280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546930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414" y="0"/>
            <a:ext cx="5289586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320" y="161327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320" y="191807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20" y="28536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20" y="315845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5320" y="411962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5320" y="442442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5320" y="536511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95320" y="5669916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760468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6734" y="0"/>
            <a:ext cx="3501168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3206733" cy="6858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58006" y="807469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6882" y="2509951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6882" y="3401210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36882" y="4298015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6882" y="5194819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8448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7" y="398145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7" y="51181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7" y="33813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7" y="451802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56546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1593850"/>
            <a:ext cx="2235188" cy="792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056785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6" y="609600"/>
            <a:ext cx="3530582" cy="27178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0678" y="3524250"/>
            <a:ext cx="3530582" cy="27178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4676" y="268300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756" y="559765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4416" y="86360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496" y="377825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260010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6889714" y="0"/>
            <a:ext cx="5302223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269" y="0"/>
            <a:ext cx="5289668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596198" y="615925"/>
            <a:ext cx="2484299" cy="2504325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1369149" y="1679969"/>
            <a:ext cx="97789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DB44E8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DB44E8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591311" y="3702050"/>
            <a:ext cx="2494072" cy="2548304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1351810" y="4788083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9B40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9B40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3731758" y="622300"/>
            <a:ext cx="2506809" cy="2506198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4439733" y="1687280"/>
            <a:ext cx="112030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DD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DD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613968" y="609898"/>
            <a:ext cx="5637767" cy="5638502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2861985" y="3185915"/>
            <a:ext cx="1107011" cy="427516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3739320" y="3711966"/>
            <a:ext cx="2491685" cy="252989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4458056" y="4788792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E63F07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E63F07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7711" y="462915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97711" y="4978400"/>
            <a:ext cx="4184629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</p:spTree>
    <p:extLst>
      <p:ext uri="{BB962C8B-B14F-4D97-AF65-F5344CB8AC3E}">
        <p14:creationId xmlns:p14="http://schemas.microsoft.com/office/powerpoint/2010/main" val="3742951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37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8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0677" y="609600"/>
            <a:ext cx="353058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1758" y="609600"/>
            <a:ext cx="353058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2298" y="3524250"/>
            <a:ext cx="167004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678" y="3524250"/>
            <a:ext cx="539112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7" y="3524250"/>
            <a:ext cx="353058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0137" y="609600"/>
            <a:ext cx="167004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609600"/>
            <a:ext cx="1670042" cy="27241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10845743" y="60960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60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889777" y="0"/>
            <a:ext cx="5302223" cy="6858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66" y="2563379"/>
            <a:ext cx="371798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742" y="73679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742" y="100381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5742" y="221065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55742" y="2498570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742" y="370540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5742" y="3993326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42" y="520016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5742" y="548808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683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95FC608-10FE-6D33-A939-3637BFD65AA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8323" y="2234648"/>
            <a:ext cx="10974081" cy="0"/>
          </a:xfrm>
          <a:prstGeom prst="line">
            <a:avLst/>
          </a:prstGeom>
          <a:ln w="25400">
            <a:solidFill>
              <a:schemeClr val="accent2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236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8828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7657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4236" y="3621711"/>
            <a:ext cx="2819779" cy="79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2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38829" y="3621711"/>
            <a:ext cx="2819779" cy="79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2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67657" y="3621711"/>
            <a:ext cx="2819779" cy="79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2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742847">
              <a:lnSpc>
                <a:spcPts val="1700"/>
              </a:lnSpc>
              <a:spcAft>
                <a:spcPts val="300"/>
              </a:spcAft>
            </a:pP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12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12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2502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6889714" y="609600"/>
            <a:ext cx="4692625" cy="272415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2006590" y="609600"/>
            <a:ext cx="4692625" cy="272415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6889714" y="3524250"/>
            <a:ext cx="4692625" cy="272415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2006590" y="3524250"/>
            <a:ext cx="4692625" cy="272415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159" y="1809750"/>
            <a:ext cx="1521056" cy="152106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159" y="3527189"/>
            <a:ext cx="1521056" cy="152106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650" y="1809750"/>
            <a:ext cx="1521056" cy="152106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650" y="3527189"/>
            <a:ext cx="1521056" cy="152106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7363197" y="2180462"/>
            <a:ext cx="57996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5579536" y="4059155"/>
            <a:ext cx="5164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5662085" y="2180462"/>
            <a:ext cx="43391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7545121" y="4058935"/>
            <a:ext cx="4148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370" y="4381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786372" y="3186004"/>
            <a:ext cx="5177133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60588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0588" y="377825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08563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563" y="3785175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56243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8323" y="3429000"/>
            <a:ext cx="10974081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1536692" y="609600"/>
            <a:ext cx="3590703" cy="56388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4298927" y="609600"/>
            <a:ext cx="3590703" cy="56388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7061162" y="609600"/>
            <a:ext cx="3590703" cy="56388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3107073" y="3204000"/>
            <a:ext cx="449941" cy="45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5869308" y="3204000"/>
            <a:ext cx="449941" cy="45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8631543" y="3204000"/>
            <a:ext cx="449941" cy="45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6094278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8856513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3332044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363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4603726" y="1879600"/>
            <a:ext cx="6280117" cy="139065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699215" y="4794250"/>
            <a:ext cx="2089139" cy="145415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5645121" y="3333750"/>
            <a:ext cx="4190978" cy="1397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7518814" y="2436736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7518814" y="3783939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7518814" y="5241264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044FF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438150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2324822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08094" y="2654170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8094" y="5604032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8093" y="5267759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08093" y="3810434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08094" y="4146707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</p:spTree>
    <p:extLst>
      <p:ext uri="{BB962C8B-B14F-4D97-AF65-F5344CB8AC3E}">
        <p14:creationId xmlns:p14="http://schemas.microsoft.com/office/powerpoint/2010/main" val="3410423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1FA9CD-0707-F547-10DA-B6BCCF0B7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117" y="3266606"/>
            <a:ext cx="10782199" cy="971230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34E2E301-49F8-85EB-395C-1DA72F73D1FE}"/>
              </a:ext>
            </a:extLst>
          </p:cNvPr>
          <p:cNvSpPr/>
          <p:nvPr userDrawn="1"/>
        </p:nvSpPr>
        <p:spPr>
          <a:xfrm>
            <a:off x="613475" y="3066100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0235828-93E8-7343-7F9A-67D2E07BCDC4}"/>
              </a:ext>
            </a:extLst>
          </p:cNvPr>
          <p:cNvSpPr/>
          <p:nvPr userDrawn="1"/>
        </p:nvSpPr>
        <p:spPr>
          <a:xfrm>
            <a:off x="2437863" y="3942622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AEFB355-99F9-C2D1-B4CE-F67EE293B9F9}"/>
              </a:ext>
            </a:extLst>
          </p:cNvPr>
          <p:cNvSpPr/>
          <p:nvPr userDrawn="1"/>
        </p:nvSpPr>
        <p:spPr>
          <a:xfrm>
            <a:off x="6086639" y="3942622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04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F8EB23B-0A0B-5D3E-F352-40D1AF21838E}"/>
              </a:ext>
            </a:extLst>
          </p:cNvPr>
          <p:cNvSpPr/>
          <p:nvPr userDrawn="1"/>
        </p:nvSpPr>
        <p:spPr>
          <a:xfrm>
            <a:off x="9735414" y="3942622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06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7C3B1F5-359B-D5B0-6B37-2CDE5046C81D}"/>
              </a:ext>
            </a:extLst>
          </p:cNvPr>
          <p:cNvSpPr/>
          <p:nvPr userDrawn="1"/>
        </p:nvSpPr>
        <p:spPr>
          <a:xfrm>
            <a:off x="4262251" y="3066100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3EE1BA0-0F5C-FC6A-6230-3FE18BC7FCCE}"/>
              </a:ext>
            </a:extLst>
          </p:cNvPr>
          <p:cNvSpPr/>
          <p:nvPr userDrawn="1"/>
        </p:nvSpPr>
        <p:spPr>
          <a:xfrm>
            <a:off x="7911028" y="3066100"/>
            <a:ext cx="449941" cy="450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05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060E6578-F14B-2F79-D7CE-E2409B40E075}"/>
              </a:ext>
            </a:extLst>
          </p:cNvPr>
          <p:cNvGrpSpPr/>
          <p:nvPr userDrawn="1"/>
        </p:nvGrpSpPr>
        <p:grpSpPr>
          <a:xfrm>
            <a:off x="4411022" y="1624961"/>
            <a:ext cx="152399" cy="1373217"/>
            <a:chOff x="8823193" y="3249921"/>
            <a:chExt cx="304838" cy="2746433"/>
          </a:xfrm>
        </p:grpSpPr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6A0FF819-3058-B208-54D6-76B1F63F85C1}"/>
                </a:ext>
              </a:extLst>
            </p:cNvPr>
            <p:cNvCxnSpPr>
              <a:cxnSpLocks/>
            </p:cNvCxnSpPr>
            <p:nvPr/>
          </p:nvCxnSpPr>
          <p:spPr>
            <a:xfrm>
              <a:off x="8975612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Shape 7">
              <a:extLst>
                <a:ext uri="{FF2B5EF4-FFF2-40B4-BE49-F238E27FC236}">
                  <a16:creationId xmlns:a16="http://schemas.microsoft.com/office/drawing/2014/main" id="{AF34413E-5A39-2935-3790-7A8D1EDBB7BB}"/>
                </a:ext>
              </a:extLst>
            </p:cNvPr>
            <p:cNvSpPr/>
            <p:nvPr/>
          </p:nvSpPr>
          <p:spPr>
            <a:xfrm>
              <a:off x="8823193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2F9A326-BC1A-1C90-8798-BD1DFF190C65}"/>
              </a:ext>
            </a:extLst>
          </p:cNvPr>
          <p:cNvGrpSpPr/>
          <p:nvPr userDrawn="1"/>
        </p:nvGrpSpPr>
        <p:grpSpPr>
          <a:xfrm>
            <a:off x="762246" y="1624961"/>
            <a:ext cx="152399" cy="1373217"/>
            <a:chOff x="1524691" y="3249921"/>
            <a:chExt cx="304838" cy="2746433"/>
          </a:xfrm>
        </p:grpSpPr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7A779C1-CC91-B10D-0138-B02C277E21D0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C99789E3-867B-F429-658D-236C1AE33344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F8E1B25-13FA-D5B5-1DBA-1DBC18D2DFCC}"/>
              </a:ext>
            </a:extLst>
          </p:cNvPr>
          <p:cNvGrpSpPr/>
          <p:nvPr userDrawn="1"/>
        </p:nvGrpSpPr>
        <p:grpSpPr>
          <a:xfrm>
            <a:off x="8059799" y="1624961"/>
            <a:ext cx="152399" cy="1373217"/>
            <a:chOff x="16121696" y="3249921"/>
            <a:chExt cx="304838" cy="274643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45E80992-189F-30AC-B894-534AE0C4E334}"/>
                </a:ext>
              </a:extLst>
            </p:cNvPr>
            <p:cNvCxnSpPr>
              <a:cxnSpLocks/>
            </p:cNvCxnSpPr>
            <p:nvPr/>
          </p:nvCxnSpPr>
          <p:spPr>
            <a:xfrm>
              <a:off x="16274115" y="3411415"/>
              <a:ext cx="0" cy="2584939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42EC79DE-5BC7-CB24-D35C-C8F83C95A096}"/>
                </a:ext>
              </a:extLst>
            </p:cNvPr>
            <p:cNvSpPr/>
            <p:nvPr/>
          </p:nvSpPr>
          <p:spPr>
            <a:xfrm>
              <a:off x="16121696" y="3249921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B7F970F0-4B83-7C31-0144-594F5DDD6488}"/>
              </a:ext>
            </a:extLst>
          </p:cNvPr>
          <p:cNvGrpSpPr/>
          <p:nvPr userDrawn="1"/>
        </p:nvGrpSpPr>
        <p:grpSpPr>
          <a:xfrm>
            <a:off x="9884185" y="4455661"/>
            <a:ext cx="152399" cy="787764"/>
            <a:chOff x="19770944" y="8911322"/>
            <a:chExt cx="304838" cy="1575528"/>
          </a:xfrm>
        </p:grpSpPr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661BFD2B-D352-2C20-3DCA-90AB7278F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23363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Shape 7">
              <a:extLst>
                <a:ext uri="{FF2B5EF4-FFF2-40B4-BE49-F238E27FC236}">
                  <a16:creationId xmlns:a16="http://schemas.microsoft.com/office/drawing/2014/main" id="{DE42789D-7449-6E0F-2540-921C1DF5194F}"/>
                </a:ext>
              </a:extLst>
            </p:cNvPr>
            <p:cNvSpPr/>
            <p:nvPr/>
          </p:nvSpPr>
          <p:spPr>
            <a:xfrm>
              <a:off x="19770944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116C875B-EDE8-8230-A794-8FCF27EC0A4F}"/>
              </a:ext>
            </a:extLst>
          </p:cNvPr>
          <p:cNvGrpSpPr/>
          <p:nvPr userDrawn="1"/>
        </p:nvGrpSpPr>
        <p:grpSpPr>
          <a:xfrm>
            <a:off x="6235410" y="4455661"/>
            <a:ext cx="152399" cy="787764"/>
            <a:chOff x="12472444" y="8911322"/>
            <a:chExt cx="304838" cy="1575528"/>
          </a:xfrm>
        </p:grpSpPr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9FD4854C-598E-ED07-5850-41F63D0D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4863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2F0E54C6-A438-7357-DCE5-52E928AC9B02}"/>
                </a:ext>
              </a:extLst>
            </p:cNvPr>
            <p:cNvSpPr/>
            <p:nvPr/>
          </p:nvSpPr>
          <p:spPr>
            <a:xfrm>
              <a:off x="12472444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F883C709-D642-39D1-AD99-99191696D155}"/>
              </a:ext>
            </a:extLst>
          </p:cNvPr>
          <p:cNvGrpSpPr/>
          <p:nvPr userDrawn="1"/>
        </p:nvGrpSpPr>
        <p:grpSpPr>
          <a:xfrm>
            <a:off x="2586634" y="4455661"/>
            <a:ext cx="152399" cy="787764"/>
            <a:chOff x="5173942" y="8911322"/>
            <a:chExt cx="304838" cy="1575528"/>
          </a:xfrm>
        </p:grpSpPr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BFF48817-4D5B-4D22-DF18-B38B7AA8A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361" y="8911322"/>
              <a:ext cx="0" cy="1413296"/>
            </a:xfrm>
            <a:prstGeom prst="line">
              <a:avLst/>
            </a:prstGeom>
            <a:ln w="25400">
              <a:solidFill>
                <a:schemeClr val="accent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Shape 7">
              <a:extLst>
                <a:ext uri="{FF2B5EF4-FFF2-40B4-BE49-F238E27FC236}">
                  <a16:creationId xmlns:a16="http://schemas.microsoft.com/office/drawing/2014/main" id="{257C7604-718B-770E-8579-CAF88EB975DE}"/>
                </a:ext>
              </a:extLst>
            </p:cNvPr>
            <p:cNvSpPr/>
            <p:nvPr/>
          </p:nvSpPr>
          <p:spPr>
            <a:xfrm>
              <a:off x="5173942" y="10182050"/>
              <a:ext cx="304838" cy="304800"/>
            </a:xfrm>
            <a:prstGeom prst="ellipse">
              <a:avLst/>
            </a:prstGeom>
            <a:solidFill>
              <a:srgbClr val="3044FF">
                <a:alpha val="100000"/>
              </a:srgbClr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2192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12192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0969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0969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7804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87804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36580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6580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85355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85355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573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6809B3-44A5-EF96-65AF-E613EA508E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174" y="3411656"/>
            <a:ext cx="10860534" cy="739429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AA07A46C-3284-9F38-1F6A-5E38E2DACDCA}"/>
              </a:ext>
            </a:extLst>
          </p:cNvPr>
          <p:cNvGrpSpPr/>
          <p:nvPr userDrawn="1"/>
        </p:nvGrpSpPr>
        <p:grpSpPr>
          <a:xfrm flipV="1">
            <a:off x="9133163" y="3459945"/>
            <a:ext cx="152399" cy="1373217"/>
            <a:chOff x="1524691" y="3249921"/>
            <a:chExt cx="304838" cy="2746433"/>
          </a:xfrm>
        </p:grpSpPr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A29B04B3-9F33-3C20-28E4-E5565A26DDAB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B4484811-2531-565E-0A51-6F5FFBC0C767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AAF6F24-2C1A-47E5-8E5B-4265C0FE910F}"/>
              </a:ext>
            </a:extLst>
          </p:cNvPr>
          <p:cNvGrpSpPr/>
          <p:nvPr userDrawn="1"/>
        </p:nvGrpSpPr>
        <p:grpSpPr>
          <a:xfrm flipV="1">
            <a:off x="6337861" y="3459945"/>
            <a:ext cx="152399" cy="1373217"/>
            <a:chOff x="1524691" y="3249921"/>
            <a:chExt cx="304838" cy="2746433"/>
          </a:xfrm>
        </p:grpSpPr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43A8C323-2D6B-D6A6-5F6C-A61EB324BA92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C5C36C20-15CD-28E5-6784-67B84EACBC9C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327D24D-C9B4-C347-0ED9-340CD96F6645}"/>
              </a:ext>
            </a:extLst>
          </p:cNvPr>
          <p:cNvGrpSpPr/>
          <p:nvPr userDrawn="1"/>
        </p:nvGrpSpPr>
        <p:grpSpPr>
          <a:xfrm flipV="1">
            <a:off x="3550054" y="3459945"/>
            <a:ext cx="152399" cy="1373217"/>
            <a:chOff x="1524691" y="3249921"/>
            <a:chExt cx="304838" cy="2746433"/>
          </a:xfrm>
        </p:grpSpPr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83F3C417-2C76-FB51-3B02-142955A1A8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D7AD3145-BC69-F1B3-9499-EB49FCDFC2C4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1A0D9AED-9FAA-6B60-197C-A09DED71090B}"/>
              </a:ext>
            </a:extLst>
          </p:cNvPr>
          <p:cNvGrpSpPr/>
          <p:nvPr userDrawn="1"/>
        </p:nvGrpSpPr>
        <p:grpSpPr>
          <a:xfrm flipV="1">
            <a:off x="762246" y="3459945"/>
            <a:ext cx="152399" cy="1373217"/>
            <a:chOff x="1524691" y="3249921"/>
            <a:chExt cx="304838" cy="2746433"/>
          </a:xfrm>
        </p:grpSpPr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75FF886F-0156-7B4A-913F-0BEA504FB1DA}"/>
                </a:ext>
              </a:extLst>
            </p:cNvPr>
            <p:cNvCxnSpPr>
              <a:cxnSpLocks/>
            </p:cNvCxnSpPr>
            <p:nvPr/>
          </p:nvCxnSpPr>
          <p:spPr>
            <a:xfrm>
              <a:off x="1677110" y="3411415"/>
              <a:ext cx="0" cy="2584939"/>
            </a:xfrm>
            <a:prstGeom prst="line">
              <a:avLst/>
            </a:prstGeom>
            <a:ln w="25400">
              <a:solidFill>
                <a:schemeClr val="accent2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E89C1AE6-3BEC-731C-20AD-ADC43D1E5223}"/>
                </a:ext>
              </a:extLst>
            </p:cNvPr>
            <p:cNvSpPr/>
            <p:nvPr/>
          </p:nvSpPr>
          <p:spPr>
            <a:xfrm>
              <a:off x="1524691" y="3249921"/>
              <a:ext cx="304838" cy="3048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rgbClr val="FAFAFA"/>
              </a:solidFill>
              <a:prstDash val="solid"/>
            </a:ln>
          </p:spPr>
        </p:sp>
      </p:grp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57960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7960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52504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2504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047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7047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8EF03A4-EAC9-DDD3-7736-76D71F7808EB}"/>
              </a:ext>
            </a:extLst>
          </p:cNvPr>
          <p:cNvSpPr/>
          <p:nvPr userDrawn="1"/>
        </p:nvSpPr>
        <p:spPr>
          <a:xfrm>
            <a:off x="613475" y="3317308"/>
            <a:ext cx="449941" cy="45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6C5C6F9C-A819-5FB1-5524-F6C68D8B7DA7}"/>
              </a:ext>
            </a:extLst>
          </p:cNvPr>
          <p:cNvSpPr/>
          <p:nvPr userDrawn="1"/>
        </p:nvSpPr>
        <p:spPr>
          <a:xfrm>
            <a:off x="3401283" y="3317308"/>
            <a:ext cx="449941" cy="45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06E63D94-48A5-7A36-A4EE-8BDAAC64AA18}"/>
              </a:ext>
            </a:extLst>
          </p:cNvPr>
          <p:cNvSpPr/>
          <p:nvPr userDrawn="1"/>
        </p:nvSpPr>
        <p:spPr>
          <a:xfrm>
            <a:off x="6189090" y="3317308"/>
            <a:ext cx="449941" cy="45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CDCB62D8-8C8C-B569-65E1-035BB60A5868}"/>
              </a:ext>
            </a:extLst>
          </p:cNvPr>
          <p:cNvSpPr/>
          <p:nvPr userDrawn="1"/>
        </p:nvSpPr>
        <p:spPr>
          <a:xfrm>
            <a:off x="8984392" y="3317308"/>
            <a:ext cx="449941" cy="4500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04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71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897" y="1344246"/>
            <a:ext cx="5257772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97" y="4049348"/>
            <a:ext cx="5257772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567" y="1344246"/>
            <a:ext cx="5257772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24567" y="4049348"/>
            <a:ext cx="5257772" cy="219905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0472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1097281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94151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5773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6889777" y="0"/>
            <a:ext cx="5302223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548647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609597" y="408890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4048" y="1885950"/>
            <a:ext cx="4411607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048" y="4019550"/>
            <a:ext cx="4411607" cy="1525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3271118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606346" y="60628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606346" y="533135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606346" y="459983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606346" y="386831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606346" y="313679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606346" y="24052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597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597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597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7232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97232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7232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97232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97232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84868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4868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84868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868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4868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2503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72503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2503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2503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2503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9597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97232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84868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72503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4</a:t>
            </a:r>
          </a:p>
        </p:txBody>
      </p:sp>
    </p:spTree>
    <p:extLst>
      <p:ext uri="{BB962C8B-B14F-4D97-AF65-F5344CB8AC3E}">
        <p14:creationId xmlns:p14="http://schemas.microsoft.com/office/powerpoint/2010/main" val="21405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609597" y="1879600"/>
            <a:ext cx="10972743" cy="43688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161637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609597" y="925443"/>
            <a:ext cx="10972743" cy="53301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787396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9651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11429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609597" y="1331160"/>
            <a:ext cx="109727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209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4692334" y="1490813"/>
            <a:ext cx="6893320" cy="4262287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411888"/>
            <a:ext cx="37332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526627"/>
            <a:ext cx="373323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</p:spTree>
    <p:extLst>
      <p:ext uri="{BB962C8B-B14F-4D97-AF65-F5344CB8AC3E}">
        <p14:creationId xmlns:p14="http://schemas.microsoft.com/office/powerpoint/2010/main" val="303393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01605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6006318" y="1051282"/>
            <a:ext cx="5579336" cy="1847942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06318" y="3331369"/>
            <a:ext cx="5579336" cy="292417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3296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609597" y="2222500"/>
            <a:ext cx="2597136" cy="40259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3402380" y="2222500"/>
            <a:ext cx="2597136" cy="40259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6195163" y="2222500"/>
            <a:ext cx="2597136" cy="40259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8987945" y="2222500"/>
            <a:ext cx="2597136" cy="40259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984005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2079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5080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1429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2079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75080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81429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7663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0663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7013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7663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0663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013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9340"/>
            <a:ext cx="3069826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109411"/>
            <a:ext cx="3069826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576379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7467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0467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6817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7467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0467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817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072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8072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54422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75072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072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4422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332940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05941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12290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32940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05941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12290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364781" y="3841252"/>
            <a:ext cx="4333799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</p:spTree>
    <p:extLst>
      <p:ext uri="{BB962C8B-B14F-4D97-AF65-F5344CB8AC3E}">
        <p14:creationId xmlns:p14="http://schemas.microsoft.com/office/powerpoint/2010/main" val="3443914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609597" y="2902195"/>
            <a:ext cx="4103993" cy="304718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086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9307" y="1115705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9307" y="1420505"/>
            <a:ext cx="4683033" cy="1091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99307" y="2675431"/>
            <a:ext cx="4683033" cy="1091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99307" y="3930357"/>
            <a:ext cx="4683033" cy="1091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9307" y="5185284"/>
            <a:ext cx="4683033" cy="1091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1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9307" y="237755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9307" y="363248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9307" y="4887409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</p:spTree>
    <p:extLst>
      <p:ext uri="{BB962C8B-B14F-4D97-AF65-F5344CB8AC3E}">
        <p14:creationId xmlns:p14="http://schemas.microsoft.com/office/powerpoint/2010/main" val="144990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7" y="2564749"/>
            <a:ext cx="3663772" cy="2906971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178468"/>
            <a:ext cx="3663771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1147316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1976967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2806618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3636269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0460" y="4465920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0460" y="5295571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410459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6969120" y="1457325"/>
            <a:ext cx="3943330" cy="394335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1797952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509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5621066" y="1547112"/>
            <a:ext cx="596458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902" y="1873250"/>
            <a:ext cx="6073752" cy="4391128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842068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7147" y="609600"/>
            <a:ext cx="5659675" cy="565477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95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5621066" y="1547112"/>
            <a:ext cx="596458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6345961" y="1955388"/>
            <a:ext cx="5229936" cy="4293686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8191134" y="1902523"/>
            <a:ext cx="105774" cy="105726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70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пасибо за внима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352B9-7BE6-ADAB-0D8E-17850F8B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5938" y="6146367"/>
            <a:ext cx="41148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599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defTabSz="457109" rtl="0">
              <a:defRPr/>
            </a:pPr>
            <a:endParaRPr lang="ru-RU" kern="1200" dirty="0">
              <a:ea typeface="+mn-ea"/>
              <a:cs typeface="+mn-cs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233262E-B0A3-F5DC-A408-1D0C52ED6C8B}"/>
              </a:ext>
            </a:extLst>
          </p:cNvPr>
          <p:cNvCxnSpPr>
            <a:cxnSpLocks/>
          </p:cNvCxnSpPr>
          <p:nvPr userDrawn="1"/>
        </p:nvCxnSpPr>
        <p:spPr>
          <a:xfrm>
            <a:off x="515939" y="1530626"/>
            <a:ext cx="4114799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E0DD3B5-84EA-198B-0264-5A94081F15D2}"/>
              </a:ext>
            </a:extLst>
          </p:cNvPr>
          <p:cNvCxnSpPr/>
          <p:nvPr userDrawn="1"/>
        </p:nvCxnSpPr>
        <p:spPr>
          <a:xfrm>
            <a:off x="4990353" y="512764"/>
            <a:ext cx="0" cy="669994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2E6F4A0-C723-42C0-30D6-675EC156FFB6}"/>
              </a:ext>
            </a:extLst>
          </p:cNvPr>
          <p:cNvCxnSpPr/>
          <p:nvPr userDrawn="1"/>
        </p:nvCxnSpPr>
        <p:spPr>
          <a:xfrm>
            <a:off x="4990353" y="1868558"/>
            <a:ext cx="0" cy="447668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12D24CD-8381-7024-2471-6840EEA5070B}"/>
              </a:ext>
            </a:extLst>
          </p:cNvPr>
          <p:cNvCxnSpPr>
            <a:cxnSpLocks/>
          </p:cNvCxnSpPr>
          <p:nvPr userDrawn="1"/>
        </p:nvCxnSpPr>
        <p:spPr>
          <a:xfrm>
            <a:off x="5383760" y="1530626"/>
            <a:ext cx="6292304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C19B6CAF-398D-D046-1754-3512A89E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9" y="1799693"/>
            <a:ext cx="41148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55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  <a:lvl2pPr marL="457129" indent="0" algn="ctr">
              <a:buNone/>
              <a:defRPr sz="2000"/>
            </a:lvl2pPr>
            <a:lvl3pPr marL="914257" indent="0" algn="ctr">
              <a:buNone/>
              <a:defRPr sz="1800"/>
            </a:lvl3pPr>
            <a:lvl4pPr marL="1371386" indent="0" algn="ctr">
              <a:buNone/>
              <a:defRPr sz="1599"/>
            </a:lvl4pPr>
            <a:lvl5pPr marL="1828514" indent="0" algn="ctr">
              <a:buNone/>
              <a:defRPr sz="1599"/>
            </a:lvl5pPr>
            <a:lvl6pPr marL="2285643" indent="0" algn="ctr">
              <a:buNone/>
              <a:defRPr sz="1599"/>
            </a:lvl6pPr>
            <a:lvl7pPr marL="2742771" indent="0" algn="ctr">
              <a:buNone/>
              <a:defRPr sz="1599"/>
            </a:lvl7pPr>
            <a:lvl8pPr marL="3199900" indent="0" algn="ctr">
              <a:buNone/>
              <a:defRPr sz="1599"/>
            </a:lvl8pPr>
            <a:lvl9pPr marL="3657028" indent="0" algn="ctr">
              <a:buNone/>
              <a:defRPr sz="1599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E27D22-B125-A213-6E8A-61A8A74EA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5939" y="527484"/>
            <a:ext cx="3481993" cy="610246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C162674-A1E0-55C3-8154-DB1E54D9F759}"/>
              </a:ext>
            </a:extLst>
          </p:cNvPr>
          <p:cNvGrpSpPr/>
          <p:nvPr userDrawn="1"/>
        </p:nvGrpSpPr>
        <p:grpSpPr>
          <a:xfrm>
            <a:off x="6345961" y="1873162"/>
            <a:ext cx="5229936" cy="4375911"/>
            <a:chOff x="12693574" y="3746325"/>
            <a:chExt cx="10461233" cy="8751821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BA639083-7AD4-3652-D7F1-8D0C7D15CE63}"/>
                </a:ext>
              </a:extLst>
            </p:cNvPr>
            <p:cNvGrpSpPr/>
            <p:nvPr userDrawn="1"/>
          </p:nvGrpSpPr>
          <p:grpSpPr>
            <a:xfrm>
              <a:off x="12693574" y="3910775"/>
              <a:ext cx="10461233" cy="8587371"/>
              <a:chOff x="12693574" y="3910775"/>
              <a:chExt cx="10461233" cy="8587371"/>
            </a:xfrm>
          </p:grpSpPr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14A8DAD8-D41D-0F1C-8B08-7EB1D1E82A96}"/>
                  </a:ext>
                </a:extLst>
              </p:cNvPr>
              <p:cNvSpPr/>
              <p:nvPr/>
            </p:nvSpPr>
            <p:spPr>
              <a:xfrm>
                <a:off x="12693574" y="3910775"/>
                <a:ext cx="3796607" cy="4581473"/>
              </a:xfrm>
              <a:custGeom>
                <a:avLst/>
                <a:gdLst>
                  <a:gd name="connsiteX0" fmla="*/ 3208893 w 3796607"/>
                  <a:gd name="connsiteY0" fmla="*/ 4581474 h 4581473"/>
                  <a:gd name="connsiteX1" fmla="*/ 2292068 w 3796607"/>
                  <a:gd name="connsiteY1" fmla="*/ 4581474 h 4581473"/>
                  <a:gd name="connsiteX2" fmla="*/ 0 w 3796607"/>
                  <a:gd name="connsiteY2" fmla="*/ 2290732 h 4581473"/>
                  <a:gd name="connsiteX3" fmla="*/ 0 w 3796607"/>
                  <a:gd name="connsiteY3" fmla="*/ 2290732 h 4581473"/>
                  <a:gd name="connsiteX4" fmla="*/ 2292068 w 3796607"/>
                  <a:gd name="connsiteY4" fmla="*/ 0 h 4581473"/>
                  <a:gd name="connsiteX5" fmla="*/ 3796608 w 3796607"/>
                  <a:gd name="connsiteY5" fmla="*/ 0 h 4581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96607" h="4581473">
                    <a:moveTo>
                      <a:pt x="3208893" y="4581474"/>
                    </a:moveTo>
                    <a:lnTo>
                      <a:pt x="2292068" y="4581474"/>
                    </a:lnTo>
                    <a:cubicBezTo>
                      <a:pt x="1026197" y="4581474"/>
                      <a:pt x="0" y="3555876"/>
                      <a:pt x="0" y="2290732"/>
                    </a:cubicBezTo>
                    <a:lnTo>
                      <a:pt x="0" y="2290732"/>
                    </a:lnTo>
                    <a:cubicBezTo>
                      <a:pt x="0" y="1025597"/>
                      <a:pt x="1026195" y="0"/>
                      <a:pt x="2292068" y="0"/>
                    </a:cubicBezTo>
                    <a:lnTo>
                      <a:pt x="3796608" y="0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2F323DA8-84AC-9A2F-FD63-3EA63D7FBE5B}"/>
                  </a:ext>
                </a:extLst>
              </p:cNvPr>
              <p:cNvSpPr/>
              <p:nvPr/>
            </p:nvSpPr>
            <p:spPr>
              <a:xfrm>
                <a:off x="16521177" y="12028253"/>
                <a:ext cx="6629378" cy="469893"/>
              </a:xfrm>
              <a:custGeom>
                <a:avLst/>
                <a:gdLst>
                  <a:gd name="connsiteX0" fmla="*/ 0 w 6629378"/>
                  <a:gd name="connsiteY0" fmla="*/ 0 h 469893"/>
                  <a:gd name="connsiteX1" fmla="*/ 6499362 w 6629378"/>
                  <a:gd name="connsiteY1" fmla="*/ 0 h 469893"/>
                  <a:gd name="connsiteX2" fmla="*/ 6629378 w 6629378"/>
                  <a:gd name="connsiteY2" fmla="*/ 129941 h 469893"/>
                  <a:gd name="connsiteX3" fmla="*/ 6629378 w 6629378"/>
                  <a:gd name="connsiteY3" fmla="*/ 469893 h 469893"/>
                  <a:gd name="connsiteX4" fmla="*/ 0 w 6629378"/>
                  <a:gd name="connsiteY4" fmla="*/ 469893 h 469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9378" h="469893">
                    <a:moveTo>
                      <a:pt x="0" y="0"/>
                    </a:moveTo>
                    <a:lnTo>
                      <a:pt x="6499362" y="0"/>
                    </a:lnTo>
                    <a:cubicBezTo>
                      <a:pt x="6571170" y="0"/>
                      <a:pt x="6629378" y="58174"/>
                      <a:pt x="6629378" y="129941"/>
                    </a:cubicBezTo>
                    <a:lnTo>
                      <a:pt x="6629378" y="469893"/>
                    </a:lnTo>
                    <a:lnTo>
                      <a:pt x="0" y="469893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EB1507CE-3D62-A722-7CB0-E7BA28AA1B7B}"/>
                  </a:ext>
                </a:extLst>
              </p:cNvPr>
              <p:cNvSpPr/>
              <p:nvPr/>
            </p:nvSpPr>
            <p:spPr>
              <a:xfrm>
                <a:off x="13222502" y="12028253"/>
                <a:ext cx="6629375" cy="469893"/>
              </a:xfrm>
              <a:custGeom>
                <a:avLst/>
                <a:gdLst>
                  <a:gd name="connsiteX0" fmla="*/ 0 w 6629375"/>
                  <a:gd name="connsiteY0" fmla="*/ 259882 h 469893"/>
                  <a:gd name="connsiteX1" fmla="*/ 260033 w 6629375"/>
                  <a:gd name="connsiteY1" fmla="*/ 0 h 469893"/>
                  <a:gd name="connsiteX2" fmla="*/ 6629376 w 6629375"/>
                  <a:gd name="connsiteY2" fmla="*/ 0 h 469893"/>
                  <a:gd name="connsiteX3" fmla="*/ 6629376 w 6629375"/>
                  <a:gd name="connsiteY3" fmla="*/ 210011 h 469893"/>
                  <a:gd name="connsiteX4" fmla="*/ 6369343 w 6629375"/>
                  <a:gd name="connsiteY4" fmla="*/ 469893 h 469893"/>
                  <a:gd name="connsiteX5" fmla="*/ 0 w 6629375"/>
                  <a:gd name="connsiteY5" fmla="*/ 469893 h 469893"/>
                  <a:gd name="connsiteX6" fmla="*/ 0 w 6629375"/>
                  <a:gd name="connsiteY6" fmla="*/ 259882 h 469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29375" h="469893">
                    <a:moveTo>
                      <a:pt x="0" y="259882"/>
                    </a:moveTo>
                    <a:cubicBezTo>
                      <a:pt x="0" y="116350"/>
                      <a:pt x="116421" y="0"/>
                      <a:pt x="260033" y="0"/>
                    </a:cubicBezTo>
                    <a:lnTo>
                      <a:pt x="6629376" y="0"/>
                    </a:lnTo>
                    <a:lnTo>
                      <a:pt x="6629376" y="210011"/>
                    </a:lnTo>
                    <a:cubicBezTo>
                      <a:pt x="6629376" y="353543"/>
                      <a:pt x="6512946" y="469893"/>
                      <a:pt x="6369343" y="469893"/>
                    </a:cubicBezTo>
                    <a:lnTo>
                      <a:pt x="0" y="469893"/>
                    </a:lnTo>
                    <a:lnTo>
                      <a:pt x="0" y="259882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A642CE1-3B51-12F3-D3A5-6DB89EF5BA05}"/>
                  </a:ext>
                </a:extLst>
              </p:cNvPr>
              <p:cNvSpPr/>
              <p:nvPr/>
            </p:nvSpPr>
            <p:spPr>
              <a:xfrm>
                <a:off x="16525429" y="7094331"/>
                <a:ext cx="6629378" cy="4933882"/>
              </a:xfrm>
              <a:custGeom>
                <a:avLst/>
                <a:gdLst>
                  <a:gd name="connsiteX0" fmla="*/ 0 w 6629378"/>
                  <a:gd name="connsiteY0" fmla="*/ 259882 h 4933882"/>
                  <a:gd name="connsiteX1" fmla="*/ 260033 w 6629378"/>
                  <a:gd name="connsiteY1" fmla="*/ 0 h 4933882"/>
                  <a:gd name="connsiteX2" fmla="*/ 6629379 w 6629378"/>
                  <a:gd name="connsiteY2" fmla="*/ 0 h 4933882"/>
                  <a:gd name="connsiteX3" fmla="*/ 6629379 w 6629378"/>
                  <a:gd name="connsiteY3" fmla="*/ 4674001 h 4933882"/>
                  <a:gd name="connsiteX4" fmla="*/ 6369346 w 6629378"/>
                  <a:gd name="connsiteY4" fmla="*/ 4933883 h 4933882"/>
                  <a:gd name="connsiteX5" fmla="*/ 0 w 6629378"/>
                  <a:gd name="connsiteY5" fmla="*/ 4933883 h 4933882"/>
                  <a:gd name="connsiteX6" fmla="*/ 0 w 6629378"/>
                  <a:gd name="connsiteY6" fmla="*/ 259882 h 4933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29378" h="4933882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629379" y="0"/>
                    </a:lnTo>
                    <a:lnTo>
                      <a:pt x="6629379" y="4674001"/>
                    </a:lnTo>
                    <a:cubicBezTo>
                      <a:pt x="6629379" y="4817534"/>
                      <a:pt x="6512961" y="4933883"/>
                      <a:pt x="6369346" y="4933883"/>
                    </a:cubicBezTo>
                    <a:lnTo>
                      <a:pt x="0" y="4933883"/>
                    </a:lnTo>
                    <a:lnTo>
                      <a:pt x="0" y="259882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7B9D6D55-4EC4-B3F1-AFE6-82D3303BD294}"/>
                  </a:ext>
                </a:extLst>
              </p:cNvPr>
              <p:cNvSpPr/>
              <p:nvPr/>
            </p:nvSpPr>
            <p:spPr>
              <a:xfrm>
                <a:off x="15009136" y="6565705"/>
                <a:ext cx="6629378" cy="4064591"/>
              </a:xfrm>
              <a:custGeom>
                <a:avLst/>
                <a:gdLst>
                  <a:gd name="connsiteX0" fmla="*/ 831417 w 6629378"/>
                  <a:gd name="connsiteY0" fmla="*/ 0 h 4064591"/>
                  <a:gd name="connsiteX1" fmla="*/ 6629378 w 6629378"/>
                  <a:gd name="connsiteY1" fmla="*/ 0 h 4064591"/>
                  <a:gd name="connsiteX2" fmla="*/ 6629378 w 6629378"/>
                  <a:gd name="connsiteY2" fmla="*/ 3250173 h 4064591"/>
                  <a:gd name="connsiteX3" fmla="*/ 5798131 w 6629378"/>
                  <a:gd name="connsiteY3" fmla="*/ 4064591 h 4064591"/>
                  <a:gd name="connsiteX4" fmla="*/ 0 w 6629378"/>
                  <a:gd name="connsiteY4" fmla="*/ 4064591 h 4064591"/>
                  <a:gd name="connsiteX5" fmla="*/ 0 w 6629378"/>
                  <a:gd name="connsiteY5" fmla="*/ 814405 h 4064591"/>
                  <a:gd name="connsiteX6" fmla="*/ 831261 w 6629378"/>
                  <a:gd name="connsiteY6" fmla="*/ 0 h 4064591"/>
                  <a:gd name="connsiteX7" fmla="*/ 831417 w 6629378"/>
                  <a:gd name="connsiteY7" fmla="*/ 0 h 406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29378" h="4064591">
                    <a:moveTo>
                      <a:pt x="831417" y="0"/>
                    </a:moveTo>
                    <a:lnTo>
                      <a:pt x="6629378" y="0"/>
                    </a:lnTo>
                    <a:lnTo>
                      <a:pt x="6629378" y="3250173"/>
                    </a:lnTo>
                    <a:cubicBezTo>
                      <a:pt x="6629378" y="3699704"/>
                      <a:pt x="6256946" y="4064591"/>
                      <a:pt x="5798131" y="4064591"/>
                    </a:cubicBezTo>
                    <a:lnTo>
                      <a:pt x="0" y="4064591"/>
                    </a:lnTo>
                    <a:lnTo>
                      <a:pt x="0" y="814405"/>
                    </a:lnTo>
                    <a:cubicBezTo>
                      <a:pt x="0" y="364887"/>
                      <a:pt x="372433" y="0"/>
                      <a:pt x="831261" y="0"/>
                    </a:cubicBezTo>
                    <a:lnTo>
                      <a:pt x="831417" y="0"/>
                    </a:lnTo>
                    <a:close/>
                  </a:path>
                </a:pathLst>
              </a:custGeom>
              <a:solidFill>
                <a:srgbClr val="141414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94617530-C477-97D1-4775-870C8C3A0E20}"/>
                  </a:ext>
                </a:extLst>
              </p:cNvPr>
              <p:cNvSpPr/>
              <p:nvPr/>
            </p:nvSpPr>
            <p:spPr>
              <a:xfrm>
                <a:off x="16760512" y="7329290"/>
                <a:ext cx="6159212" cy="4463990"/>
              </a:xfrm>
              <a:custGeom>
                <a:avLst/>
                <a:gdLst>
                  <a:gd name="connsiteX0" fmla="*/ 0 w 6159212"/>
                  <a:gd name="connsiteY0" fmla="*/ 259882 h 4463990"/>
                  <a:gd name="connsiteX1" fmla="*/ 260033 w 6159212"/>
                  <a:gd name="connsiteY1" fmla="*/ 0 h 4463990"/>
                  <a:gd name="connsiteX2" fmla="*/ 6159213 w 6159212"/>
                  <a:gd name="connsiteY2" fmla="*/ 0 h 4463990"/>
                  <a:gd name="connsiteX3" fmla="*/ 6159213 w 6159212"/>
                  <a:gd name="connsiteY3" fmla="*/ 4204109 h 4463990"/>
                  <a:gd name="connsiteX4" fmla="*/ 5899180 w 6159212"/>
                  <a:gd name="connsiteY4" fmla="*/ 4463991 h 4463990"/>
                  <a:gd name="connsiteX5" fmla="*/ 0 w 6159212"/>
                  <a:gd name="connsiteY5" fmla="*/ 4463991 h 4463990"/>
                  <a:gd name="connsiteX6" fmla="*/ 0 w 6159212"/>
                  <a:gd name="connsiteY6" fmla="*/ 259882 h 446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59212" h="4463990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159213" y="0"/>
                    </a:lnTo>
                    <a:lnTo>
                      <a:pt x="6159213" y="4204109"/>
                    </a:lnTo>
                    <a:cubicBezTo>
                      <a:pt x="6159213" y="4347642"/>
                      <a:pt x="6042783" y="4463991"/>
                      <a:pt x="5899180" y="4463991"/>
                    </a:cubicBezTo>
                    <a:lnTo>
                      <a:pt x="0" y="4463991"/>
                    </a:lnTo>
                    <a:lnTo>
                      <a:pt x="0" y="259882"/>
                    </a:ln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4" name="Полилиния 13">
                <a:extLst>
                  <a:ext uri="{FF2B5EF4-FFF2-40B4-BE49-F238E27FC236}">
                    <a16:creationId xmlns:a16="http://schemas.microsoft.com/office/drawing/2014/main" id="{7991F1D2-747F-25CF-BD7A-C86196E2E3A8}"/>
                  </a:ext>
                </a:extLst>
              </p:cNvPr>
              <p:cNvSpPr/>
              <p:nvPr/>
            </p:nvSpPr>
            <p:spPr>
              <a:xfrm>
                <a:off x="20639401" y="11111910"/>
                <a:ext cx="1810143" cy="211452"/>
              </a:xfrm>
              <a:custGeom>
                <a:avLst/>
                <a:gdLst>
                  <a:gd name="connsiteX0" fmla="*/ 1704356 w 1810143"/>
                  <a:gd name="connsiteY0" fmla="*/ 0 h 211452"/>
                  <a:gd name="connsiteX1" fmla="*/ 1810143 w 1810143"/>
                  <a:gd name="connsiteY1" fmla="*/ 0 h 211452"/>
                  <a:gd name="connsiteX2" fmla="*/ 1810143 w 1810143"/>
                  <a:gd name="connsiteY2" fmla="*/ 211453 h 211452"/>
                  <a:gd name="connsiteX3" fmla="*/ 1704356 w 1810143"/>
                  <a:gd name="connsiteY3" fmla="*/ 211453 h 211452"/>
                  <a:gd name="connsiteX4" fmla="*/ 105788 w 1810143"/>
                  <a:gd name="connsiteY4" fmla="*/ 211453 h 211452"/>
                  <a:gd name="connsiteX5" fmla="*/ 0 w 1810143"/>
                  <a:gd name="connsiteY5" fmla="*/ 211453 h 211452"/>
                  <a:gd name="connsiteX6" fmla="*/ 0 w 1810143"/>
                  <a:gd name="connsiteY6" fmla="*/ 0 h 211452"/>
                  <a:gd name="connsiteX7" fmla="*/ 105788 w 1810143"/>
                  <a:gd name="connsiteY7" fmla="*/ 0 h 21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0143" h="211452">
                    <a:moveTo>
                      <a:pt x="1704356" y="0"/>
                    </a:moveTo>
                    <a:cubicBezTo>
                      <a:pt x="1762781" y="0"/>
                      <a:pt x="1810143" y="0"/>
                      <a:pt x="1810143" y="0"/>
                    </a:cubicBezTo>
                    <a:lnTo>
                      <a:pt x="1810143" y="211453"/>
                    </a:lnTo>
                    <a:cubicBezTo>
                      <a:pt x="1810143" y="211453"/>
                      <a:pt x="1762781" y="211453"/>
                      <a:pt x="1704356" y="211453"/>
                    </a:cubicBezTo>
                    <a:lnTo>
                      <a:pt x="105788" y="211453"/>
                    </a:lnTo>
                    <a:cubicBezTo>
                      <a:pt x="47363" y="211453"/>
                      <a:pt x="0" y="211453"/>
                      <a:pt x="0" y="211453"/>
                    </a:cubicBezTo>
                    <a:lnTo>
                      <a:pt x="0" y="0"/>
                    </a:lnTo>
                    <a:cubicBezTo>
                      <a:pt x="0" y="0"/>
                      <a:pt x="47363" y="0"/>
                      <a:pt x="105788" y="0"/>
                    </a:cubicBezTo>
                    <a:close/>
                  </a:path>
                </a:pathLst>
              </a:custGeom>
              <a:solidFill>
                <a:srgbClr val="141414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 17">
                <a:extLst>
                  <a:ext uri="{FF2B5EF4-FFF2-40B4-BE49-F238E27FC236}">
                    <a16:creationId xmlns:a16="http://schemas.microsoft.com/office/drawing/2014/main" id="{D0D0F6D1-25E6-EE1E-24A0-41E76883BE1E}"/>
                  </a:ext>
                </a:extLst>
              </p:cNvPr>
              <p:cNvSpPr/>
              <p:nvPr/>
            </p:nvSpPr>
            <p:spPr>
              <a:xfrm>
                <a:off x="15244232" y="6589186"/>
                <a:ext cx="6159212" cy="3806138"/>
              </a:xfrm>
              <a:custGeom>
                <a:avLst/>
                <a:gdLst>
                  <a:gd name="connsiteX0" fmla="*/ 0 w 6159212"/>
                  <a:gd name="connsiteY0" fmla="*/ 259882 h 3806138"/>
                  <a:gd name="connsiteX1" fmla="*/ 260033 w 6159212"/>
                  <a:gd name="connsiteY1" fmla="*/ 0 h 3806138"/>
                  <a:gd name="connsiteX2" fmla="*/ 6159213 w 6159212"/>
                  <a:gd name="connsiteY2" fmla="*/ 0 h 3806138"/>
                  <a:gd name="connsiteX3" fmla="*/ 6159213 w 6159212"/>
                  <a:gd name="connsiteY3" fmla="*/ 3546257 h 3806138"/>
                  <a:gd name="connsiteX4" fmla="*/ 5899179 w 6159212"/>
                  <a:gd name="connsiteY4" fmla="*/ 3806139 h 3806138"/>
                  <a:gd name="connsiteX5" fmla="*/ 0 w 6159212"/>
                  <a:gd name="connsiteY5" fmla="*/ 3806139 h 3806138"/>
                  <a:gd name="connsiteX6" fmla="*/ 0 w 6159212"/>
                  <a:gd name="connsiteY6" fmla="*/ 259882 h 380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59212" h="3806138">
                    <a:moveTo>
                      <a:pt x="0" y="259882"/>
                    </a:moveTo>
                    <a:cubicBezTo>
                      <a:pt x="0" y="116349"/>
                      <a:pt x="116430" y="0"/>
                      <a:pt x="260033" y="0"/>
                    </a:cubicBezTo>
                    <a:lnTo>
                      <a:pt x="6159213" y="0"/>
                    </a:lnTo>
                    <a:lnTo>
                      <a:pt x="6159213" y="3546257"/>
                    </a:lnTo>
                    <a:cubicBezTo>
                      <a:pt x="6159213" y="3689790"/>
                      <a:pt x="6042783" y="3806139"/>
                      <a:pt x="5899179" y="3806139"/>
                    </a:cubicBezTo>
                    <a:lnTo>
                      <a:pt x="0" y="3806139"/>
                    </a:lnTo>
                    <a:lnTo>
                      <a:pt x="0" y="259882"/>
                    </a:lnTo>
                    <a:close/>
                  </a:path>
                </a:pathLst>
              </a:custGeom>
              <a:solidFill>
                <a:srgbClr val="00A651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 18">
                <a:extLst>
                  <a:ext uri="{FF2B5EF4-FFF2-40B4-BE49-F238E27FC236}">
                    <a16:creationId xmlns:a16="http://schemas.microsoft.com/office/drawing/2014/main" id="{EDEB464A-664D-4287-780A-D1F5AFF03FFF}"/>
                  </a:ext>
                </a:extLst>
              </p:cNvPr>
              <p:cNvSpPr/>
              <p:nvPr/>
            </p:nvSpPr>
            <p:spPr>
              <a:xfrm>
                <a:off x="15009149" y="6354226"/>
                <a:ext cx="2092253" cy="1151237"/>
              </a:xfrm>
              <a:custGeom>
                <a:avLst/>
                <a:gdLst>
                  <a:gd name="connsiteX0" fmla="*/ 2092253 w 2092253"/>
                  <a:gd name="connsiteY0" fmla="*/ 0 h 1151237"/>
                  <a:gd name="connsiteX1" fmla="*/ 390050 w 2092253"/>
                  <a:gd name="connsiteY1" fmla="*/ 0 h 1151237"/>
                  <a:gd name="connsiteX2" fmla="*/ 0 w 2092253"/>
                  <a:gd name="connsiteY2" fmla="*/ 389823 h 1151237"/>
                  <a:gd name="connsiteX3" fmla="*/ 0 w 2092253"/>
                  <a:gd name="connsiteY3" fmla="*/ 1151238 h 1151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2253" h="1151237">
                    <a:moveTo>
                      <a:pt x="2092253" y="0"/>
                    </a:moveTo>
                    <a:lnTo>
                      <a:pt x="390050" y="0"/>
                    </a:lnTo>
                    <a:cubicBezTo>
                      <a:pt x="174638" y="0"/>
                      <a:pt x="0" y="174524"/>
                      <a:pt x="0" y="389823"/>
                    </a:cubicBezTo>
                    <a:lnTo>
                      <a:pt x="0" y="1151238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 19">
                <a:extLst>
                  <a:ext uri="{FF2B5EF4-FFF2-40B4-BE49-F238E27FC236}">
                    <a16:creationId xmlns:a16="http://schemas.microsoft.com/office/drawing/2014/main" id="{F45A17E4-6D86-C41C-F859-1FB906EEBDC4}"/>
                  </a:ext>
                </a:extLst>
              </p:cNvPr>
              <p:cNvSpPr/>
              <p:nvPr/>
            </p:nvSpPr>
            <p:spPr>
              <a:xfrm>
                <a:off x="15714385" y="7059078"/>
                <a:ext cx="235096" cy="234946"/>
              </a:xfrm>
              <a:custGeom>
                <a:avLst/>
                <a:gdLst>
                  <a:gd name="connsiteX0" fmla="*/ 117548 w 235096"/>
                  <a:gd name="connsiteY0" fmla="*/ 234946 h 234946"/>
                  <a:gd name="connsiteX1" fmla="*/ 235096 w 235096"/>
                  <a:gd name="connsiteY1" fmla="*/ 117467 h 234946"/>
                  <a:gd name="connsiteX2" fmla="*/ 117548 w 235096"/>
                  <a:gd name="connsiteY2" fmla="*/ 0 h 234946"/>
                  <a:gd name="connsiteX3" fmla="*/ 0 w 235096"/>
                  <a:gd name="connsiteY3" fmla="*/ 117467 h 234946"/>
                  <a:gd name="connsiteX4" fmla="*/ 117548 w 235096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96" h="234946">
                    <a:moveTo>
                      <a:pt x="117548" y="234946"/>
                    </a:moveTo>
                    <a:cubicBezTo>
                      <a:pt x="182465" y="234946"/>
                      <a:pt x="235096" y="182346"/>
                      <a:pt x="235096" y="117467"/>
                    </a:cubicBezTo>
                    <a:cubicBezTo>
                      <a:pt x="235096" y="52587"/>
                      <a:pt x="182465" y="0"/>
                      <a:pt x="117548" y="0"/>
                    </a:cubicBezTo>
                    <a:cubicBezTo>
                      <a:pt x="52631" y="0"/>
                      <a:pt x="0" y="52587"/>
                      <a:pt x="0" y="117467"/>
                    </a:cubicBezTo>
                    <a:cubicBezTo>
                      <a:pt x="0" y="182346"/>
                      <a:pt x="52631" y="234946"/>
                      <a:pt x="117548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 20">
                <a:extLst>
                  <a:ext uri="{FF2B5EF4-FFF2-40B4-BE49-F238E27FC236}">
                    <a16:creationId xmlns:a16="http://schemas.microsoft.com/office/drawing/2014/main" id="{DBD025E7-6A98-7A31-2971-8AFC007473B5}"/>
                  </a:ext>
                </a:extLst>
              </p:cNvPr>
              <p:cNvSpPr/>
              <p:nvPr/>
            </p:nvSpPr>
            <p:spPr>
              <a:xfrm>
                <a:off x="16184564" y="7059078"/>
                <a:ext cx="235083" cy="234946"/>
              </a:xfrm>
              <a:custGeom>
                <a:avLst/>
                <a:gdLst>
                  <a:gd name="connsiteX0" fmla="*/ 117535 w 235083"/>
                  <a:gd name="connsiteY0" fmla="*/ 234946 h 234946"/>
                  <a:gd name="connsiteX1" fmla="*/ 235083 w 235083"/>
                  <a:gd name="connsiteY1" fmla="*/ 117467 h 234946"/>
                  <a:gd name="connsiteX2" fmla="*/ 117535 w 235083"/>
                  <a:gd name="connsiteY2" fmla="*/ 0 h 234946"/>
                  <a:gd name="connsiteX3" fmla="*/ 0 w 235083"/>
                  <a:gd name="connsiteY3" fmla="*/ 117467 h 234946"/>
                  <a:gd name="connsiteX4" fmla="*/ 117535 w 235083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83" h="234946">
                    <a:moveTo>
                      <a:pt x="117535" y="234946"/>
                    </a:moveTo>
                    <a:cubicBezTo>
                      <a:pt x="182453" y="234946"/>
                      <a:pt x="235083" y="182346"/>
                      <a:pt x="235083" y="117467"/>
                    </a:cubicBezTo>
                    <a:cubicBezTo>
                      <a:pt x="235083" y="52587"/>
                      <a:pt x="182453" y="0"/>
                      <a:pt x="117535" y="0"/>
                    </a:cubicBezTo>
                    <a:cubicBezTo>
                      <a:pt x="52618" y="0"/>
                      <a:pt x="0" y="52587"/>
                      <a:pt x="0" y="117467"/>
                    </a:cubicBezTo>
                    <a:cubicBezTo>
                      <a:pt x="0" y="182346"/>
                      <a:pt x="52618" y="234946"/>
                      <a:pt x="117535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 21">
                <a:extLst>
                  <a:ext uri="{FF2B5EF4-FFF2-40B4-BE49-F238E27FC236}">
                    <a16:creationId xmlns:a16="http://schemas.microsoft.com/office/drawing/2014/main" id="{B13A02B5-CA29-1EE3-B48D-537BEDB6407E}"/>
                  </a:ext>
                </a:extLst>
              </p:cNvPr>
              <p:cNvSpPr/>
              <p:nvPr/>
            </p:nvSpPr>
            <p:spPr>
              <a:xfrm>
                <a:off x="16654730" y="7059078"/>
                <a:ext cx="235082" cy="234946"/>
              </a:xfrm>
              <a:custGeom>
                <a:avLst/>
                <a:gdLst>
                  <a:gd name="connsiteX0" fmla="*/ 117535 w 235082"/>
                  <a:gd name="connsiteY0" fmla="*/ 234946 h 234946"/>
                  <a:gd name="connsiteX1" fmla="*/ 235083 w 235082"/>
                  <a:gd name="connsiteY1" fmla="*/ 117467 h 234946"/>
                  <a:gd name="connsiteX2" fmla="*/ 117535 w 235082"/>
                  <a:gd name="connsiteY2" fmla="*/ 0 h 234946"/>
                  <a:gd name="connsiteX3" fmla="*/ 0 w 235082"/>
                  <a:gd name="connsiteY3" fmla="*/ 117467 h 234946"/>
                  <a:gd name="connsiteX4" fmla="*/ 117535 w 235082"/>
                  <a:gd name="connsiteY4" fmla="*/ 234946 h 23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082" h="234946">
                    <a:moveTo>
                      <a:pt x="117535" y="234946"/>
                    </a:moveTo>
                    <a:cubicBezTo>
                      <a:pt x="182452" y="234946"/>
                      <a:pt x="235083" y="182346"/>
                      <a:pt x="235083" y="117467"/>
                    </a:cubicBezTo>
                    <a:cubicBezTo>
                      <a:pt x="235083" y="52587"/>
                      <a:pt x="182452" y="0"/>
                      <a:pt x="117535" y="0"/>
                    </a:cubicBezTo>
                    <a:cubicBezTo>
                      <a:pt x="52618" y="0"/>
                      <a:pt x="0" y="52587"/>
                      <a:pt x="0" y="117467"/>
                    </a:cubicBezTo>
                    <a:cubicBezTo>
                      <a:pt x="0" y="182346"/>
                      <a:pt x="52618" y="234946"/>
                      <a:pt x="117535" y="234946"/>
                    </a:cubicBezTo>
                    <a:close/>
                  </a:path>
                </a:pathLst>
              </a:custGeom>
              <a:solidFill>
                <a:srgbClr val="E6E6E6"/>
              </a:solidFill>
              <a:ln w="129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 22">
                <a:extLst>
                  <a:ext uri="{FF2B5EF4-FFF2-40B4-BE49-F238E27FC236}">
                    <a16:creationId xmlns:a16="http://schemas.microsoft.com/office/drawing/2014/main" id="{0FA214E0-35F7-6691-9713-78A831D01568}"/>
                  </a:ext>
                </a:extLst>
              </p:cNvPr>
              <p:cNvSpPr/>
              <p:nvPr/>
            </p:nvSpPr>
            <p:spPr>
              <a:xfrm>
                <a:off x="12928658" y="9573006"/>
                <a:ext cx="1645585" cy="1644623"/>
              </a:xfrm>
              <a:custGeom>
                <a:avLst/>
                <a:gdLst>
                  <a:gd name="connsiteX0" fmla="*/ 822793 w 1645585"/>
                  <a:gd name="connsiteY0" fmla="*/ 1644624 h 1644623"/>
                  <a:gd name="connsiteX1" fmla="*/ 1645585 w 1645585"/>
                  <a:gd name="connsiteY1" fmla="*/ 822305 h 1644623"/>
                  <a:gd name="connsiteX2" fmla="*/ 822793 w 1645585"/>
                  <a:gd name="connsiteY2" fmla="*/ 0 h 1644623"/>
                  <a:gd name="connsiteX3" fmla="*/ 0 w 1645585"/>
                  <a:gd name="connsiteY3" fmla="*/ 822305 h 1644623"/>
                  <a:gd name="connsiteX4" fmla="*/ 822793 w 1645585"/>
                  <a:gd name="connsiteY4" fmla="*/ 1644624 h 1644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585" h="1644623">
                    <a:moveTo>
                      <a:pt x="822793" y="1644624"/>
                    </a:moveTo>
                    <a:cubicBezTo>
                      <a:pt x="1277235" y="1644624"/>
                      <a:pt x="1645585" y="1276488"/>
                      <a:pt x="1645585" y="822305"/>
                    </a:cubicBezTo>
                    <a:cubicBezTo>
                      <a:pt x="1645585" y="368136"/>
                      <a:pt x="1277235" y="0"/>
                      <a:pt x="822793" y="0"/>
                    </a:cubicBezTo>
                    <a:cubicBezTo>
                      <a:pt x="368351" y="0"/>
                      <a:pt x="0" y="368136"/>
                      <a:pt x="0" y="822305"/>
                    </a:cubicBezTo>
                    <a:cubicBezTo>
                      <a:pt x="0" y="1276488"/>
                      <a:pt x="368351" y="1644624"/>
                      <a:pt x="822793" y="1644624"/>
                    </a:cubicBezTo>
                    <a:close/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 23">
                <a:extLst>
                  <a:ext uri="{FF2B5EF4-FFF2-40B4-BE49-F238E27FC236}">
                    <a16:creationId xmlns:a16="http://schemas.microsoft.com/office/drawing/2014/main" id="{6A39FB3D-23AA-0C7E-C79F-C30E4F410762}"/>
                  </a:ext>
                </a:extLst>
              </p:cNvPr>
              <p:cNvSpPr/>
              <p:nvPr/>
            </p:nvSpPr>
            <p:spPr>
              <a:xfrm>
                <a:off x="13751469" y="9939622"/>
                <a:ext cx="13001" cy="925620"/>
              </a:xfrm>
              <a:custGeom>
                <a:avLst/>
                <a:gdLst>
                  <a:gd name="connsiteX0" fmla="*/ 0 w 13001"/>
                  <a:gd name="connsiteY0" fmla="*/ 925621 h 925620"/>
                  <a:gd name="connsiteX1" fmla="*/ 0 w 13001"/>
                  <a:gd name="connsiteY1" fmla="*/ 0 h 925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001" h="925620">
                    <a:moveTo>
                      <a:pt x="0" y="925621"/>
                    </a:moveTo>
                    <a:lnTo>
                      <a:pt x="0" y="0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 24">
                <a:extLst>
                  <a:ext uri="{FF2B5EF4-FFF2-40B4-BE49-F238E27FC236}">
                    <a16:creationId xmlns:a16="http://schemas.microsoft.com/office/drawing/2014/main" id="{709B8FB6-9F26-693C-E1E5-2F6D878BBFA1}"/>
                  </a:ext>
                </a:extLst>
              </p:cNvPr>
              <p:cNvSpPr/>
              <p:nvPr/>
            </p:nvSpPr>
            <p:spPr>
              <a:xfrm>
                <a:off x="13410583" y="9925445"/>
                <a:ext cx="681740" cy="355999"/>
              </a:xfrm>
              <a:custGeom>
                <a:avLst/>
                <a:gdLst>
                  <a:gd name="connsiteX0" fmla="*/ 681741 w 681740"/>
                  <a:gd name="connsiteY0" fmla="*/ 355999 h 355999"/>
                  <a:gd name="connsiteX1" fmla="*/ 340871 w 681740"/>
                  <a:gd name="connsiteY1" fmla="*/ 0 h 355999"/>
                  <a:gd name="connsiteX2" fmla="*/ 0 w 681740"/>
                  <a:gd name="connsiteY2" fmla="*/ 355999 h 35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81740" h="355999">
                    <a:moveTo>
                      <a:pt x="681741" y="355999"/>
                    </a:moveTo>
                    <a:lnTo>
                      <a:pt x="340871" y="0"/>
                    </a:lnTo>
                    <a:lnTo>
                      <a:pt x="0" y="355999"/>
                    </a:lnTo>
                  </a:path>
                </a:pathLst>
              </a:custGeom>
              <a:noFill/>
              <a:ln w="25400" cap="flat">
                <a:solidFill>
                  <a:srgbClr val="E6E6E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 Regular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F822089F-B478-D25F-0628-933A7810E770}"/>
                </a:ext>
              </a:extLst>
            </p:cNvPr>
            <p:cNvSpPr/>
            <p:nvPr userDrawn="1"/>
          </p:nvSpPr>
          <p:spPr>
            <a:xfrm>
              <a:off x="16325645" y="3746325"/>
              <a:ext cx="329086" cy="328894"/>
            </a:xfrm>
            <a:custGeom>
              <a:avLst/>
              <a:gdLst>
                <a:gd name="connsiteX0" fmla="*/ 105781 w 211575"/>
                <a:gd name="connsiteY0" fmla="*/ 211453 h 211452"/>
                <a:gd name="connsiteX1" fmla="*/ 211576 w 211575"/>
                <a:gd name="connsiteY1" fmla="*/ 105726 h 211452"/>
                <a:gd name="connsiteX2" fmla="*/ 105781 w 211575"/>
                <a:gd name="connsiteY2" fmla="*/ 0 h 211452"/>
                <a:gd name="connsiteX3" fmla="*/ 0 w 211575"/>
                <a:gd name="connsiteY3" fmla="*/ 105726 h 211452"/>
                <a:gd name="connsiteX4" fmla="*/ 105781 w 211575"/>
                <a:gd name="connsiteY4" fmla="*/ 211453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575" h="211452">
                  <a:moveTo>
                    <a:pt x="105781" y="211453"/>
                  </a:moveTo>
                  <a:cubicBezTo>
                    <a:pt x="164211" y="211453"/>
                    <a:pt x="211576" y="164117"/>
                    <a:pt x="211576" y="105726"/>
                  </a:cubicBezTo>
                  <a:cubicBezTo>
                    <a:pt x="211576" y="47335"/>
                    <a:pt x="164211" y="0"/>
                    <a:pt x="105781" y="0"/>
                  </a:cubicBezTo>
                  <a:cubicBezTo>
                    <a:pt x="47352" y="0"/>
                    <a:pt x="0" y="47335"/>
                    <a:pt x="0" y="105726"/>
                  </a:cubicBezTo>
                  <a:cubicBezTo>
                    <a:pt x="0" y="164117"/>
                    <a:pt x="47352" y="211453"/>
                    <a:pt x="105781" y="211453"/>
                  </a:cubicBezTo>
                  <a:close/>
                </a:path>
              </a:pathLst>
            </a:custGeom>
            <a:solidFill>
              <a:schemeClr val="bg2"/>
            </a:solidFill>
            <a:ln w="1270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132625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927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ерстка слайда с левой плашкой (светлый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38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097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05564" y="609600"/>
            <a:ext cx="4876767" cy="5638800"/>
          </a:xfrm>
          <a:prstGeom prst="round2DiagRect">
            <a:avLst>
              <a:gd name="adj1" fmla="val 662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269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20554"/>
            <a:ext cx="5239117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969478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сокращенным перекрест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269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20554"/>
            <a:ext cx="5239117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436389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605910"/>
            <a:ext cx="5486403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397136"/>
            <a:ext cx="5486403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2" name="Текст 36">
            <a:extLst>
              <a:ext uri="{FF2B5EF4-FFF2-40B4-BE49-F238E27FC236}">
                <a16:creationId xmlns:a16="http://schemas.microsoft.com/office/drawing/2014/main" id="{DEEF823B-F37A-922E-F955-C7BA433D2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3293879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74518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58399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5728" y="609600"/>
            <a:ext cx="1003293" cy="65134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3441411" y="5842000"/>
            <a:ext cx="0" cy="41354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3737029" y="5553946"/>
            <a:ext cx="784862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3441411" y="602456"/>
            <a:ext cx="0" cy="465182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28" y="2351748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5728" y="4091215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4095728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6487" y="592110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spc="5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122" y="609600"/>
            <a:ext cx="1003293" cy="651345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625122" y="1547112"/>
            <a:ext cx="74923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8364739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8364739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122" y="2919730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22" y="4659197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934433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47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4876767" cy="5638800"/>
          </a:xfrm>
          <a:prstGeom prst="round2DiagRect">
            <a:avLst>
              <a:gd name="adj1" fmla="val 9499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6191218" y="609600"/>
            <a:ext cx="4555868" cy="4135338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18" y="5218037"/>
            <a:ext cx="53944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39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0900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48272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699076"/>
            <a:ext cx="734056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173980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595654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609597" y="5473700"/>
            <a:ext cx="10972743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288980"/>
            <a:ext cx="10742801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81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902" y="2672383"/>
            <a:ext cx="8928016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2867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2006590" y="2762250"/>
            <a:ext cx="7575511" cy="203835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2762250"/>
            <a:ext cx="84715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1148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6839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1638300"/>
            <a:ext cx="8471551" cy="33093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5339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4510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224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224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24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224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386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386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386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386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86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37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3365" y="103546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365" y="208648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83365" y="314571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365" y="420084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5" y="5255969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508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609597" y="1568450"/>
            <a:ext cx="4203678" cy="42545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2243" y="1568450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2243" y="249657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34247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435282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047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40889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2464295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3214301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392336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478108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563880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E6E6E6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E6E6E6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066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373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6180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36180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94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764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98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6" y="4443413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4439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563379"/>
            <a:ext cx="426656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0721" y="172583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0720" y="3859432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74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94073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24553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28802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2592820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363349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3938294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3364" y="497778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528258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376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358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609597" y="1879600"/>
            <a:ext cx="5391122" cy="43688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7" y="1879600"/>
            <a:ext cx="5391122" cy="939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6191218" y="1879600"/>
            <a:ext cx="5391122" cy="43688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218" y="1879600"/>
            <a:ext cx="5391122" cy="9398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2136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20954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4085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74085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4085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4085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74085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5706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5706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55706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5706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5706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715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5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6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8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91757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286145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380534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474922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569311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476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5428" y="5093726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4039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039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4039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4039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039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168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68168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8168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8168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8168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3727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223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460" y="1295401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2365417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343345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450148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556952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975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80035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8654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9322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636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9339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38967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8967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8967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8967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326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3" y="2800350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2243" y="36454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2243" y="44836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40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8572" y="913183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1855" y="2042329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8204" y="317147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1855" y="430062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8572" y="5429765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478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864749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6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6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18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18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18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24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624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24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786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786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786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4624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4624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624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786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786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786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525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301750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85658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52600"/>
            <a:ext cx="191991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2057400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175260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66213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35733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446055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41557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325897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95417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063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11431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8383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3722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0674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39625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36577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25528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2480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5499977" y="20121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34218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5499977" y="48315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62412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336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434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181013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50533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3364" y="3088747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3364" y="279087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364" y="436736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364" y="406948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3364" y="564597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364" y="534810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62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1578873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8093" y="27091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093" y="4189085"/>
            <a:ext cx="445886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7122" y="270917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7122" y="3183769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7122" y="365833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7122" y="4132896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37122" y="460191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37122" y="508202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03582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7568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5203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03582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7568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203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299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606346" y="1725805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606346" y="2854668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606346" y="5112393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606346" y="6241257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606346" y="3983530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2" y="920917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2" y="204867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2" y="317643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2" y="430419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2" y="5431959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2722" y="84755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2722" y="1976449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2722" y="310531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92722" y="423417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92722" y="536303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113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5625376" y="6248720"/>
            <a:ext cx="596027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5625375" y="617363"/>
            <a:ext cx="528656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5305590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4406179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4246" y="14624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4246" y="115767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4246" y="506720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4246" y="476240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84246" y="386562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84246" y="356082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4246" y="266405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4246" y="235925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841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981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0247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981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0247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498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445127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4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903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60959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441957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441957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822955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822955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4189580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957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955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57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955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8000958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02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51231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8867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32852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31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8867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322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5363605" cy="5645944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8978853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6184868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8978853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6184868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609597" y="5638800"/>
            <a:ext cx="736596" cy="6096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8867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2852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852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38867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8867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852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867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867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285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3285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8867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028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433067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433067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805175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805175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32913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9870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493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3375953" y="2577363"/>
            <a:ext cx="449941" cy="45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38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5757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467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05757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3596" y="863600"/>
            <a:ext cx="2962299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429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5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467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5757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467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467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5757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575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359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3595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54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0719" y="557958"/>
            <a:ext cx="5584935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Наконец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можем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без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основной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к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которому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этом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1200" dirty="0">
                <a:latin typeface="Graphik LC Regular" panose="020B0503030202060203" pitchFamily="34" charset="0"/>
              </a:rPr>
              <a:t>. </a:t>
            </a:r>
            <a:r>
              <a:rPr lang="en-US" sz="1200" dirty="0" err="1">
                <a:latin typeface="Graphik LC Regular" panose="020B0503030202060203" pitchFamily="34" charset="0"/>
              </a:rPr>
              <a:t>Как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выше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чисел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все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имеют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решения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7468" y="1508404"/>
            <a:ext cx="5584935" cy="345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ts val="1560"/>
              </a:lnSpc>
              <a:buNone/>
              <a:defRPr lang="ru-RU" sz="13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96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38450"/>
            <a:ext cx="3097954" cy="8720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18" y="1175259"/>
            <a:ext cx="5394436" cy="3050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ts val="1700"/>
              </a:lnSpc>
              <a:spcAft>
                <a:spcPts val="900"/>
              </a:spcAft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12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13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6000719" y="648209"/>
            <a:ext cx="1206494" cy="37465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6051519" y="597409"/>
            <a:ext cx="380998" cy="1143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4723" y="608522"/>
            <a:ext cx="80590" cy="92075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980" y="608522"/>
            <a:ext cx="92075" cy="92075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075" y="608522"/>
            <a:ext cx="87883" cy="92075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6000719" y="904784"/>
            <a:ext cx="0" cy="1849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78304" y="766285"/>
            <a:ext cx="10513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900" spc="50" baseline="0" dirty="0">
                <a:latin typeface="Graphik LC Medium" panose="020B0503030202060203" pitchFamily="34" charset="0"/>
              </a:defRPr>
            </a:lvl1pPr>
          </a:lstStyle>
          <a:p>
            <a:pPr marL="0" lvl="0" defTabSz="742847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69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1611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21611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21611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080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321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321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088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088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456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56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2456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56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321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369" y="1565275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369" y="3425825"/>
            <a:ext cx="5591285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94369" y="4358460"/>
            <a:ext cx="4851513" cy="973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70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067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5175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3067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5175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088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7588211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3403582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434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902414" y="0"/>
            <a:ext cx="5289586" cy="6858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320" y="161327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320" y="191807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20" y="28536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20" y="315845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5320" y="411962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5320" y="442442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5320" y="536511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95320" y="5669916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30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6734" y="0"/>
            <a:ext cx="3501168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3206733" cy="6858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58006" y="807469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6882" y="2509951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6882" y="3401210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36882" y="4298015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6882" y="5194819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8448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7" y="398145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7" y="51181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7" y="33813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7" y="451802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56546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1593850"/>
            <a:ext cx="2235188" cy="792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573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6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067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1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4676" y="268300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756" y="559765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4416" y="86360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496" y="377825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464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6889714" y="0"/>
            <a:ext cx="5302223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269" y="0"/>
            <a:ext cx="5289668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596198" y="615925"/>
            <a:ext cx="2484299" cy="2504325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1369149" y="1679969"/>
            <a:ext cx="97789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7759FF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карьера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759FF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5807" y="4968931"/>
            <a:ext cx="2484351" cy="643502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5807" y="4342551"/>
            <a:ext cx="2484351" cy="643502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5807" y="3711966"/>
            <a:ext cx="2484226" cy="1274527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5807" y="4968497"/>
            <a:ext cx="2484351" cy="1274527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6666" y="3757560"/>
            <a:ext cx="94029" cy="94029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2105" y="4310599"/>
            <a:ext cx="94029" cy="94029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49482" y="5547856"/>
            <a:ext cx="94029" cy="94029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6666" y="6106235"/>
            <a:ext cx="94029" cy="94029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1351810" y="4788083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события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3731758" y="622300"/>
            <a:ext cx="2506809" cy="2506198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4439733" y="1687280"/>
            <a:ext cx="112030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662C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обучение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662C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613968" y="609898"/>
            <a:ext cx="5637767" cy="5638502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2861985" y="3185915"/>
            <a:ext cx="1107011" cy="427516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Студент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3739320" y="3711966"/>
            <a:ext cx="2491685" cy="252989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4458056" y="4788792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marL="0" marR="0" lvl="0" indent="0" algn="ctr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>
                <a:ln>
                  <a:noFill/>
                </a:ln>
                <a:solidFill>
                  <a:srgbClr val="FFDD2D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</a:rPr>
              <a:t>город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DD2D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7711" y="462915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97711" y="4978400"/>
            <a:ext cx="4184629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848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0677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1758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2298" y="352425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678" y="3524250"/>
            <a:ext cx="539112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7" y="3524250"/>
            <a:ext cx="353058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013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10845743" y="60960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527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807488" y="1014163"/>
            <a:ext cx="8888768" cy="5387029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01696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71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311952" y="602456"/>
            <a:ext cx="9568096" cy="5798736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287082" y="795403"/>
            <a:ext cx="7617835" cy="495557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190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587780" y="1014163"/>
            <a:ext cx="8888768" cy="5387029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481987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014163"/>
            <a:ext cx="356181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2410602"/>
            <a:ext cx="3300587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524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852637" y="1268557"/>
            <a:ext cx="7129600" cy="4320887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579651" y="1419926"/>
            <a:ext cx="5695128" cy="373224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143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2178" y="619390"/>
            <a:ext cx="2761717" cy="5660400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65110" y="720682"/>
            <a:ext cx="2515850" cy="5457817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18599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879510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3184310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439441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4699216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956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7998" y="925009"/>
            <a:ext cx="4057565" cy="8316362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621723" y="1092386"/>
            <a:ext cx="3690874" cy="800688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757877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367989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30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06319" y="619391"/>
            <a:ext cx="2431818" cy="498424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029" y="720682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7120" y="1271303"/>
            <a:ext cx="2431818" cy="4984241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59830" y="1372594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272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11878" y="1119231"/>
            <a:ext cx="2253880" cy="4619539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2207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290497" y="1119231"/>
            <a:ext cx="2253880" cy="4619539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082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669117" y="1119231"/>
            <a:ext cx="2253880" cy="4619539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6944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173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889777" y="0"/>
            <a:ext cx="5302223" cy="6858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66" y="2563379"/>
            <a:ext cx="371798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742" y="73679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742" y="100381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5742" y="221065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55742" y="2498570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742" y="370540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5742" y="3993326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42" y="520016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5742" y="548808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566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236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8828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7657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4236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8829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7657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2213878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6889714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2006590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6889714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2006590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159" y="1809750"/>
            <a:ext cx="1521056" cy="152106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159" y="3527189"/>
            <a:ext cx="1521056" cy="152106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650" y="1809750"/>
            <a:ext cx="1521056" cy="152106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650" y="3527189"/>
            <a:ext cx="1521056" cy="152106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7363197" y="2180462"/>
            <a:ext cx="57996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5579536" y="4059155"/>
            <a:ext cx="5164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5662085" y="2180462"/>
            <a:ext cx="43391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7545121" y="4058935"/>
            <a:ext cx="4148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ctr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370" y="4381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786372" y="3186004"/>
            <a:ext cx="5177133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60588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0588" y="377825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08563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563" y="3785175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160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8323" y="3429000"/>
            <a:ext cx="10974081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153669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4298927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706116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ctr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6969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3107073" y="3204000"/>
            <a:ext cx="449941" cy="45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5869308" y="3204000"/>
            <a:ext cx="449941" cy="45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8631543" y="3204000"/>
            <a:ext cx="449941" cy="45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6094278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8856513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3332044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164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4603726" y="1879600"/>
            <a:ext cx="6280117" cy="139065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699215" y="4794250"/>
            <a:ext cx="2089139" cy="145415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5645121" y="3333750"/>
            <a:ext cx="4190978" cy="1397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7518814" y="2436736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7518814" y="3783939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7518814" y="5241264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438150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2324822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08094" y="2654170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8094" y="5604032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8093" y="5267759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08093" y="3810434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08094" y="4146707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65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2192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12192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0969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0969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7804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87804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36580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6580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85355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85355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824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57960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7960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52504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2504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047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7047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069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89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9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56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2456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2CB9FF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2CB9FF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226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1097281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94151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071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6889777" y="0"/>
            <a:ext cx="5302223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548647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609597" y="408890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Заголовок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на две строки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4048" y="1885950"/>
            <a:ext cx="4411607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048" y="4019550"/>
            <a:ext cx="4411607" cy="1525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278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606346" y="60628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606346" y="533135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606346" y="459983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606346" y="386831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606346" y="313679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606346" y="24052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597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597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597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7232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97232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7232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97232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97232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84868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4868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84868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868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4868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2503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72503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2503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2503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2503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9597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97232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84868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72503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704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609597" y="1879600"/>
            <a:ext cx="10972743" cy="43688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84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609597" y="925443"/>
            <a:ext cx="10972743" cy="53301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787396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9651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11429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609597" y="1331160"/>
            <a:ext cx="109727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931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4692334" y="1490813"/>
            <a:ext cx="6893320" cy="4262287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411888"/>
            <a:ext cx="37332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526627"/>
            <a:ext cx="373323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561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6006318" y="2069802"/>
            <a:ext cx="5579336" cy="4185743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6184118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6361917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6539716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6006318" y="2475518"/>
            <a:ext cx="557933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314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6006318" y="1051282"/>
            <a:ext cx="5579336" cy="1847942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06318" y="3331369"/>
            <a:ext cx="5579336" cy="2924175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801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609597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3402380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6195163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8987945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DEF1FF"/>
          </a:solidFill>
          <a:ln w="25400">
            <a:noFill/>
          </a:ln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2"/>
            </a:solidFill>
          </a:ln>
        </p:spPr>
        <p:txBody>
          <a:bodyPr/>
          <a:lstStyle>
            <a:lvl1pPr>
              <a:defRPr b="0" i="0">
                <a:noFill/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539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2079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5080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1429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2079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75080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81429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7663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0663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7013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7663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0663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013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9340"/>
            <a:ext cx="3069826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109411"/>
            <a:ext cx="3069826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3064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7467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0467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6817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7467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0467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817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072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8072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54422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75072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072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4422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332940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05941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12290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32940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05941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12290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364781" y="3841252"/>
            <a:ext cx="4333799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06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086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9307" y="1115705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9307" y="237755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9307" y="363248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9307" y="4887409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78C6205A-F00F-3209-F25B-4CC51A15D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9307" y="1451294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F10DB5C1-28F0-B252-B55B-C7016BCA98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99307" y="2713145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19796346-E457-D99C-285B-D8002F095D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9307" y="3968071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C68D3BC7-FEC3-15AD-B52C-F4DE297243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99307" y="5222997"/>
            <a:ext cx="4683033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3243200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178468"/>
            <a:ext cx="3663771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1147316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1976967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2806618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3636269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0460" y="4465920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0460" y="5295571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546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R-код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6969120" y="1457325"/>
            <a:ext cx="3943330" cy="394335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977882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535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457766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7147" y="609600"/>
            <a:ext cx="5659675" cy="5654778"/>
          </a:xfrm>
          <a:prstGeom prst="round2DiagRect">
            <a:avLst>
              <a:gd name="adj1" fmla="val 6473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3937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3915"/>
            <a:ext cx="2671857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467867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609597" y="408890"/>
            <a:ext cx="831117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Как использовать шаблон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827283" y="1899235"/>
            <a:ext cx="3219028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8244067" y="3597192"/>
            <a:ext cx="3069652" cy="1000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удобнее работать с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фигмой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– шаблон презентаций лежит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A651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макета в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выбираем вкладку «файл»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«экспорт»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формат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df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Вопросы по шаблону можно задать в тайм –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p.s.filimonova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827283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2452859" y="3377131"/>
            <a:ext cx="1033958" cy="370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корректный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2452859" y="5022398"/>
            <a:ext cx="1249083" cy="370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некорректный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827283" y="5870600"/>
            <a:ext cx="3219028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  <a:hlinkClick r:id="rId3"/>
              </a:rPr>
              <a:t>Скачать шрифт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283" y="3921751"/>
            <a:ext cx="1344134" cy="146529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7283" y="2276484"/>
            <a:ext cx="1344134" cy="146529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6661" y="4093284"/>
            <a:ext cx="283247" cy="283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8244067" y="1899235"/>
            <a:ext cx="321902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следующих слайдах подробно описано,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как пользоваться шаблоном: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палитра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типографика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сетка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8023131" y="1337473"/>
            <a:ext cx="3575114" cy="1834352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8244067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4529380" y="1899235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Границы рабочей зоны на слайдах выделены направляющими, контент не должен выходить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3575114" cy="3039094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4529380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529380" y="2446648"/>
            <a:ext cx="3150580" cy="1813741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4529380" y="5131166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сохранения правильных настроек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не копируй, а дублируй слайды (или отдельные элементы на слайде) сочетанием клавиш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command+D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(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или </a:t>
            </a:r>
            <a:r>
              <a:rPr kumimoji="0" lang="e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Ctrl+D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)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4308443" y="4569404"/>
            <a:ext cx="3575114" cy="168614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4529380" y="4814586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500" b="0" i="0" u="none" strike="noStrike" kern="1200" cap="none" spc="10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9584343" y="2245484"/>
            <a:ext cx="1878752" cy="7309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иконок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иллюстраций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фото</a:t>
            </a:r>
          </a:p>
          <a:p>
            <a:pPr marL="171416" marR="0" lvl="0" indent="-171416" algn="l" defTabSz="7439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библиотека 3</a:t>
            </a:r>
            <a:r>
              <a:rPr kumimoji="0" lang="en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d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8023131" y="3352010"/>
            <a:ext cx="3575114" cy="2903534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323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609597" y="408890"/>
            <a:ext cx="519732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Образец слайдов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785391" y="1576397"/>
            <a:ext cx="3214588" cy="1601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Подходящий шаблон для слайда выбирается через вкладку «главная»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«слайды»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5E3B42-0B82-70B2-8A2E-0D497E291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009" b="51329"/>
          <a:stretch/>
        </p:blipFill>
        <p:spPr>
          <a:xfrm>
            <a:off x="4496008" y="1466357"/>
            <a:ext cx="4587097" cy="2811105"/>
          </a:xfrm>
          <a:prstGeom prst="roundRect">
            <a:avLst>
              <a:gd name="adj" fmla="val 4061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785391" y="4084511"/>
            <a:ext cx="3214588" cy="17170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шаблонах слайдов могут находиться фиксированные элементы, которые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контента можно менять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размеру или цвету, для изменения таких элементов выбираем вкладку «вид»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«образец слайдов»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находим подходящий шаблон и нажимаем правой кнопкой «дублировать макет» –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&gt;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в созданном дубликате меняем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размер/цвет необходимых элементов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1857F2-7E4F-83FF-66AA-2D22A2CE7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6245" y="4364313"/>
            <a:ext cx="4014217" cy="1757087"/>
          </a:xfrm>
          <a:prstGeom prst="roundRect">
            <a:avLst>
              <a:gd name="adj" fmla="val 8400"/>
            </a:avLst>
          </a:prstGeom>
        </p:spPr>
      </p:pic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606346" y="3860009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4326962" y="1337473"/>
            <a:ext cx="7258692" cy="491807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26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609597" y="408890"/>
            <a:ext cx="33760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Логотип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785391" y="1576397"/>
            <a:ext cx="3200271" cy="18324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используется полная версия логотипа на кириллице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Логотип используется на титульном слайде, закрывающем слайде и разделителях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(для разделов)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логотипа подобран под размер слайдов и не изменяется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842107" y="3795754"/>
            <a:ext cx="3143556" cy="821399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540" y="5235212"/>
            <a:ext cx="2500689" cy="4394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4614075" y="1576397"/>
            <a:ext cx="6098923" cy="4089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партнерства и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кобрендинга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используется знак умножения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4614075" y="4088577"/>
            <a:ext cx="3119218" cy="202478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всех контентных слайдах используется сокращенная версия логотипа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По умолчанию размещается в верхнем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правом углу слайда 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зависимости от верстки и контента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на слайде, может быть перемещена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верхний левый, нижний правый или нижний левый углы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8711859" y="4542994"/>
            <a:ext cx="1241496" cy="1001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1309" y="4912818"/>
            <a:ext cx="482598" cy="3175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6436" y="4912818"/>
            <a:ext cx="482598" cy="317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0349" y="2298617"/>
            <a:ext cx="7007481" cy="1374528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4308443" y="3850777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919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2FCA844-8081-5220-9A20-027AC6CD6A90}"/>
              </a:ext>
            </a:extLst>
          </p:cNvPr>
          <p:cNvSpPr/>
          <p:nvPr userDrawn="1"/>
        </p:nvSpPr>
        <p:spPr>
          <a:xfrm>
            <a:off x="609596" y="408890"/>
            <a:ext cx="6453224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Дополни-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тельная</a:t>
            </a:r>
            <a:b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</a:b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палитра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2E519-4ED4-5E43-3CA2-FC2308AC3615}"/>
              </a:ext>
            </a:extLst>
          </p:cNvPr>
          <p:cNvSpPr txBox="1"/>
          <p:nvPr userDrawn="1"/>
        </p:nvSpPr>
        <p:spPr>
          <a:xfrm>
            <a:off x="609597" y="2399358"/>
            <a:ext cx="3200271" cy="27942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учебных презентаций рекомендуется использовать первый уровень яркости –  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1-2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В презентациях для выступлений рекомендуется использовать второй уровень яркости –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2-3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доп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 цвета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  <a:p>
            <a:pPr marL="0" marR="0" lvl="0" indent="0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Medium" panose="020B0503030202060203" pitchFamily="34" charset="0"/>
                <a:ea typeface="+mj-ea"/>
                <a:cs typeface="+mj-cs"/>
              </a:rPr>
              <a:t>Education green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Используется как доминирующий акцентный цвет Центрального университета в коммуникациях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C6ACE35-05B1-51BE-CC82-59248A09AEAB}"/>
              </a:ext>
            </a:extLst>
          </p:cNvPr>
          <p:cNvSpPr/>
          <p:nvPr userDrawn="1"/>
        </p:nvSpPr>
        <p:spPr>
          <a:xfrm>
            <a:off x="4704203" y="609600"/>
            <a:ext cx="6896423" cy="1033288"/>
          </a:xfrm>
          <a:prstGeom prst="rect">
            <a:avLst/>
          </a:prstGeom>
          <a:noFill/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2E2E33E-7146-7F90-CB5D-FC8A915B51B2}"/>
              </a:ext>
            </a:extLst>
          </p:cNvPr>
          <p:cNvSpPr/>
          <p:nvPr userDrawn="1"/>
        </p:nvSpPr>
        <p:spPr>
          <a:xfrm>
            <a:off x="4704203" y="609600"/>
            <a:ext cx="6896423" cy="661305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792520-A15A-047C-6458-92C9C4898A51}"/>
              </a:ext>
            </a:extLst>
          </p:cNvPr>
          <p:cNvSpPr/>
          <p:nvPr userDrawn="1"/>
        </p:nvSpPr>
        <p:spPr>
          <a:xfrm>
            <a:off x="4810484" y="715881"/>
            <a:ext cx="6683863" cy="448742"/>
          </a:xfrm>
          <a:prstGeom prst="rect">
            <a:avLst/>
          </a:prstGeom>
          <a:noFill/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11CABB0-4BFC-41A0-5CEE-8CB2AA0033BD}"/>
              </a:ext>
            </a:extLst>
          </p:cNvPr>
          <p:cNvSpPr/>
          <p:nvPr userDrawn="1"/>
        </p:nvSpPr>
        <p:spPr>
          <a:xfrm>
            <a:off x="4810485" y="715881"/>
            <a:ext cx="177134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A394EDA-5194-BC46-E108-29165F4CA0FE}"/>
              </a:ext>
            </a:extLst>
          </p:cNvPr>
          <p:cNvSpPr/>
          <p:nvPr userDrawn="1"/>
        </p:nvSpPr>
        <p:spPr>
          <a:xfrm>
            <a:off x="4810485" y="933676"/>
            <a:ext cx="175559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627B8CD-5E85-D287-B628-53D5C828719A}"/>
              </a:ext>
            </a:extLst>
          </p:cNvPr>
          <p:cNvSpPr/>
          <p:nvPr userDrawn="1"/>
        </p:nvSpPr>
        <p:spPr>
          <a:xfrm>
            <a:off x="4810484" y="1058894"/>
            <a:ext cx="6410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EC221D0-D290-77DA-B7A8-67EA7ABA86E2}"/>
              </a:ext>
            </a:extLst>
          </p:cNvPr>
          <p:cNvSpPr/>
          <p:nvPr userDrawn="1"/>
        </p:nvSpPr>
        <p:spPr>
          <a:xfrm>
            <a:off x="470420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EDFFF5">
              <a:alpha val="10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8A12EB-EA23-6BFF-E261-030425AB4679}"/>
              </a:ext>
            </a:extLst>
          </p:cNvPr>
          <p:cNvSpPr/>
          <p:nvPr userDrawn="1"/>
        </p:nvSpPr>
        <p:spPr>
          <a:xfrm>
            <a:off x="4786867" y="1384819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#EDFFF5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13EDA94-95FB-BC06-0898-5BFCBD30099D}"/>
              </a:ext>
            </a:extLst>
          </p:cNvPr>
          <p:cNvSpPr/>
          <p:nvPr userDrawn="1"/>
        </p:nvSpPr>
        <p:spPr>
          <a:xfrm>
            <a:off x="5337057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D6FFEA">
              <a:alpha val="100000"/>
            </a:srgbClr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7851351-E3E6-5128-3D1A-D712F2138547}"/>
              </a:ext>
            </a:extLst>
          </p:cNvPr>
          <p:cNvSpPr/>
          <p:nvPr userDrawn="1"/>
        </p:nvSpPr>
        <p:spPr>
          <a:xfrm>
            <a:off x="5419720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#D6FFEA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B06E639-0412-941E-5659-5B7425B48C08}"/>
              </a:ext>
            </a:extLst>
          </p:cNvPr>
          <p:cNvSpPr/>
          <p:nvPr userDrawn="1"/>
        </p:nvSpPr>
        <p:spPr>
          <a:xfrm>
            <a:off x="5969908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AFFFD5">
              <a:alpha val="100000"/>
            </a:srgbClr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D207F41-2302-D878-59FA-9E15DC79FC77}"/>
              </a:ext>
            </a:extLst>
          </p:cNvPr>
          <p:cNvSpPr/>
          <p:nvPr userDrawn="1"/>
        </p:nvSpPr>
        <p:spPr>
          <a:xfrm>
            <a:off x="6052571" y="1384819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B30AB19-B32C-5B11-9EFF-A400A2EF15E3}"/>
              </a:ext>
            </a:extLst>
          </p:cNvPr>
          <p:cNvSpPr/>
          <p:nvPr userDrawn="1"/>
        </p:nvSpPr>
        <p:spPr>
          <a:xfrm>
            <a:off x="6602759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71FFB6">
              <a:alpha val="100000"/>
            </a:srgbClr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2EC344B-053D-9F2E-6A54-CD50EDF7394E}"/>
              </a:ext>
            </a:extLst>
          </p:cNvPr>
          <p:cNvSpPr/>
          <p:nvPr userDrawn="1"/>
        </p:nvSpPr>
        <p:spPr>
          <a:xfrm>
            <a:off x="6685422" y="1384819"/>
            <a:ext cx="3387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#71FFB6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6F017E2-773E-0F78-B800-CA3323A6EFB1}"/>
              </a:ext>
            </a:extLst>
          </p:cNvPr>
          <p:cNvSpPr/>
          <p:nvPr userDrawn="1"/>
        </p:nvSpPr>
        <p:spPr>
          <a:xfrm>
            <a:off x="7235613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2DFB90">
              <a:alpha val="100000"/>
            </a:srgbClr>
          </a:solidFill>
          <a:ln/>
        </p:spPr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36D83019-BD32-348C-BC41-215213C039F8}"/>
              </a:ext>
            </a:extLst>
          </p:cNvPr>
          <p:cNvSpPr/>
          <p:nvPr userDrawn="1"/>
        </p:nvSpPr>
        <p:spPr>
          <a:xfrm>
            <a:off x="7318276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0F4687D5-63C7-D698-5277-8188A134793F}"/>
              </a:ext>
            </a:extLst>
          </p:cNvPr>
          <p:cNvSpPr/>
          <p:nvPr userDrawn="1"/>
        </p:nvSpPr>
        <p:spPr>
          <a:xfrm>
            <a:off x="786846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2E570">
              <a:alpha val="100000"/>
            </a:srgbClr>
          </a:solidFill>
          <a:ln/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2FE20223-0DD0-F06A-B7DB-35CDE818C8C3}"/>
              </a:ext>
            </a:extLst>
          </p:cNvPr>
          <p:cNvSpPr/>
          <p:nvPr userDrawn="1"/>
        </p:nvSpPr>
        <p:spPr>
          <a:xfrm>
            <a:off x="7951128" y="1384819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4DF5CC3A-2537-99A5-8003-7A62748F48F7}"/>
              </a:ext>
            </a:extLst>
          </p:cNvPr>
          <p:cNvSpPr/>
          <p:nvPr userDrawn="1"/>
        </p:nvSpPr>
        <p:spPr>
          <a:xfrm>
            <a:off x="8501317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BF59">
              <a:alpha val="100000"/>
            </a:srgbClr>
          </a:solidFill>
          <a:ln/>
        </p:spPr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D385043-38A2-5257-83BC-0C7128372631}"/>
              </a:ext>
            </a:extLst>
          </p:cNvPr>
          <p:cNvSpPr/>
          <p:nvPr userDrawn="1"/>
        </p:nvSpPr>
        <p:spPr>
          <a:xfrm>
            <a:off x="8583979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#00BF59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C1646B41-7722-0832-E961-423D16573758}"/>
              </a:ext>
            </a:extLst>
          </p:cNvPr>
          <p:cNvSpPr/>
          <p:nvPr userDrawn="1"/>
        </p:nvSpPr>
        <p:spPr>
          <a:xfrm>
            <a:off x="9134169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A651">
              <a:alpha val="100000"/>
            </a:srgbClr>
          </a:solidFill>
          <a:ln/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C4D09BF0-08CC-581D-155E-21815E6441BE}"/>
              </a:ext>
            </a:extLst>
          </p:cNvPr>
          <p:cNvSpPr/>
          <p:nvPr userDrawn="1"/>
        </p:nvSpPr>
        <p:spPr>
          <a:xfrm>
            <a:off x="9216831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700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#00A651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0FEA7230-00E3-5316-B066-8DA47546A24F}"/>
              </a:ext>
            </a:extLst>
          </p:cNvPr>
          <p:cNvSpPr/>
          <p:nvPr userDrawn="1"/>
        </p:nvSpPr>
        <p:spPr>
          <a:xfrm>
            <a:off x="9767020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6753D">
              <a:alpha val="100000"/>
            </a:srgbClr>
          </a:solidFill>
          <a:ln/>
        </p:spPr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EC147CCE-0405-FD5A-6BFD-E403746590E1}"/>
              </a:ext>
            </a:extLst>
          </p:cNvPr>
          <p:cNvSpPr/>
          <p:nvPr userDrawn="1"/>
        </p:nvSpPr>
        <p:spPr>
          <a:xfrm>
            <a:off x="9849683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#06753D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0036A4BA-2EBD-C1DC-3DFA-F7DAEE0A727F}"/>
              </a:ext>
            </a:extLst>
          </p:cNvPr>
          <p:cNvSpPr/>
          <p:nvPr userDrawn="1"/>
        </p:nvSpPr>
        <p:spPr>
          <a:xfrm>
            <a:off x="10399872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85F34">
              <a:alpha val="100000"/>
            </a:srgbClr>
          </a:solidFill>
          <a:ln/>
        </p:spPr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1A4C62E-50F9-E768-2576-3BBDB06F48B9}"/>
              </a:ext>
            </a:extLst>
          </p:cNvPr>
          <p:cNvSpPr/>
          <p:nvPr userDrawn="1"/>
        </p:nvSpPr>
        <p:spPr>
          <a:xfrm>
            <a:off x="10482535" y="1384819"/>
            <a:ext cx="37001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#085F34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487332EE-3EC5-D1F1-6240-34B5F776F88F}"/>
              </a:ext>
            </a:extLst>
          </p:cNvPr>
          <p:cNvSpPr/>
          <p:nvPr userDrawn="1"/>
        </p:nvSpPr>
        <p:spPr>
          <a:xfrm>
            <a:off x="1103272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361B">
              <a:alpha val="100000"/>
            </a:srgbClr>
          </a:solidFill>
          <a:ln/>
        </p:spPr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2D82DF3-1625-0D4A-0430-0F4641CBC385}"/>
              </a:ext>
            </a:extLst>
          </p:cNvPr>
          <p:cNvSpPr/>
          <p:nvPr userDrawn="1"/>
        </p:nvSpPr>
        <p:spPr>
          <a:xfrm>
            <a:off x="11115388" y="1384819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950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#00361B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8744AEC2-A32A-34C5-BCBA-0BD76182FBE1}"/>
              </a:ext>
            </a:extLst>
          </p:cNvPr>
          <p:cNvSpPr/>
          <p:nvPr userDrawn="1"/>
        </p:nvSpPr>
        <p:spPr>
          <a:xfrm>
            <a:off x="4704203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52B307B9-2D1E-66B1-205D-C5728F7F2125}"/>
              </a:ext>
            </a:extLst>
          </p:cNvPr>
          <p:cNvSpPr/>
          <p:nvPr userDrawn="1"/>
        </p:nvSpPr>
        <p:spPr>
          <a:xfrm>
            <a:off x="4704203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796849AF-1000-1CB1-5104-2509BFC2233E}"/>
              </a:ext>
            </a:extLst>
          </p:cNvPr>
          <p:cNvSpPr/>
          <p:nvPr userDrawn="1"/>
        </p:nvSpPr>
        <p:spPr>
          <a:xfrm>
            <a:off x="4822293" y="1867259"/>
            <a:ext cx="8282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F95BF64A-5403-0C88-2F4D-A90CC8262DF8}"/>
              </a:ext>
            </a:extLst>
          </p:cNvPr>
          <p:cNvSpPr/>
          <p:nvPr userDrawn="1"/>
        </p:nvSpPr>
        <p:spPr>
          <a:xfrm>
            <a:off x="4822293" y="2085054"/>
            <a:ext cx="40613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F232B2C-C355-2095-9D56-540419DE581C}"/>
              </a:ext>
            </a:extLst>
          </p:cNvPr>
          <p:cNvSpPr/>
          <p:nvPr userDrawn="1"/>
        </p:nvSpPr>
        <p:spPr>
          <a:xfrm>
            <a:off x="4822293" y="2210272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AD34E63F-78AA-58B3-09BC-9E9614A1D664}"/>
              </a:ext>
            </a:extLst>
          </p:cNvPr>
          <p:cNvSpPr/>
          <p:nvPr userDrawn="1"/>
        </p:nvSpPr>
        <p:spPr>
          <a:xfrm>
            <a:off x="4704203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D4FF">
              <a:alpha val="100000"/>
            </a:srgbClr>
          </a:solidFill>
          <a:ln/>
        </p:spPr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C5B3865B-53D5-81F7-0FAC-5769ECF8143D}"/>
              </a:ext>
            </a:extLst>
          </p:cNvPr>
          <p:cNvSpPr/>
          <p:nvPr userDrawn="1"/>
        </p:nvSpPr>
        <p:spPr>
          <a:xfrm>
            <a:off x="4786866" y="2536197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#D5D4FF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4262FD38-2A4A-4E10-0992-75CD0274966B}"/>
              </a:ext>
            </a:extLst>
          </p:cNvPr>
          <p:cNvSpPr/>
          <p:nvPr userDrawn="1"/>
        </p:nvSpPr>
        <p:spPr>
          <a:xfrm>
            <a:off x="5566256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AEE322C9-9093-AB9E-CFA6-A38AC778EB69}"/>
              </a:ext>
            </a:extLst>
          </p:cNvPr>
          <p:cNvSpPr/>
          <p:nvPr userDrawn="1"/>
        </p:nvSpPr>
        <p:spPr>
          <a:xfrm>
            <a:off x="5648919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52DF7059-74A1-A8FA-4002-947A78E35170}"/>
              </a:ext>
            </a:extLst>
          </p:cNvPr>
          <p:cNvSpPr/>
          <p:nvPr userDrawn="1"/>
        </p:nvSpPr>
        <p:spPr>
          <a:xfrm>
            <a:off x="6428309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80" name="Text 47">
            <a:extLst>
              <a:ext uri="{FF2B5EF4-FFF2-40B4-BE49-F238E27FC236}">
                <a16:creationId xmlns:a16="http://schemas.microsoft.com/office/drawing/2014/main" id="{1A368C1D-2A69-7733-8815-8027E943BDFC}"/>
              </a:ext>
            </a:extLst>
          </p:cNvPr>
          <p:cNvSpPr/>
          <p:nvPr userDrawn="1"/>
        </p:nvSpPr>
        <p:spPr>
          <a:xfrm>
            <a:off x="651097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1" name="Shape 48">
            <a:extLst>
              <a:ext uri="{FF2B5EF4-FFF2-40B4-BE49-F238E27FC236}">
                <a16:creationId xmlns:a16="http://schemas.microsoft.com/office/drawing/2014/main" id="{2671EC0E-1822-3F83-BB90-E046984F5D7D}"/>
              </a:ext>
            </a:extLst>
          </p:cNvPr>
          <p:cNvSpPr/>
          <p:nvPr userDrawn="1"/>
        </p:nvSpPr>
        <p:spPr>
          <a:xfrm>
            <a:off x="7290362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100B083B-1CB3-C1CA-355A-C4F89492FEB2}"/>
              </a:ext>
            </a:extLst>
          </p:cNvPr>
          <p:cNvSpPr/>
          <p:nvPr userDrawn="1"/>
        </p:nvSpPr>
        <p:spPr>
          <a:xfrm>
            <a:off x="7373025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7D8BB204-2193-4094-219D-0B0B60F30BF2}"/>
              </a:ext>
            </a:extLst>
          </p:cNvPr>
          <p:cNvSpPr/>
          <p:nvPr userDrawn="1"/>
        </p:nvSpPr>
        <p:spPr>
          <a:xfrm>
            <a:off x="8211459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84" name="Shape 51">
            <a:extLst>
              <a:ext uri="{FF2B5EF4-FFF2-40B4-BE49-F238E27FC236}">
                <a16:creationId xmlns:a16="http://schemas.microsoft.com/office/drawing/2014/main" id="{5542EDB8-FA26-AE34-DDDA-9101F7FB8BFF}"/>
              </a:ext>
            </a:extLst>
          </p:cNvPr>
          <p:cNvSpPr/>
          <p:nvPr userDrawn="1"/>
        </p:nvSpPr>
        <p:spPr>
          <a:xfrm>
            <a:off x="8211459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1EC60B58-E39D-5BB0-B74B-19AC12EE1BAA}"/>
              </a:ext>
            </a:extLst>
          </p:cNvPr>
          <p:cNvSpPr/>
          <p:nvPr userDrawn="1"/>
        </p:nvSpPr>
        <p:spPr>
          <a:xfrm>
            <a:off x="8329548" y="1879068"/>
            <a:ext cx="103148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6" name="Text 55">
            <a:extLst>
              <a:ext uri="{FF2B5EF4-FFF2-40B4-BE49-F238E27FC236}">
                <a16:creationId xmlns:a16="http://schemas.microsoft.com/office/drawing/2014/main" id="{FD7B6A8C-EE73-36D4-D1A3-6603774F2B34}"/>
              </a:ext>
            </a:extLst>
          </p:cNvPr>
          <p:cNvSpPr/>
          <p:nvPr userDrawn="1"/>
        </p:nvSpPr>
        <p:spPr>
          <a:xfrm>
            <a:off x="8329548" y="2096864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7" name="Text 56">
            <a:extLst>
              <a:ext uri="{FF2B5EF4-FFF2-40B4-BE49-F238E27FC236}">
                <a16:creationId xmlns:a16="http://schemas.microsoft.com/office/drawing/2014/main" id="{FD81BEF4-3D94-70F5-FAC0-FCB2DFA8249D}"/>
              </a:ext>
            </a:extLst>
          </p:cNvPr>
          <p:cNvSpPr/>
          <p:nvPr userDrawn="1"/>
        </p:nvSpPr>
        <p:spPr>
          <a:xfrm>
            <a:off x="8329548" y="2222082"/>
            <a:ext cx="7617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8" name="Shape 58">
            <a:extLst>
              <a:ext uri="{FF2B5EF4-FFF2-40B4-BE49-F238E27FC236}">
                <a16:creationId xmlns:a16="http://schemas.microsoft.com/office/drawing/2014/main" id="{8C2D8398-9E6C-7EE1-7B96-98E9B4FD15DD}"/>
              </a:ext>
            </a:extLst>
          </p:cNvPr>
          <p:cNvSpPr/>
          <p:nvPr userDrawn="1"/>
        </p:nvSpPr>
        <p:spPr>
          <a:xfrm>
            <a:off x="8211460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89" name="Text 59">
            <a:extLst>
              <a:ext uri="{FF2B5EF4-FFF2-40B4-BE49-F238E27FC236}">
                <a16:creationId xmlns:a16="http://schemas.microsoft.com/office/drawing/2014/main" id="{E2934F71-D106-9920-AF03-73962A4D8C6A}"/>
              </a:ext>
            </a:extLst>
          </p:cNvPr>
          <p:cNvSpPr/>
          <p:nvPr userDrawn="1"/>
        </p:nvSpPr>
        <p:spPr>
          <a:xfrm>
            <a:off x="829412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0" name="Shape 60">
            <a:extLst>
              <a:ext uri="{FF2B5EF4-FFF2-40B4-BE49-F238E27FC236}">
                <a16:creationId xmlns:a16="http://schemas.microsoft.com/office/drawing/2014/main" id="{31236FFF-9762-2E10-9572-8265DFDF5E23}"/>
              </a:ext>
            </a:extLst>
          </p:cNvPr>
          <p:cNvSpPr/>
          <p:nvPr userDrawn="1"/>
        </p:nvSpPr>
        <p:spPr>
          <a:xfrm>
            <a:off x="9073512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91" name="Text 61">
            <a:extLst>
              <a:ext uri="{FF2B5EF4-FFF2-40B4-BE49-F238E27FC236}">
                <a16:creationId xmlns:a16="http://schemas.microsoft.com/office/drawing/2014/main" id="{9D9AACF2-57BB-ED83-D92A-966D7F1C0683}"/>
              </a:ext>
            </a:extLst>
          </p:cNvPr>
          <p:cNvSpPr/>
          <p:nvPr userDrawn="1"/>
        </p:nvSpPr>
        <p:spPr>
          <a:xfrm>
            <a:off x="9156175" y="2536197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2" name="Shape 62">
            <a:extLst>
              <a:ext uri="{FF2B5EF4-FFF2-40B4-BE49-F238E27FC236}">
                <a16:creationId xmlns:a16="http://schemas.microsoft.com/office/drawing/2014/main" id="{694071BD-7F8A-C4C8-A88B-F7639CA60D3E}"/>
              </a:ext>
            </a:extLst>
          </p:cNvPr>
          <p:cNvSpPr/>
          <p:nvPr userDrawn="1"/>
        </p:nvSpPr>
        <p:spPr>
          <a:xfrm>
            <a:off x="9935566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93" name="Text 63">
            <a:extLst>
              <a:ext uri="{FF2B5EF4-FFF2-40B4-BE49-F238E27FC236}">
                <a16:creationId xmlns:a16="http://schemas.microsoft.com/office/drawing/2014/main" id="{7E814AF6-948B-4345-8B6B-7FCDF0945E96}"/>
              </a:ext>
            </a:extLst>
          </p:cNvPr>
          <p:cNvSpPr/>
          <p:nvPr userDrawn="1"/>
        </p:nvSpPr>
        <p:spPr>
          <a:xfrm>
            <a:off x="10018228" y="2536197"/>
            <a:ext cx="3260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4" name="Shape 64">
            <a:extLst>
              <a:ext uri="{FF2B5EF4-FFF2-40B4-BE49-F238E27FC236}">
                <a16:creationId xmlns:a16="http://schemas.microsoft.com/office/drawing/2014/main" id="{34AB0EBC-ECA3-4FB5-A27B-64743604E491}"/>
              </a:ext>
            </a:extLst>
          </p:cNvPr>
          <p:cNvSpPr/>
          <p:nvPr userDrawn="1"/>
        </p:nvSpPr>
        <p:spPr>
          <a:xfrm>
            <a:off x="10797618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5E176CB0-4AC0-ECFD-7467-A7E80EB5A64B}"/>
              </a:ext>
            </a:extLst>
          </p:cNvPr>
          <p:cNvSpPr/>
          <p:nvPr userDrawn="1"/>
        </p:nvSpPr>
        <p:spPr>
          <a:xfrm>
            <a:off x="10880281" y="2536197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E6E6E6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6" name="Shape 66">
            <a:extLst>
              <a:ext uri="{FF2B5EF4-FFF2-40B4-BE49-F238E27FC236}">
                <a16:creationId xmlns:a16="http://schemas.microsoft.com/office/drawing/2014/main" id="{257745AA-F3D5-234C-4F73-44371A73A766}"/>
              </a:ext>
            </a:extLst>
          </p:cNvPr>
          <p:cNvSpPr/>
          <p:nvPr userDrawn="1"/>
        </p:nvSpPr>
        <p:spPr>
          <a:xfrm>
            <a:off x="4704203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97" name="Shape 67">
            <a:extLst>
              <a:ext uri="{FF2B5EF4-FFF2-40B4-BE49-F238E27FC236}">
                <a16:creationId xmlns:a16="http://schemas.microsoft.com/office/drawing/2014/main" id="{DD19F792-21FD-FEDF-FADE-DB9976FDCCB6}"/>
              </a:ext>
            </a:extLst>
          </p:cNvPr>
          <p:cNvSpPr/>
          <p:nvPr userDrawn="1"/>
        </p:nvSpPr>
        <p:spPr>
          <a:xfrm>
            <a:off x="4704203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98" name="Text 69">
            <a:extLst>
              <a:ext uri="{FF2B5EF4-FFF2-40B4-BE49-F238E27FC236}">
                <a16:creationId xmlns:a16="http://schemas.microsoft.com/office/drawing/2014/main" id="{1227152E-C747-D932-E7F2-31540D4C3743}"/>
              </a:ext>
            </a:extLst>
          </p:cNvPr>
          <p:cNvSpPr/>
          <p:nvPr userDrawn="1"/>
        </p:nvSpPr>
        <p:spPr>
          <a:xfrm>
            <a:off x="4822293" y="3018637"/>
            <a:ext cx="1120380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9" name="Text 71">
            <a:extLst>
              <a:ext uri="{FF2B5EF4-FFF2-40B4-BE49-F238E27FC236}">
                <a16:creationId xmlns:a16="http://schemas.microsoft.com/office/drawing/2014/main" id="{A500065B-D34D-7E83-C555-821E6B82B7A6}"/>
              </a:ext>
            </a:extLst>
          </p:cNvPr>
          <p:cNvSpPr/>
          <p:nvPr userDrawn="1"/>
        </p:nvSpPr>
        <p:spPr>
          <a:xfrm>
            <a:off x="4822293" y="3236432"/>
            <a:ext cx="4124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0" name="Text 72">
            <a:extLst>
              <a:ext uri="{FF2B5EF4-FFF2-40B4-BE49-F238E27FC236}">
                <a16:creationId xmlns:a16="http://schemas.microsoft.com/office/drawing/2014/main" id="{63E3FF30-ED22-FAB7-CD9B-BF261388E0F4}"/>
              </a:ext>
            </a:extLst>
          </p:cNvPr>
          <p:cNvSpPr/>
          <p:nvPr userDrawn="1"/>
        </p:nvSpPr>
        <p:spPr>
          <a:xfrm>
            <a:off x="4822292" y="3361651"/>
            <a:ext cx="7871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1" name="Shape 74">
            <a:extLst>
              <a:ext uri="{FF2B5EF4-FFF2-40B4-BE49-F238E27FC236}">
                <a16:creationId xmlns:a16="http://schemas.microsoft.com/office/drawing/2014/main" id="{0013C1EC-04F6-C07E-8FE8-F3C5C2A49DF0}"/>
              </a:ext>
            </a:extLst>
          </p:cNvPr>
          <p:cNvSpPr/>
          <p:nvPr userDrawn="1"/>
        </p:nvSpPr>
        <p:spPr>
          <a:xfrm>
            <a:off x="4704203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02" name="Text 75">
            <a:extLst>
              <a:ext uri="{FF2B5EF4-FFF2-40B4-BE49-F238E27FC236}">
                <a16:creationId xmlns:a16="http://schemas.microsoft.com/office/drawing/2014/main" id="{6FA2713A-A29B-D192-6FC6-BA72B03190C5}"/>
              </a:ext>
            </a:extLst>
          </p:cNvPr>
          <p:cNvSpPr/>
          <p:nvPr userDrawn="1"/>
        </p:nvSpPr>
        <p:spPr>
          <a:xfrm>
            <a:off x="4786866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3" name="Shape 76">
            <a:extLst>
              <a:ext uri="{FF2B5EF4-FFF2-40B4-BE49-F238E27FC236}">
                <a16:creationId xmlns:a16="http://schemas.microsoft.com/office/drawing/2014/main" id="{346FC109-AD75-EB85-E50E-5B82E938F11B}"/>
              </a:ext>
            </a:extLst>
          </p:cNvPr>
          <p:cNvSpPr/>
          <p:nvPr userDrawn="1"/>
        </p:nvSpPr>
        <p:spPr>
          <a:xfrm>
            <a:off x="556625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04" name="Text 77">
            <a:extLst>
              <a:ext uri="{FF2B5EF4-FFF2-40B4-BE49-F238E27FC236}">
                <a16:creationId xmlns:a16="http://schemas.microsoft.com/office/drawing/2014/main" id="{1909D647-A8B9-D4E7-EEC3-0F65A380C9DC}"/>
              </a:ext>
            </a:extLst>
          </p:cNvPr>
          <p:cNvSpPr/>
          <p:nvPr userDrawn="1"/>
        </p:nvSpPr>
        <p:spPr>
          <a:xfrm>
            <a:off x="5648919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5" name="Shape 78">
            <a:extLst>
              <a:ext uri="{FF2B5EF4-FFF2-40B4-BE49-F238E27FC236}">
                <a16:creationId xmlns:a16="http://schemas.microsoft.com/office/drawing/2014/main" id="{8C75D80F-79FC-6D6C-5CEB-69A66599C8F7}"/>
              </a:ext>
            </a:extLst>
          </p:cNvPr>
          <p:cNvSpPr/>
          <p:nvPr userDrawn="1"/>
        </p:nvSpPr>
        <p:spPr>
          <a:xfrm>
            <a:off x="6428309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06" name="Text 79">
            <a:extLst>
              <a:ext uri="{FF2B5EF4-FFF2-40B4-BE49-F238E27FC236}">
                <a16:creationId xmlns:a16="http://schemas.microsoft.com/office/drawing/2014/main" id="{4D0AACFB-DDD7-49E8-DFD0-90D29262904C}"/>
              </a:ext>
            </a:extLst>
          </p:cNvPr>
          <p:cNvSpPr/>
          <p:nvPr userDrawn="1"/>
        </p:nvSpPr>
        <p:spPr>
          <a:xfrm>
            <a:off x="6510972" y="3687575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78DA3D47-7C2E-1926-4BEA-2E222FE944B0}"/>
              </a:ext>
            </a:extLst>
          </p:cNvPr>
          <p:cNvSpPr/>
          <p:nvPr userDrawn="1"/>
        </p:nvSpPr>
        <p:spPr>
          <a:xfrm>
            <a:off x="729036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DE7BA38E-5AEB-4A8C-B24F-CA060372FA95}"/>
              </a:ext>
            </a:extLst>
          </p:cNvPr>
          <p:cNvSpPr/>
          <p:nvPr userDrawn="1"/>
        </p:nvSpPr>
        <p:spPr>
          <a:xfrm>
            <a:off x="7373025" y="3687575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9" name="Shape 82">
            <a:extLst>
              <a:ext uri="{FF2B5EF4-FFF2-40B4-BE49-F238E27FC236}">
                <a16:creationId xmlns:a16="http://schemas.microsoft.com/office/drawing/2014/main" id="{B22E1B73-6894-2735-557F-1F0DE5B2CE05}"/>
              </a:ext>
            </a:extLst>
          </p:cNvPr>
          <p:cNvSpPr/>
          <p:nvPr userDrawn="1"/>
        </p:nvSpPr>
        <p:spPr>
          <a:xfrm>
            <a:off x="8211459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10" name="Shape 83">
            <a:extLst>
              <a:ext uri="{FF2B5EF4-FFF2-40B4-BE49-F238E27FC236}">
                <a16:creationId xmlns:a16="http://schemas.microsoft.com/office/drawing/2014/main" id="{08BEDC8D-0286-7827-7F31-19DED1028F5E}"/>
              </a:ext>
            </a:extLst>
          </p:cNvPr>
          <p:cNvSpPr/>
          <p:nvPr userDrawn="1"/>
        </p:nvSpPr>
        <p:spPr>
          <a:xfrm>
            <a:off x="8211459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1" name="Text 85">
            <a:extLst>
              <a:ext uri="{FF2B5EF4-FFF2-40B4-BE49-F238E27FC236}">
                <a16:creationId xmlns:a16="http://schemas.microsoft.com/office/drawing/2014/main" id="{39D649CE-FF4D-F860-9BCA-BF28B66ECCC0}"/>
              </a:ext>
            </a:extLst>
          </p:cNvPr>
          <p:cNvSpPr/>
          <p:nvPr userDrawn="1"/>
        </p:nvSpPr>
        <p:spPr>
          <a:xfrm>
            <a:off x="8329548" y="3018637"/>
            <a:ext cx="1336279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2" name="Text 87">
            <a:extLst>
              <a:ext uri="{FF2B5EF4-FFF2-40B4-BE49-F238E27FC236}">
                <a16:creationId xmlns:a16="http://schemas.microsoft.com/office/drawing/2014/main" id="{17360886-9C70-6157-E8C1-5D9A1F988B31}"/>
              </a:ext>
            </a:extLst>
          </p:cNvPr>
          <p:cNvSpPr/>
          <p:nvPr userDrawn="1"/>
        </p:nvSpPr>
        <p:spPr>
          <a:xfrm>
            <a:off x="8329549" y="3236432"/>
            <a:ext cx="4378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3" name="Text 88">
            <a:extLst>
              <a:ext uri="{FF2B5EF4-FFF2-40B4-BE49-F238E27FC236}">
                <a16:creationId xmlns:a16="http://schemas.microsoft.com/office/drawing/2014/main" id="{9B070E1A-4B30-F50D-CE65-2F96161CFA6D}"/>
              </a:ext>
            </a:extLst>
          </p:cNvPr>
          <p:cNvSpPr/>
          <p:nvPr userDrawn="1"/>
        </p:nvSpPr>
        <p:spPr>
          <a:xfrm>
            <a:off x="8329549" y="3361651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4" name="Shape 90">
            <a:extLst>
              <a:ext uri="{FF2B5EF4-FFF2-40B4-BE49-F238E27FC236}">
                <a16:creationId xmlns:a16="http://schemas.microsoft.com/office/drawing/2014/main" id="{C7644EFC-ADD1-8C88-EA6D-D8688441DC09}"/>
              </a:ext>
            </a:extLst>
          </p:cNvPr>
          <p:cNvSpPr/>
          <p:nvPr userDrawn="1"/>
        </p:nvSpPr>
        <p:spPr>
          <a:xfrm>
            <a:off x="8211460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FAC2">
              <a:alpha val="100000"/>
            </a:srgbClr>
          </a:solidFill>
          <a:ln/>
        </p:spPr>
      </p:sp>
      <p:sp>
        <p:nvSpPr>
          <p:cNvPr id="115" name="Text 91">
            <a:extLst>
              <a:ext uri="{FF2B5EF4-FFF2-40B4-BE49-F238E27FC236}">
                <a16:creationId xmlns:a16="http://schemas.microsoft.com/office/drawing/2014/main" id="{6F45AF93-B74C-5803-7F37-3C2D1F85A0BE}"/>
              </a:ext>
            </a:extLst>
          </p:cNvPr>
          <p:cNvSpPr/>
          <p:nvPr userDrawn="1"/>
        </p:nvSpPr>
        <p:spPr>
          <a:xfrm>
            <a:off x="8294122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6" name="Shape 92">
            <a:extLst>
              <a:ext uri="{FF2B5EF4-FFF2-40B4-BE49-F238E27FC236}">
                <a16:creationId xmlns:a16="http://schemas.microsoft.com/office/drawing/2014/main" id="{2B0F9D81-1E86-A1E2-7C56-ECAEFCDECD48}"/>
              </a:ext>
            </a:extLst>
          </p:cNvPr>
          <p:cNvSpPr/>
          <p:nvPr userDrawn="1"/>
        </p:nvSpPr>
        <p:spPr>
          <a:xfrm>
            <a:off x="907351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F189">
              <a:alpha val="100000"/>
            </a:srgbClr>
          </a:solidFill>
          <a:ln/>
        </p:spPr>
      </p:sp>
      <p:sp>
        <p:nvSpPr>
          <p:cNvPr id="117" name="Text 93">
            <a:extLst>
              <a:ext uri="{FF2B5EF4-FFF2-40B4-BE49-F238E27FC236}">
                <a16:creationId xmlns:a16="http://schemas.microsoft.com/office/drawing/2014/main" id="{40C660B4-03C2-B865-58C9-C94325874761}"/>
              </a:ext>
            </a:extLst>
          </p:cNvPr>
          <p:cNvSpPr/>
          <p:nvPr userDrawn="1"/>
        </p:nvSpPr>
        <p:spPr>
          <a:xfrm>
            <a:off x="9156175" y="3687575"/>
            <a:ext cx="3387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8" name="Shape 94">
            <a:extLst>
              <a:ext uri="{FF2B5EF4-FFF2-40B4-BE49-F238E27FC236}">
                <a16:creationId xmlns:a16="http://schemas.microsoft.com/office/drawing/2014/main" id="{D9CDD04A-C755-1BAD-82CF-75FB36161D2F}"/>
              </a:ext>
            </a:extLst>
          </p:cNvPr>
          <p:cNvSpPr/>
          <p:nvPr userDrawn="1"/>
        </p:nvSpPr>
        <p:spPr>
          <a:xfrm>
            <a:off x="993556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9" name="Text 95">
            <a:extLst>
              <a:ext uri="{FF2B5EF4-FFF2-40B4-BE49-F238E27FC236}">
                <a16:creationId xmlns:a16="http://schemas.microsoft.com/office/drawing/2014/main" id="{9870B57F-C380-996B-117A-F7F57212C701}"/>
              </a:ext>
            </a:extLst>
          </p:cNvPr>
          <p:cNvSpPr/>
          <p:nvPr userDrawn="1"/>
        </p:nvSpPr>
        <p:spPr>
          <a:xfrm>
            <a:off x="10018228" y="3687575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0" name="Shape 96">
            <a:extLst>
              <a:ext uri="{FF2B5EF4-FFF2-40B4-BE49-F238E27FC236}">
                <a16:creationId xmlns:a16="http://schemas.microsoft.com/office/drawing/2014/main" id="{8CFF7C92-EF8B-4EF6-3A63-151EE0F3F543}"/>
              </a:ext>
            </a:extLst>
          </p:cNvPr>
          <p:cNvSpPr/>
          <p:nvPr userDrawn="1"/>
        </p:nvSpPr>
        <p:spPr>
          <a:xfrm>
            <a:off x="10797618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DCD12">
              <a:alpha val="100000"/>
            </a:srgbClr>
          </a:solidFill>
          <a:ln/>
        </p:spPr>
      </p:sp>
      <p:sp>
        <p:nvSpPr>
          <p:cNvPr id="121" name="Text 97">
            <a:extLst>
              <a:ext uri="{FF2B5EF4-FFF2-40B4-BE49-F238E27FC236}">
                <a16:creationId xmlns:a16="http://schemas.microsoft.com/office/drawing/2014/main" id="{AB4E5D1D-210D-8B05-8BBD-8B95EEC4E718}"/>
              </a:ext>
            </a:extLst>
          </p:cNvPr>
          <p:cNvSpPr/>
          <p:nvPr userDrawn="1"/>
        </p:nvSpPr>
        <p:spPr>
          <a:xfrm>
            <a:off x="10880281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2" name="Shape 98">
            <a:extLst>
              <a:ext uri="{FF2B5EF4-FFF2-40B4-BE49-F238E27FC236}">
                <a16:creationId xmlns:a16="http://schemas.microsoft.com/office/drawing/2014/main" id="{959AE423-D1F0-8AFB-FB87-AB3656C911FA}"/>
              </a:ext>
            </a:extLst>
          </p:cNvPr>
          <p:cNvSpPr/>
          <p:nvPr userDrawn="1"/>
        </p:nvSpPr>
        <p:spPr>
          <a:xfrm>
            <a:off x="4704203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23" name="Shape 99">
            <a:extLst>
              <a:ext uri="{FF2B5EF4-FFF2-40B4-BE49-F238E27FC236}">
                <a16:creationId xmlns:a16="http://schemas.microsoft.com/office/drawing/2014/main" id="{0CF82998-5132-096F-7777-4817E13E890C}"/>
              </a:ext>
            </a:extLst>
          </p:cNvPr>
          <p:cNvSpPr/>
          <p:nvPr userDrawn="1"/>
        </p:nvSpPr>
        <p:spPr>
          <a:xfrm>
            <a:off x="4704203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24" name="Text 101">
            <a:extLst>
              <a:ext uri="{FF2B5EF4-FFF2-40B4-BE49-F238E27FC236}">
                <a16:creationId xmlns:a16="http://schemas.microsoft.com/office/drawing/2014/main" id="{064E8EF6-0989-9F21-F1F4-160A493404F5}"/>
              </a:ext>
            </a:extLst>
          </p:cNvPr>
          <p:cNvSpPr/>
          <p:nvPr userDrawn="1"/>
        </p:nvSpPr>
        <p:spPr>
          <a:xfrm>
            <a:off x="4822292" y="4170015"/>
            <a:ext cx="6949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5" name="Text 103">
            <a:extLst>
              <a:ext uri="{FF2B5EF4-FFF2-40B4-BE49-F238E27FC236}">
                <a16:creationId xmlns:a16="http://schemas.microsoft.com/office/drawing/2014/main" id="{3D66D891-8D67-9B13-D29D-4C870BC69401}"/>
              </a:ext>
            </a:extLst>
          </p:cNvPr>
          <p:cNvSpPr/>
          <p:nvPr userDrawn="1"/>
        </p:nvSpPr>
        <p:spPr>
          <a:xfrm>
            <a:off x="4822292" y="4387811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6" name="Text 104">
            <a:extLst>
              <a:ext uri="{FF2B5EF4-FFF2-40B4-BE49-F238E27FC236}">
                <a16:creationId xmlns:a16="http://schemas.microsoft.com/office/drawing/2014/main" id="{462A9726-BC3F-BD6B-963B-305200C11422}"/>
              </a:ext>
            </a:extLst>
          </p:cNvPr>
          <p:cNvSpPr/>
          <p:nvPr userDrawn="1"/>
        </p:nvSpPr>
        <p:spPr>
          <a:xfrm>
            <a:off x="4822292" y="4513029"/>
            <a:ext cx="7553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7" name="Shape 106">
            <a:extLst>
              <a:ext uri="{FF2B5EF4-FFF2-40B4-BE49-F238E27FC236}">
                <a16:creationId xmlns:a16="http://schemas.microsoft.com/office/drawing/2014/main" id="{43B6D203-0286-1926-9270-48279F8FF8E9}"/>
              </a:ext>
            </a:extLst>
          </p:cNvPr>
          <p:cNvSpPr/>
          <p:nvPr userDrawn="1"/>
        </p:nvSpPr>
        <p:spPr>
          <a:xfrm>
            <a:off x="4704203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128" name="Text 107">
            <a:extLst>
              <a:ext uri="{FF2B5EF4-FFF2-40B4-BE49-F238E27FC236}">
                <a16:creationId xmlns:a16="http://schemas.microsoft.com/office/drawing/2014/main" id="{473AA59D-8F2F-25FD-BC5D-801EC32FB60B}"/>
              </a:ext>
            </a:extLst>
          </p:cNvPr>
          <p:cNvSpPr/>
          <p:nvPr userDrawn="1"/>
        </p:nvSpPr>
        <p:spPr>
          <a:xfrm>
            <a:off x="4786866" y="4838953"/>
            <a:ext cx="34505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9" name="Shape 108">
            <a:extLst>
              <a:ext uri="{FF2B5EF4-FFF2-40B4-BE49-F238E27FC236}">
                <a16:creationId xmlns:a16="http://schemas.microsoft.com/office/drawing/2014/main" id="{2D87D5C0-6A38-88D2-2F5C-2B89580AFB35}"/>
              </a:ext>
            </a:extLst>
          </p:cNvPr>
          <p:cNvSpPr/>
          <p:nvPr userDrawn="1"/>
        </p:nvSpPr>
        <p:spPr>
          <a:xfrm>
            <a:off x="556625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130" name="Text 109">
            <a:extLst>
              <a:ext uri="{FF2B5EF4-FFF2-40B4-BE49-F238E27FC236}">
                <a16:creationId xmlns:a16="http://schemas.microsoft.com/office/drawing/2014/main" id="{15F8EB6C-1C72-843F-D12E-AF28071A1179}"/>
              </a:ext>
            </a:extLst>
          </p:cNvPr>
          <p:cNvSpPr/>
          <p:nvPr userDrawn="1"/>
        </p:nvSpPr>
        <p:spPr>
          <a:xfrm>
            <a:off x="5648919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1" name="Shape 110">
            <a:extLst>
              <a:ext uri="{FF2B5EF4-FFF2-40B4-BE49-F238E27FC236}">
                <a16:creationId xmlns:a16="http://schemas.microsoft.com/office/drawing/2014/main" id="{3E3C4813-BDE9-7183-9F42-124709AC03BB}"/>
              </a:ext>
            </a:extLst>
          </p:cNvPr>
          <p:cNvSpPr/>
          <p:nvPr userDrawn="1"/>
        </p:nvSpPr>
        <p:spPr>
          <a:xfrm>
            <a:off x="6428309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132" name="Text 111">
            <a:extLst>
              <a:ext uri="{FF2B5EF4-FFF2-40B4-BE49-F238E27FC236}">
                <a16:creationId xmlns:a16="http://schemas.microsoft.com/office/drawing/2014/main" id="{418C76B9-D420-C9D1-0712-D81F5FF155B6}"/>
              </a:ext>
            </a:extLst>
          </p:cNvPr>
          <p:cNvSpPr/>
          <p:nvPr userDrawn="1"/>
        </p:nvSpPr>
        <p:spPr>
          <a:xfrm>
            <a:off x="6510972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3" name="Shape 112">
            <a:extLst>
              <a:ext uri="{FF2B5EF4-FFF2-40B4-BE49-F238E27FC236}">
                <a16:creationId xmlns:a16="http://schemas.microsoft.com/office/drawing/2014/main" id="{41713454-9DC5-B22E-D563-F1CA0E5C1CA4}"/>
              </a:ext>
            </a:extLst>
          </p:cNvPr>
          <p:cNvSpPr/>
          <p:nvPr userDrawn="1"/>
        </p:nvSpPr>
        <p:spPr>
          <a:xfrm>
            <a:off x="729036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134" name="Text 113">
            <a:extLst>
              <a:ext uri="{FF2B5EF4-FFF2-40B4-BE49-F238E27FC236}">
                <a16:creationId xmlns:a16="http://schemas.microsoft.com/office/drawing/2014/main" id="{A4157D4D-BC3D-9698-908B-BA1BCEEC9072}"/>
              </a:ext>
            </a:extLst>
          </p:cNvPr>
          <p:cNvSpPr/>
          <p:nvPr userDrawn="1"/>
        </p:nvSpPr>
        <p:spPr>
          <a:xfrm>
            <a:off x="7373025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5" name="Shape 114">
            <a:extLst>
              <a:ext uri="{FF2B5EF4-FFF2-40B4-BE49-F238E27FC236}">
                <a16:creationId xmlns:a16="http://schemas.microsoft.com/office/drawing/2014/main" id="{213E04C1-C03B-B74B-4AEA-D5324053B334}"/>
              </a:ext>
            </a:extLst>
          </p:cNvPr>
          <p:cNvSpPr/>
          <p:nvPr userDrawn="1"/>
        </p:nvSpPr>
        <p:spPr>
          <a:xfrm>
            <a:off x="8211459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36" name="Shape 115">
            <a:extLst>
              <a:ext uri="{FF2B5EF4-FFF2-40B4-BE49-F238E27FC236}">
                <a16:creationId xmlns:a16="http://schemas.microsoft.com/office/drawing/2014/main" id="{A2A1355F-296D-A623-7C53-D77BC5D866F2}"/>
              </a:ext>
            </a:extLst>
          </p:cNvPr>
          <p:cNvSpPr/>
          <p:nvPr userDrawn="1"/>
        </p:nvSpPr>
        <p:spPr>
          <a:xfrm>
            <a:off x="8211459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137" name="Text 117">
            <a:extLst>
              <a:ext uri="{FF2B5EF4-FFF2-40B4-BE49-F238E27FC236}">
                <a16:creationId xmlns:a16="http://schemas.microsoft.com/office/drawing/2014/main" id="{85A883CA-5A48-BF7B-AAFA-1DB206A2F317}"/>
              </a:ext>
            </a:extLst>
          </p:cNvPr>
          <p:cNvSpPr/>
          <p:nvPr userDrawn="1"/>
        </p:nvSpPr>
        <p:spPr>
          <a:xfrm>
            <a:off x="8329549" y="4170015"/>
            <a:ext cx="6822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8" name="Text 119">
            <a:extLst>
              <a:ext uri="{FF2B5EF4-FFF2-40B4-BE49-F238E27FC236}">
                <a16:creationId xmlns:a16="http://schemas.microsoft.com/office/drawing/2014/main" id="{ED8D0567-7598-A0E9-0882-0C0D6C594E39}"/>
              </a:ext>
            </a:extLst>
          </p:cNvPr>
          <p:cNvSpPr/>
          <p:nvPr userDrawn="1"/>
        </p:nvSpPr>
        <p:spPr>
          <a:xfrm>
            <a:off x="8329549" y="4387811"/>
            <a:ext cx="41883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9" name="Text 120">
            <a:extLst>
              <a:ext uri="{FF2B5EF4-FFF2-40B4-BE49-F238E27FC236}">
                <a16:creationId xmlns:a16="http://schemas.microsoft.com/office/drawing/2014/main" id="{F2CD4B62-9620-BAE8-B9D8-9212FFDC5B56}"/>
              </a:ext>
            </a:extLst>
          </p:cNvPr>
          <p:cNvSpPr/>
          <p:nvPr userDrawn="1"/>
        </p:nvSpPr>
        <p:spPr>
          <a:xfrm>
            <a:off x="8329549" y="4513029"/>
            <a:ext cx="79983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0" name="Shape 122">
            <a:extLst>
              <a:ext uri="{FF2B5EF4-FFF2-40B4-BE49-F238E27FC236}">
                <a16:creationId xmlns:a16="http://schemas.microsoft.com/office/drawing/2014/main" id="{A1B4C5CB-DB86-E62C-EFFA-2AD827783FA0}"/>
              </a:ext>
            </a:extLst>
          </p:cNvPr>
          <p:cNvSpPr/>
          <p:nvPr userDrawn="1"/>
        </p:nvSpPr>
        <p:spPr>
          <a:xfrm>
            <a:off x="8211460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141" name="Text 123">
            <a:extLst>
              <a:ext uri="{FF2B5EF4-FFF2-40B4-BE49-F238E27FC236}">
                <a16:creationId xmlns:a16="http://schemas.microsoft.com/office/drawing/2014/main" id="{8A62644D-DF4E-3F94-8894-FA87CDDBF33E}"/>
              </a:ext>
            </a:extLst>
          </p:cNvPr>
          <p:cNvSpPr/>
          <p:nvPr userDrawn="1"/>
        </p:nvSpPr>
        <p:spPr>
          <a:xfrm>
            <a:off x="8294122" y="4838953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2" name="Shape 124">
            <a:extLst>
              <a:ext uri="{FF2B5EF4-FFF2-40B4-BE49-F238E27FC236}">
                <a16:creationId xmlns:a16="http://schemas.microsoft.com/office/drawing/2014/main" id="{843B99F3-234E-187F-B092-3BC8BA9BCEB4}"/>
              </a:ext>
            </a:extLst>
          </p:cNvPr>
          <p:cNvSpPr/>
          <p:nvPr userDrawn="1"/>
        </p:nvSpPr>
        <p:spPr>
          <a:xfrm>
            <a:off x="907351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143" name="Text 125">
            <a:extLst>
              <a:ext uri="{FF2B5EF4-FFF2-40B4-BE49-F238E27FC236}">
                <a16:creationId xmlns:a16="http://schemas.microsoft.com/office/drawing/2014/main" id="{AF795A68-5318-AD83-BF31-4A93B945D2E5}"/>
              </a:ext>
            </a:extLst>
          </p:cNvPr>
          <p:cNvSpPr/>
          <p:nvPr userDrawn="1"/>
        </p:nvSpPr>
        <p:spPr>
          <a:xfrm>
            <a:off x="9156175" y="4838953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4" name="Shape 126">
            <a:extLst>
              <a:ext uri="{FF2B5EF4-FFF2-40B4-BE49-F238E27FC236}">
                <a16:creationId xmlns:a16="http://schemas.microsoft.com/office/drawing/2014/main" id="{A4C83A8C-68FE-A201-D4D1-054C3CD87DBE}"/>
              </a:ext>
            </a:extLst>
          </p:cNvPr>
          <p:cNvSpPr/>
          <p:nvPr userDrawn="1"/>
        </p:nvSpPr>
        <p:spPr>
          <a:xfrm>
            <a:off x="993556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145" name="Text 127">
            <a:extLst>
              <a:ext uri="{FF2B5EF4-FFF2-40B4-BE49-F238E27FC236}">
                <a16:creationId xmlns:a16="http://schemas.microsoft.com/office/drawing/2014/main" id="{1AD5A45D-D95F-4540-DD51-FB7F2031249B}"/>
              </a:ext>
            </a:extLst>
          </p:cNvPr>
          <p:cNvSpPr/>
          <p:nvPr userDrawn="1"/>
        </p:nvSpPr>
        <p:spPr>
          <a:xfrm>
            <a:off x="10018228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6" name="Shape 128">
            <a:extLst>
              <a:ext uri="{FF2B5EF4-FFF2-40B4-BE49-F238E27FC236}">
                <a16:creationId xmlns:a16="http://schemas.microsoft.com/office/drawing/2014/main" id="{AE317090-7049-6217-7AAB-E34DEC94F0C0}"/>
              </a:ext>
            </a:extLst>
          </p:cNvPr>
          <p:cNvSpPr/>
          <p:nvPr userDrawn="1"/>
        </p:nvSpPr>
        <p:spPr>
          <a:xfrm>
            <a:off x="10797618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147" name="Text 129">
            <a:extLst>
              <a:ext uri="{FF2B5EF4-FFF2-40B4-BE49-F238E27FC236}">
                <a16:creationId xmlns:a16="http://schemas.microsoft.com/office/drawing/2014/main" id="{41716D5B-1B22-3770-44B3-60D534DDBFE0}"/>
              </a:ext>
            </a:extLst>
          </p:cNvPr>
          <p:cNvSpPr/>
          <p:nvPr userDrawn="1"/>
        </p:nvSpPr>
        <p:spPr>
          <a:xfrm>
            <a:off x="10880281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48" name="Shape 130">
            <a:extLst>
              <a:ext uri="{FF2B5EF4-FFF2-40B4-BE49-F238E27FC236}">
                <a16:creationId xmlns:a16="http://schemas.microsoft.com/office/drawing/2014/main" id="{A60B739A-2C78-0BFA-3242-508E63BF4ABF}"/>
              </a:ext>
            </a:extLst>
          </p:cNvPr>
          <p:cNvSpPr/>
          <p:nvPr userDrawn="1"/>
        </p:nvSpPr>
        <p:spPr>
          <a:xfrm>
            <a:off x="4704203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49" name="Shape 131">
            <a:extLst>
              <a:ext uri="{FF2B5EF4-FFF2-40B4-BE49-F238E27FC236}">
                <a16:creationId xmlns:a16="http://schemas.microsoft.com/office/drawing/2014/main" id="{F35E837E-CEA0-9F0C-78EC-18BA530BEA7E}"/>
              </a:ext>
            </a:extLst>
          </p:cNvPr>
          <p:cNvSpPr/>
          <p:nvPr userDrawn="1"/>
        </p:nvSpPr>
        <p:spPr>
          <a:xfrm>
            <a:off x="4704203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0" name="Text 133">
            <a:extLst>
              <a:ext uri="{FF2B5EF4-FFF2-40B4-BE49-F238E27FC236}">
                <a16:creationId xmlns:a16="http://schemas.microsoft.com/office/drawing/2014/main" id="{3AD20FF3-71FC-E689-08B1-05087E3D629D}"/>
              </a:ext>
            </a:extLst>
          </p:cNvPr>
          <p:cNvSpPr/>
          <p:nvPr userDrawn="1"/>
        </p:nvSpPr>
        <p:spPr>
          <a:xfrm>
            <a:off x="4822293" y="5321394"/>
            <a:ext cx="6885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1" name="Text 135">
            <a:extLst>
              <a:ext uri="{FF2B5EF4-FFF2-40B4-BE49-F238E27FC236}">
                <a16:creationId xmlns:a16="http://schemas.microsoft.com/office/drawing/2014/main" id="{1E097178-29D4-CD52-3D22-FD31EAC6BDAD}"/>
              </a:ext>
            </a:extLst>
          </p:cNvPr>
          <p:cNvSpPr/>
          <p:nvPr userDrawn="1"/>
        </p:nvSpPr>
        <p:spPr>
          <a:xfrm>
            <a:off x="4822292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2" name="Text 136">
            <a:extLst>
              <a:ext uri="{FF2B5EF4-FFF2-40B4-BE49-F238E27FC236}">
                <a16:creationId xmlns:a16="http://schemas.microsoft.com/office/drawing/2014/main" id="{0ED335B1-5BFD-8541-FE04-316286627C9D}"/>
              </a:ext>
            </a:extLst>
          </p:cNvPr>
          <p:cNvSpPr/>
          <p:nvPr userDrawn="1"/>
        </p:nvSpPr>
        <p:spPr>
          <a:xfrm>
            <a:off x="4822293" y="5664407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3" name="Shape 138">
            <a:extLst>
              <a:ext uri="{FF2B5EF4-FFF2-40B4-BE49-F238E27FC236}">
                <a16:creationId xmlns:a16="http://schemas.microsoft.com/office/drawing/2014/main" id="{914C1DF2-F101-4754-293C-9C9E0397B477}"/>
              </a:ext>
            </a:extLst>
          </p:cNvPr>
          <p:cNvSpPr/>
          <p:nvPr userDrawn="1"/>
        </p:nvSpPr>
        <p:spPr>
          <a:xfrm>
            <a:off x="4704203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154" name="Text 139">
            <a:extLst>
              <a:ext uri="{FF2B5EF4-FFF2-40B4-BE49-F238E27FC236}">
                <a16:creationId xmlns:a16="http://schemas.microsoft.com/office/drawing/2014/main" id="{06EE32B1-55FA-6C3B-D8E5-1603671578C5}"/>
              </a:ext>
            </a:extLst>
          </p:cNvPr>
          <p:cNvSpPr/>
          <p:nvPr userDrawn="1"/>
        </p:nvSpPr>
        <p:spPr>
          <a:xfrm>
            <a:off x="4786866" y="5990331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5" name="Shape 140">
            <a:extLst>
              <a:ext uri="{FF2B5EF4-FFF2-40B4-BE49-F238E27FC236}">
                <a16:creationId xmlns:a16="http://schemas.microsoft.com/office/drawing/2014/main" id="{75EA7F55-8D9A-34A4-8806-BE7A9EF3BB10}"/>
              </a:ext>
            </a:extLst>
          </p:cNvPr>
          <p:cNvSpPr/>
          <p:nvPr userDrawn="1"/>
        </p:nvSpPr>
        <p:spPr>
          <a:xfrm>
            <a:off x="556625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156" name="Text 141">
            <a:extLst>
              <a:ext uri="{FF2B5EF4-FFF2-40B4-BE49-F238E27FC236}">
                <a16:creationId xmlns:a16="http://schemas.microsoft.com/office/drawing/2014/main" id="{F5D5056A-0FEE-D1ED-5EA4-CB47187E5D3E}"/>
              </a:ext>
            </a:extLst>
          </p:cNvPr>
          <p:cNvSpPr/>
          <p:nvPr userDrawn="1"/>
        </p:nvSpPr>
        <p:spPr>
          <a:xfrm>
            <a:off x="5648919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7" name="Shape 142">
            <a:extLst>
              <a:ext uri="{FF2B5EF4-FFF2-40B4-BE49-F238E27FC236}">
                <a16:creationId xmlns:a16="http://schemas.microsoft.com/office/drawing/2014/main" id="{0633FFC5-6109-459C-A1B5-B72F0AAF30DD}"/>
              </a:ext>
            </a:extLst>
          </p:cNvPr>
          <p:cNvSpPr/>
          <p:nvPr userDrawn="1"/>
        </p:nvSpPr>
        <p:spPr>
          <a:xfrm>
            <a:off x="6428309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8" name="Text 143">
            <a:extLst>
              <a:ext uri="{FF2B5EF4-FFF2-40B4-BE49-F238E27FC236}">
                <a16:creationId xmlns:a16="http://schemas.microsoft.com/office/drawing/2014/main" id="{42C6A148-548E-38D6-65E6-7C7E7EE92881}"/>
              </a:ext>
            </a:extLst>
          </p:cNvPr>
          <p:cNvSpPr/>
          <p:nvPr userDrawn="1"/>
        </p:nvSpPr>
        <p:spPr>
          <a:xfrm>
            <a:off x="6510972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9" name="Shape 144">
            <a:extLst>
              <a:ext uri="{FF2B5EF4-FFF2-40B4-BE49-F238E27FC236}">
                <a16:creationId xmlns:a16="http://schemas.microsoft.com/office/drawing/2014/main" id="{6B210F70-502B-8AC9-8FDC-23707DAD9F05}"/>
              </a:ext>
            </a:extLst>
          </p:cNvPr>
          <p:cNvSpPr/>
          <p:nvPr userDrawn="1"/>
        </p:nvSpPr>
        <p:spPr>
          <a:xfrm>
            <a:off x="729036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160" name="Text 145">
            <a:extLst>
              <a:ext uri="{FF2B5EF4-FFF2-40B4-BE49-F238E27FC236}">
                <a16:creationId xmlns:a16="http://schemas.microsoft.com/office/drawing/2014/main" id="{7D9F9F3F-F1E2-09E3-4F31-084A8ACFA9EA}"/>
              </a:ext>
            </a:extLst>
          </p:cNvPr>
          <p:cNvSpPr/>
          <p:nvPr userDrawn="1"/>
        </p:nvSpPr>
        <p:spPr>
          <a:xfrm>
            <a:off x="7373025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1" name="Shape 146">
            <a:extLst>
              <a:ext uri="{FF2B5EF4-FFF2-40B4-BE49-F238E27FC236}">
                <a16:creationId xmlns:a16="http://schemas.microsoft.com/office/drawing/2014/main" id="{D532AA31-B648-C93A-A751-B6C949BAEA91}"/>
              </a:ext>
            </a:extLst>
          </p:cNvPr>
          <p:cNvSpPr/>
          <p:nvPr userDrawn="1"/>
        </p:nvSpPr>
        <p:spPr>
          <a:xfrm>
            <a:off x="8211459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62" name="Shape 147">
            <a:extLst>
              <a:ext uri="{FF2B5EF4-FFF2-40B4-BE49-F238E27FC236}">
                <a16:creationId xmlns:a16="http://schemas.microsoft.com/office/drawing/2014/main" id="{71D9E350-1824-B212-1825-AF671A0E61D9}"/>
              </a:ext>
            </a:extLst>
          </p:cNvPr>
          <p:cNvSpPr/>
          <p:nvPr userDrawn="1"/>
        </p:nvSpPr>
        <p:spPr>
          <a:xfrm>
            <a:off x="8211459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63" name="Text 149">
            <a:extLst>
              <a:ext uri="{FF2B5EF4-FFF2-40B4-BE49-F238E27FC236}">
                <a16:creationId xmlns:a16="http://schemas.microsoft.com/office/drawing/2014/main" id="{CCE1BCCE-0484-40D6-617E-92C8D01E1AAF}"/>
              </a:ext>
            </a:extLst>
          </p:cNvPr>
          <p:cNvSpPr/>
          <p:nvPr userDrawn="1"/>
        </p:nvSpPr>
        <p:spPr>
          <a:xfrm>
            <a:off x="8329549" y="5321394"/>
            <a:ext cx="79653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12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16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kumimoji="0" lang="en-US" sz="1116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4" name="Text 151">
            <a:extLst>
              <a:ext uri="{FF2B5EF4-FFF2-40B4-BE49-F238E27FC236}">
                <a16:creationId xmlns:a16="http://schemas.microsoft.com/office/drawing/2014/main" id="{FE68400E-C08B-4F0F-C167-A580D0C51588}"/>
              </a:ext>
            </a:extLst>
          </p:cNvPr>
          <p:cNvSpPr/>
          <p:nvPr userDrawn="1"/>
        </p:nvSpPr>
        <p:spPr>
          <a:xfrm>
            <a:off x="8329548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5" name="Text 152">
            <a:extLst>
              <a:ext uri="{FF2B5EF4-FFF2-40B4-BE49-F238E27FC236}">
                <a16:creationId xmlns:a16="http://schemas.microsoft.com/office/drawing/2014/main" id="{B82E4BB5-4ECE-D1A1-7027-72B066366B50}"/>
              </a:ext>
            </a:extLst>
          </p:cNvPr>
          <p:cNvSpPr/>
          <p:nvPr userDrawn="1"/>
        </p:nvSpPr>
        <p:spPr>
          <a:xfrm>
            <a:off x="8329549" y="5664407"/>
            <a:ext cx="7807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81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4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kumimoji="0" lang="en-US" sz="744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6" name="Shape 154">
            <a:extLst>
              <a:ext uri="{FF2B5EF4-FFF2-40B4-BE49-F238E27FC236}">
                <a16:creationId xmlns:a16="http://schemas.microsoft.com/office/drawing/2014/main" id="{DC911CA6-A3EE-0CE9-C5BA-B6C42A2E2293}"/>
              </a:ext>
            </a:extLst>
          </p:cNvPr>
          <p:cNvSpPr/>
          <p:nvPr userDrawn="1"/>
        </p:nvSpPr>
        <p:spPr>
          <a:xfrm>
            <a:off x="8211460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167" name="Text 155">
            <a:extLst>
              <a:ext uri="{FF2B5EF4-FFF2-40B4-BE49-F238E27FC236}">
                <a16:creationId xmlns:a16="http://schemas.microsoft.com/office/drawing/2014/main" id="{2DD0D843-5F8B-D36F-C876-CA865F2F6C67}"/>
              </a:ext>
            </a:extLst>
          </p:cNvPr>
          <p:cNvSpPr/>
          <p:nvPr userDrawn="1"/>
        </p:nvSpPr>
        <p:spPr>
          <a:xfrm>
            <a:off x="8294122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8" name="Shape 156">
            <a:extLst>
              <a:ext uri="{FF2B5EF4-FFF2-40B4-BE49-F238E27FC236}">
                <a16:creationId xmlns:a16="http://schemas.microsoft.com/office/drawing/2014/main" id="{0ADF1F7C-9848-82EC-7005-1AE8D63CD8DD}"/>
              </a:ext>
            </a:extLst>
          </p:cNvPr>
          <p:cNvSpPr/>
          <p:nvPr userDrawn="1"/>
        </p:nvSpPr>
        <p:spPr>
          <a:xfrm>
            <a:off x="907351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169" name="Text 157">
            <a:extLst>
              <a:ext uri="{FF2B5EF4-FFF2-40B4-BE49-F238E27FC236}">
                <a16:creationId xmlns:a16="http://schemas.microsoft.com/office/drawing/2014/main" id="{E1EBA44A-97A9-472D-CC1B-DB370DE8C782}"/>
              </a:ext>
            </a:extLst>
          </p:cNvPr>
          <p:cNvSpPr/>
          <p:nvPr userDrawn="1"/>
        </p:nvSpPr>
        <p:spPr>
          <a:xfrm>
            <a:off x="9156175" y="5990331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0" name="Shape 158">
            <a:extLst>
              <a:ext uri="{FF2B5EF4-FFF2-40B4-BE49-F238E27FC236}">
                <a16:creationId xmlns:a16="http://schemas.microsoft.com/office/drawing/2014/main" id="{6E5ACFF1-C143-EB60-6904-032B5E063143}"/>
              </a:ext>
            </a:extLst>
          </p:cNvPr>
          <p:cNvSpPr/>
          <p:nvPr userDrawn="1"/>
        </p:nvSpPr>
        <p:spPr>
          <a:xfrm>
            <a:off x="993556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71" name="Text 159">
            <a:extLst>
              <a:ext uri="{FF2B5EF4-FFF2-40B4-BE49-F238E27FC236}">
                <a16:creationId xmlns:a16="http://schemas.microsoft.com/office/drawing/2014/main" id="{405F90EF-F18E-BAE5-45B8-51D5118A8FD9}"/>
              </a:ext>
            </a:extLst>
          </p:cNvPr>
          <p:cNvSpPr/>
          <p:nvPr userDrawn="1"/>
        </p:nvSpPr>
        <p:spPr>
          <a:xfrm>
            <a:off x="10018229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2" name="Shape 160">
            <a:extLst>
              <a:ext uri="{FF2B5EF4-FFF2-40B4-BE49-F238E27FC236}">
                <a16:creationId xmlns:a16="http://schemas.microsoft.com/office/drawing/2014/main" id="{E59D1701-D63B-2D9B-F71A-0978B8BBC4BD}"/>
              </a:ext>
            </a:extLst>
          </p:cNvPr>
          <p:cNvSpPr/>
          <p:nvPr userDrawn="1"/>
        </p:nvSpPr>
        <p:spPr>
          <a:xfrm>
            <a:off x="10797618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173" name="Text 161">
            <a:extLst>
              <a:ext uri="{FF2B5EF4-FFF2-40B4-BE49-F238E27FC236}">
                <a16:creationId xmlns:a16="http://schemas.microsoft.com/office/drawing/2014/main" id="{7EFF6A79-062A-8896-1EB1-602AC5202960}"/>
              </a:ext>
            </a:extLst>
          </p:cNvPr>
          <p:cNvSpPr/>
          <p:nvPr userDrawn="1"/>
        </p:nvSpPr>
        <p:spPr>
          <a:xfrm>
            <a:off x="10880281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  <a:p>
            <a:pPr marL="0" marR="0" lvl="0" indent="0" algn="l" defTabSz="457109" rtl="0" eaLnBrk="1" fontAlgn="auto" latinLnBrk="0" hangingPunct="1">
              <a:lnSpc>
                <a:spcPts val="7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1" b="0" i="0" u="none" strike="noStrike" kern="1200" cap="none" spc="0" normalizeH="0" baseline="0" noProof="0" dirty="0">
                <a:ln>
                  <a:noFill/>
                </a:ln>
                <a:solidFill>
                  <a:srgbClr val="141414">
                    <a:alpha val="100000"/>
                  </a:srgbClr>
                </a:solidFill>
                <a:effectLst/>
                <a:uLnTx/>
                <a:uFillTx/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kumimoji="0" lang="en-US" sz="651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8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609596" y="408890"/>
            <a:ext cx="636179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Semibold" panose="020B0503030202060203" pitchFamily="34" charset="0"/>
                <a:ea typeface="+mn-ea"/>
                <a:cs typeface="+mn-cs"/>
              </a:rPr>
              <a:t>Иконки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609597" y="1166304"/>
            <a:ext cx="4036694" cy="6397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круге – размер 2,5 см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Для больших карточек может использоваться размер 3 см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Толщина линии – 2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пт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3226460" y="2278971"/>
            <a:ext cx="449941" cy="45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3226460" y="2981979"/>
            <a:ext cx="449941" cy="45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3226460" y="3684988"/>
            <a:ext cx="449941" cy="45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3226460" y="4387996"/>
            <a:ext cx="449941" cy="45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3226460" y="5091005"/>
            <a:ext cx="449941" cy="45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3226460" y="5794012"/>
            <a:ext cx="449941" cy="45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2527785" y="5091005"/>
            <a:ext cx="449941" cy="45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6204" y="2408211"/>
            <a:ext cx="293103" cy="19151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7263" y="3042432"/>
            <a:ext cx="270984" cy="32909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293" y="3782478"/>
            <a:ext cx="270924" cy="25502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8002" y="4496685"/>
            <a:ext cx="329506" cy="23262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36134" y="5873216"/>
            <a:ext cx="233243" cy="291592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5207484" y="3684988"/>
            <a:ext cx="449941" cy="45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5207484" y="2278971"/>
            <a:ext cx="449941" cy="45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5207484" y="2981979"/>
            <a:ext cx="449941" cy="45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5207484" y="4387996"/>
            <a:ext cx="449941" cy="45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5207484" y="5794012"/>
            <a:ext cx="449941" cy="45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5207484" y="5091005"/>
            <a:ext cx="449941" cy="45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G" panose="020B05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4571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Graphik LCG" panose="020B0503030202060203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8322" y="3766608"/>
            <a:ext cx="261316" cy="28675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4849" y="2356059"/>
            <a:ext cx="277860" cy="295825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1171" y="3081722"/>
            <a:ext cx="265216" cy="250515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86947" y="4507040"/>
            <a:ext cx="293664" cy="211912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4621294" y="6006512"/>
            <a:ext cx="224971" cy="25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4597588" y="5162076"/>
            <a:ext cx="272384" cy="307859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1245436" y="2278971"/>
            <a:ext cx="449941" cy="45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1245436" y="2981979"/>
            <a:ext cx="449941" cy="45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1245436" y="3684988"/>
            <a:ext cx="449941" cy="45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1245436" y="4387996"/>
            <a:ext cx="449941" cy="45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1245436" y="5091005"/>
            <a:ext cx="449941" cy="45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1245436" y="5794012"/>
            <a:ext cx="449941" cy="45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437" y="2382527"/>
            <a:ext cx="331166" cy="242887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804" y="3058862"/>
            <a:ext cx="200431" cy="311822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4412" y="3752261"/>
            <a:ext cx="218324" cy="32084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975" y="4451391"/>
            <a:ext cx="328090" cy="30762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0428" y="5203624"/>
            <a:ext cx="267184" cy="235153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7641" y="5895655"/>
            <a:ext cx="332758" cy="288428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6489833" y="2278971"/>
            <a:ext cx="449941" cy="45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7188508" y="2278971"/>
            <a:ext cx="449941" cy="45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7188508" y="2981979"/>
            <a:ext cx="449941" cy="45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7188508" y="3684988"/>
            <a:ext cx="449941" cy="45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7188508" y="4387996"/>
            <a:ext cx="449941" cy="45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7188508" y="5091005"/>
            <a:ext cx="449941" cy="45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59786" y="3082950"/>
            <a:ext cx="310034" cy="248060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67547" y="3752192"/>
            <a:ext cx="294514" cy="315592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6617527" y="4485503"/>
            <a:ext cx="194553" cy="26233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92052" y="5152316"/>
            <a:ext cx="245502" cy="327379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7188508" y="5794012"/>
            <a:ext cx="449941" cy="45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38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95209" y="5926951"/>
            <a:ext cx="241372" cy="18412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6489833" y="1166304"/>
            <a:ext cx="5489654" cy="6013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Если иконка используется без окружности – </a:t>
            </a:r>
            <a:b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размер внутренней части не меняется</a:t>
            </a:r>
          </a:p>
          <a:p>
            <a:pPr marL="171416" marR="0" lvl="0" indent="-171416" algn="l" defTabSz="743903" rtl="0" eaLnBrk="1" fontAlgn="auto" latinLnBrk="0" hangingPunct="1">
              <a:lnSpc>
                <a:spcPts val="15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 Regular" panose="020B0503030202060203" pitchFamily="34" charset="0"/>
                <a:ea typeface="+mj-ea"/>
                <a:cs typeface="+mj-cs"/>
              </a:rPr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35673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609596" y="408890"/>
            <a:ext cx="9475200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999" b="1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Semibold" panose="020B0503030202060203" pitchFamily="34" charset="0"/>
                <a:ea typeface="+mj-ea"/>
                <a:cs typeface="+mj-cs"/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609596" y="1325589"/>
            <a:ext cx="1403733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609596" y="1786190"/>
            <a:ext cx="2328293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42847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Группа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Medium" panose="020B0503030202060203" pitchFamily="34" charset="0"/>
                <a:ea typeface="+mn-ea"/>
                <a:cs typeface="+mn-cs"/>
              </a:rPr>
              <a:t>вконтакте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3354598" y="1366369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3354598" y="1826971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 Regular" panose="020B0503030202060203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 Regular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8089" b="18661"/>
          <a:stretch/>
        </p:blipFill>
        <p:spPr>
          <a:xfrm>
            <a:off x="0" y="2535966"/>
            <a:ext cx="12192000" cy="43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58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605910"/>
            <a:ext cx="5486403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397136"/>
            <a:ext cx="5486403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3915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12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847993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1635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51919"/>
            <a:ext cx="3534205" cy="1154162"/>
          </a:xfrm>
          <a:prstGeom prst="rect">
            <a:avLst/>
          </a:prstGeom>
          <a:solidFill>
            <a:srgbClr val="06A2F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503606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6590" y="1638300"/>
            <a:ext cx="8471551" cy="33093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39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06590" y="4533900"/>
            <a:ext cx="5764798" cy="7561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2000"/>
              </a:lnSpc>
              <a:spcBef>
                <a:spcPct val="0"/>
              </a:spcBef>
            </a:pP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15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15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30918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1698625"/>
            <a:ext cx="4540226" cy="15875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40889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2464295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3214301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392336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478108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563880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E6E6E6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E6E6E6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513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949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408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433067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433067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805175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805175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32913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9870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95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609597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3402380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6195163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8987945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144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ADAF1A-DD98-9E5E-4850-3901940A8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281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FFD452-BCF9-0489-731E-4F481C6D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4692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E0B66C9-1990-8D32-1F6B-48B5F3694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967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брендинг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A11C578-66F1-8395-75F5-E5163BBD1B9A}"/>
              </a:ext>
            </a:extLst>
          </p:cNvPr>
          <p:cNvGrpSpPr/>
          <p:nvPr userDrawn="1"/>
        </p:nvGrpSpPr>
        <p:grpSpPr>
          <a:xfrm>
            <a:off x="609596" y="616148"/>
            <a:ext cx="4012453" cy="609646"/>
            <a:chOff x="1219352" y="1232295"/>
            <a:chExt cx="8025950" cy="1219292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D8EF3C9-D7B9-8A6C-7A1F-AD4C5ED93B71}"/>
                </a:ext>
              </a:extLst>
            </p:cNvPr>
            <p:cNvSpPr/>
            <p:nvPr/>
          </p:nvSpPr>
          <p:spPr>
            <a:xfrm>
              <a:off x="1219352" y="1232295"/>
              <a:ext cx="1265926" cy="1219292"/>
            </a:xfrm>
            <a:custGeom>
              <a:avLst/>
              <a:gdLst>
                <a:gd name="connsiteX0" fmla="*/ 1212586 w 1212585"/>
                <a:gd name="connsiteY0" fmla="*/ 507560 h 1167916"/>
                <a:gd name="connsiteX1" fmla="*/ 865855 w 1212585"/>
                <a:gd name="connsiteY1" fmla="*/ 727320 h 1167916"/>
                <a:gd name="connsiteX2" fmla="*/ 865855 w 1212585"/>
                <a:gd name="connsiteY2" fmla="*/ 1138437 h 1167916"/>
                <a:gd name="connsiteX3" fmla="*/ 816058 w 1212585"/>
                <a:gd name="connsiteY3" fmla="*/ 1167916 h 1167916"/>
                <a:gd name="connsiteX4" fmla="*/ 535235 w 1212585"/>
                <a:gd name="connsiteY4" fmla="*/ 1012728 h 1167916"/>
                <a:gd name="connsiteX5" fmla="*/ 600146 w 1212585"/>
                <a:gd name="connsiteY5" fmla="*/ 971619 h 1167916"/>
                <a:gd name="connsiteX6" fmla="*/ 798747 w 1212585"/>
                <a:gd name="connsiteY6" fmla="*/ 1081302 h 1167916"/>
                <a:gd name="connsiteX7" fmla="*/ 798747 w 1212585"/>
                <a:gd name="connsiteY7" fmla="*/ 769722 h 1167916"/>
                <a:gd name="connsiteX8" fmla="*/ 471431 w 1212585"/>
                <a:gd name="connsiteY8" fmla="*/ 977332 h 1167916"/>
                <a:gd name="connsiteX9" fmla="*/ 0 w 1212585"/>
                <a:gd name="connsiteY9" fmla="*/ 718389 h 1167916"/>
                <a:gd name="connsiteX10" fmla="*/ 0 w 1212585"/>
                <a:gd name="connsiteY10" fmla="*/ 660443 h 1167916"/>
                <a:gd name="connsiteX11" fmla="*/ 346623 w 1212585"/>
                <a:gd name="connsiteY11" fmla="*/ 440699 h 1167916"/>
                <a:gd name="connsiteX12" fmla="*/ 346623 w 1212585"/>
                <a:gd name="connsiteY12" fmla="*/ 29473 h 1167916"/>
                <a:gd name="connsiteX13" fmla="*/ 396426 w 1212585"/>
                <a:gd name="connsiteY13" fmla="*/ 0 h 1167916"/>
                <a:gd name="connsiteX14" fmla="*/ 865753 w 1212585"/>
                <a:gd name="connsiteY14" fmla="*/ 259246 h 1167916"/>
                <a:gd name="connsiteX15" fmla="*/ 865753 w 1212585"/>
                <a:gd name="connsiteY15" fmla="*/ 647610 h 1167916"/>
                <a:gd name="connsiteX16" fmla="*/ 1128472 w 1212585"/>
                <a:gd name="connsiteY16" fmla="*/ 481096 h 1167916"/>
                <a:gd name="connsiteX17" fmla="*/ 929668 w 1212585"/>
                <a:gd name="connsiteY17" fmla="*/ 371426 h 1167916"/>
                <a:gd name="connsiteX18" fmla="*/ 929668 w 1212585"/>
                <a:gd name="connsiteY18" fmla="*/ 294534 h 1167916"/>
                <a:gd name="connsiteX19" fmla="*/ 1212484 w 1212585"/>
                <a:gd name="connsiteY19" fmla="*/ 449615 h 1167916"/>
                <a:gd name="connsiteX20" fmla="*/ 1212586 w 1212585"/>
                <a:gd name="connsiteY20" fmla="*/ 502531 h 1167916"/>
                <a:gd name="connsiteX21" fmla="*/ 1212586 w 1212585"/>
                <a:gd name="connsiteY21" fmla="*/ 507560 h 1167916"/>
                <a:gd name="connsiteX22" fmla="*/ 766249 w 1212585"/>
                <a:gd name="connsiteY22" fmla="*/ 710775 h 1167916"/>
                <a:gd name="connsiteX23" fmla="*/ 381525 w 1212585"/>
                <a:gd name="connsiteY23" fmla="*/ 498338 h 1167916"/>
                <a:gd name="connsiteX24" fmla="*/ 84105 w 1212585"/>
                <a:gd name="connsiteY24" fmla="*/ 686908 h 1167916"/>
                <a:gd name="connsiteX25" fmla="*/ 396627 w 1212585"/>
                <a:gd name="connsiteY25" fmla="*/ 859338 h 1167916"/>
                <a:gd name="connsiteX26" fmla="*/ 469031 w 1212585"/>
                <a:gd name="connsiteY26" fmla="*/ 899244 h 1167916"/>
                <a:gd name="connsiteX27" fmla="*/ 766351 w 1212585"/>
                <a:gd name="connsiteY27" fmla="*/ 710775 h 1167916"/>
                <a:gd name="connsiteX28" fmla="*/ 766249 w 1212585"/>
                <a:gd name="connsiteY28" fmla="*/ 710775 h 1167916"/>
                <a:gd name="connsiteX29" fmla="*/ 798658 w 1212585"/>
                <a:gd name="connsiteY29" fmla="*/ 299045 h 1167916"/>
                <a:gd name="connsiteX30" fmla="*/ 413827 w 1212585"/>
                <a:gd name="connsiteY30" fmla="*/ 86515 h 1167916"/>
                <a:gd name="connsiteX31" fmla="*/ 413827 w 1212585"/>
                <a:gd name="connsiteY31" fmla="*/ 439295 h 1167916"/>
                <a:gd name="connsiteX32" fmla="*/ 798556 w 1212585"/>
                <a:gd name="connsiteY32" fmla="*/ 651728 h 1167916"/>
                <a:gd name="connsiteX33" fmla="*/ 798556 w 1212585"/>
                <a:gd name="connsiteY33" fmla="*/ 299045 h 1167916"/>
                <a:gd name="connsiteX34" fmla="*/ 798658 w 1212585"/>
                <a:gd name="connsiteY34" fmla="*/ 299045 h 1167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2585" h="1167916">
                  <a:moveTo>
                    <a:pt x="1212586" y="507560"/>
                  </a:moveTo>
                  <a:lnTo>
                    <a:pt x="865855" y="727320"/>
                  </a:lnTo>
                  <a:lnTo>
                    <a:pt x="865855" y="1138437"/>
                  </a:lnTo>
                  <a:lnTo>
                    <a:pt x="816058" y="1167916"/>
                  </a:lnTo>
                  <a:lnTo>
                    <a:pt x="535235" y="1012728"/>
                  </a:lnTo>
                  <a:lnTo>
                    <a:pt x="600146" y="971619"/>
                  </a:lnTo>
                  <a:lnTo>
                    <a:pt x="798747" y="1081302"/>
                  </a:lnTo>
                  <a:lnTo>
                    <a:pt x="798747" y="769722"/>
                  </a:lnTo>
                  <a:lnTo>
                    <a:pt x="471431" y="977332"/>
                  </a:lnTo>
                  <a:lnTo>
                    <a:pt x="0" y="718389"/>
                  </a:lnTo>
                  <a:lnTo>
                    <a:pt x="0" y="660443"/>
                  </a:lnTo>
                  <a:lnTo>
                    <a:pt x="346623" y="440699"/>
                  </a:lnTo>
                  <a:lnTo>
                    <a:pt x="346623" y="29473"/>
                  </a:lnTo>
                  <a:lnTo>
                    <a:pt x="396426" y="0"/>
                  </a:lnTo>
                  <a:lnTo>
                    <a:pt x="865753" y="259246"/>
                  </a:lnTo>
                  <a:lnTo>
                    <a:pt x="865753" y="647610"/>
                  </a:lnTo>
                  <a:lnTo>
                    <a:pt x="1128472" y="481096"/>
                  </a:lnTo>
                  <a:lnTo>
                    <a:pt x="929668" y="371426"/>
                  </a:lnTo>
                  <a:lnTo>
                    <a:pt x="929668" y="294534"/>
                  </a:lnTo>
                  <a:lnTo>
                    <a:pt x="1212484" y="449615"/>
                  </a:lnTo>
                  <a:lnTo>
                    <a:pt x="1212586" y="502531"/>
                  </a:lnTo>
                  <a:lnTo>
                    <a:pt x="1212586" y="507560"/>
                  </a:lnTo>
                  <a:close/>
                  <a:moveTo>
                    <a:pt x="766249" y="710775"/>
                  </a:moveTo>
                  <a:lnTo>
                    <a:pt x="381525" y="498338"/>
                  </a:lnTo>
                  <a:lnTo>
                    <a:pt x="84105" y="686908"/>
                  </a:lnTo>
                  <a:lnTo>
                    <a:pt x="396627" y="859338"/>
                  </a:lnTo>
                  <a:lnTo>
                    <a:pt x="469031" y="899244"/>
                  </a:lnTo>
                  <a:lnTo>
                    <a:pt x="766351" y="710775"/>
                  </a:lnTo>
                  <a:lnTo>
                    <a:pt x="766249" y="710775"/>
                  </a:lnTo>
                  <a:close/>
                  <a:moveTo>
                    <a:pt x="798658" y="299045"/>
                  </a:moveTo>
                  <a:lnTo>
                    <a:pt x="413827" y="86515"/>
                  </a:lnTo>
                  <a:lnTo>
                    <a:pt x="413827" y="439295"/>
                  </a:lnTo>
                  <a:lnTo>
                    <a:pt x="798556" y="651728"/>
                  </a:lnTo>
                  <a:lnTo>
                    <a:pt x="798556" y="299045"/>
                  </a:lnTo>
                  <a:lnTo>
                    <a:pt x="798658" y="299045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861ED7A8-371D-861B-1370-B1211A865FE8}"/>
                </a:ext>
              </a:extLst>
            </p:cNvPr>
            <p:cNvSpPr/>
            <p:nvPr/>
          </p:nvSpPr>
          <p:spPr>
            <a:xfrm>
              <a:off x="757499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3 w 389048"/>
                <a:gd name="connsiteY5" fmla="*/ 80559 h 363268"/>
                <a:gd name="connsiteX6" fmla="*/ 244213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3" y="80559"/>
                  </a:lnTo>
                  <a:lnTo>
                    <a:pt x="244213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A693F0F-0CFC-1247-0CD9-BB5828823011}"/>
                </a:ext>
              </a:extLst>
            </p:cNvPr>
            <p:cNvSpPr/>
            <p:nvPr/>
          </p:nvSpPr>
          <p:spPr>
            <a:xfrm>
              <a:off x="7166033" y="1986147"/>
              <a:ext cx="349315" cy="379248"/>
            </a:xfrm>
            <a:custGeom>
              <a:avLst/>
              <a:gdLst>
                <a:gd name="connsiteX0" fmla="*/ 0 w 334596"/>
                <a:gd name="connsiteY0" fmla="*/ 0 h 363268"/>
                <a:gd name="connsiteX1" fmla="*/ 332486 w 334596"/>
                <a:gd name="connsiteY1" fmla="*/ 0 h 363268"/>
                <a:gd name="connsiteX2" fmla="*/ 332486 w 334596"/>
                <a:gd name="connsiteY2" fmla="*/ 75821 h 363268"/>
                <a:gd name="connsiteX3" fmla="*/ 99377 w 334596"/>
                <a:gd name="connsiteY3" fmla="*/ 75821 h 363268"/>
                <a:gd name="connsiteX4" fmla="*/ 99377 w 334596"/>
                <a:gd name="connsiteY4" fmla="*/ 141101 h 363268"/>
                <a:gd name="connsiteX5" fmla="*/ 279089 w 334596"/>
                <a:gd name="connsiteY5" fmla="*/ 141101 h 363268"/>
                <a:gd name="connsiteX6" fmla="*/ 279089 w 334596"/>
                <a:gd name="connsiteY6" fmla="*/ 214274 h 363268"/>
                <a:gd name="connsiteX7" fmla="*/ 99377 w 334596"/>
                <a:gd name="connsiteY7" fmla="*/ 214274 h 363268"/>
                <a:gd name="connsiteX8" fmla="*/ 99377 w 334596"/>
                <a:gd name="connsiteY8" fmla="*/ 287460 h 363268"/>
                <a:gd name="connsiteX9" fmla="*/ 334596 w 334596"/>
                <a:gd name="connsiteY9" fmla="*/ 287460 h 363268"/>
                <a:gd name="connsiteX10" fmla="*/ 334596 w 334596"/>
                <a:gd name="connsiteY10" fmla="*/ 363268 h 363268"/>
                <a:gd name="connsiteX11" fmla="*/ 0 w 334596"/>
                <a:gd name="connsiteY11" fmla="*/ 363268 h 363268"/>
                <a:gd name="connsiteX12" fmla="*/ 0 w 334596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596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089" y="141101"/>
                  </a:lnTo>
                  <a:lnTo>
                    <a:pt x="279089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596" y="287460"/>
                  </a:lnTo>
                  <a:lnTo>
                    <a:pt x="334596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B793DBD-E877-FE63-257F-F8C370BE065D}"/>
                </a:ext>
              </a:extLst>
            </p:cNvPr>
            <p:cNvSpPr/>
            <p:nvPr/>
          </p:nvSpPr>
          <p:spPr>
            <a:xfrm>
              <a:off x="668448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2 w 389048"/>
                <a:gd name="connsiteY5" fmla="*/ 80559 h 363268"/>
                <a:gd name="connsiteX6" fmla="*/ 244212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2" y="80559"/>
                  </a:lnTo>
                  <a:lnTo>
                    <a:pt x="244212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7AB1D5B-1B46-C75F-566A-AC7B04482EC5}"/>
                </a:ext>
              </a:extLst>
            </p:cNvPr>
            <p:cNvSpPr/>
            <p:nvPr/>
          </p:nvSpPr>
          <p:spPr>
            <a:xfrm>
              <a:off x="6189289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17579AD7-C574-17BD-4D6F-A1FCDF27712F}"/>
                </a:ext>
              </a:extLst>
            </p:cNvPr>
            <p:cNvSpPr/>
            <p:nvPr/>
          </p:nvSpPr>
          <p:spPr>
            <a:xfrm>
              <a:off x="5669287" y="1978450"/>
              <a:ext cx="437619" cy="394643"/>
            </a:xfrm>
            <a:custGeom>
              <a:avLst/>
              <a:gdLst>
                <a:gd name="connsiteX0" fmla="*/ 0 w 419180"/>
                <a:gd name="connsiteY0" fmla="*/ 189533 h 378014"/>
                <a:gd name="connsiteX1" fmla="*/ 14793 w 419180"/>
                <a:gd name="connsiteY1" fmla="*/ 100562 h 378014"/>
                <a:gd name="connsiteX2" fmla="*/ 56563 w 419180"/>
                <a:gd name="connsiteY2" fmla="*/ 41591 h 378014"/>
                <a:gd name="connsiteX3" fmla="*/ 123162 w 419180"/>
                <a:gd name="connsiteY3" fmla="*/ 9476 h 378014"/>
                <a:gd name="connsiteX4" fmla="*/ 212490 w 419180"/>
                <a:gd name="connsiteY4" fmla="*/ 0 h 378014"/>
                <a:gd name="connsiteX5" fmla="*/ 357860 w 419180"/>
                <a:gd name="connsiteY5" fmla="*/ 29492 h 378014"/>
                <a:gd name="connsiteX6" fmla="*/ 418647 w 419180"/>
                <a:gd name="connsiteY6" fmla="*/ 133209 h 378014"/>
                <a:gd name="connsiteX7" fmla="*/ 318214 w 419180"/>
                <a:gd name="connsiteY7" fmla="*/ 133209 h 378014"/>
                <a:gd name="connsiteX8" fmla="*/ 285436 w 419180"/>
                <a:gd name="connsiteY8" fmla="*/ 87400 h 378014"/>
                <a:gd name="connsiteX9" fmla="*/ 212490 w 419180"/>
                <a:gd name="connsiteY9" fmla="*/ 76340 h 378014"/>
                <a:gd name="connsiteX10" fmla="*/ 167565 w 419180"/>
                <a:gd name="connsiteY10" fmla="*/ 80027 h 378014"/>
                <a:gd name="connsiteX11" fmla="*/ 132142 w 419180"/>
                <a:gd name="connsiteY11" fmla="*/ 94241 h 378014"/>
                <a:gd name="connsiteX12" fmla="*/ 109412 w 419180"/>
                <a:gd name="connsiteY12" fmla="*/ 122149 h 378014"/>
                <a:gd name="connsiteX13" fmla="*/ 100954 w 419180"/>
                <a:gd name="connsiteY13" fmla="*/ 167946 h 378014"/>
                <a:gd name="connsiteX14" fmla="*/ 100954 w 419180"/>
                <a:gd name="connsiteY14" fmla="*/ 210068 h 378014"/>
                <a:gd name="connsiteX15" fmla="*/ 131620 w 419180"/>
                <a:gd name="connsiteY15" fmla="*/ 283254 h 378014"/>
                <a:gd name="connsiteX16" fmla="*/ 212490 w 419180"/>
                <a:gd name="connsiteY16" fmla="*/ 301674 h 378014"/>
                <a:gd name="connsiteX17" fmla="*/ 283859 w 419180"/>
                <a:gd name="connsiteY17" fmla="*/ 290627 h 378014"/>
                <a:gd name="connsiteX18" fmla="*/ 318748 w 419180"/>
                <a:gd name="connsiteY18" fmla="*/ 247972 h 378014"/>
                <a:gd name="connsiteX19" fmla="*/ 419181 w 419180"/>
                <a:gd name="connsiteY19" fmla="*/ 247972 h 378014"/>
                <a:gd name="connsiteX20" fmla="*/ 357326 w 419180"/>
                <a:gd name="connsiteY20" fmla="*/ 348003 h 378014"/>
                <a:gd name="connsiteX21" fmla="*/ 212490 w 419180"/>
                <a:gd name="connsiteY21" fmla="*/ 378014 h 378014"/>
                <a:gd name="connsiteX22" fmla="*/ 123162 w 419180"/>
                <a:gd name="connsiteY22" fmla="*/ 368538 h 378014"/>
                <a:gd name="connsiteX23" fmla="*/ 56563 w 419180"/>
                <a:gd name="connsiteY23" fmla="*/ 337475 h 378014"/>
                <a:gd name="connsiteX24" fmla="*/ 14793 w 419180"/>
                <a:gd name="connsiteY24" fmla="*/ 279035 h 378014"/>
                <a:gd name="connsiteX25" fmla="*/ 0 w 419180"/>
                <a:gd name="connsiteY25" fmla="*/ 189533 h 37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9180" h="378014">
                  <a:moveTo>
                    <a:pt x="0" y="189533"/>
                  </a:moveTo>
                  <a:cubicBezTo>
                    <a:pt x="0" y="154264"/>
                    <a:pt x="4757" y="124784"/>
                    <a:pt x="14793" y="100562"/>
                  </a:cubicBezTo>
                  <a:cubicBezTo>
                    <a:pt x="24307" y="76340"/>
                    <a:pt x="38057" y="56869"/>
                    <a:pt x="56563" y="41591"/>
                  </a:cubicBezTo>
                  <a:cubicBezTo>
                    <a:pt x="74536" y="26857"/>
                    <a:pt x="96731" y="16330"/>
                    <a:pt x="123162" y="9476"/>
                  </a:cubicBezTo>
                  <a:cubicBezTo>
                    <a:pt x="149593" y="3167"/>
                    <a:pt x="179191" y="0"/>
                    <a:pt x="212490" y="0"/>
                  </a:cubicBezTo>
                  <a:cubicBezTo>
                    <a:pt x="273289" y="0"/>
                    <a:pt x="321915" y="10008"/>
                    <a:pt x="357860" y="29492"/>
                  </a:cubicBezTo>
                  <a:cubicBezTo>
                    <a:pt x="393271" y="49496"/>
                    <a:pt x="413889" y="84245"/>
                    <a:pt x="418647" y="133209"/>
                  </a:cubicBezTo>
                  <a:lnTo>
                    <a:pt x="318214" y="133209"/>
                  </a:lnTo>
                  <a:cubicBezTo>
                    <a:pt x="314513" y="110038"/>
                    <a:pt x="303409" y="94773"/>
                    <a:pt x="285436" y="87400"/>
                  </a:cubicBezTo>
                  <a:cubicBezTo>
                    <a:pt x="267464" y="80027"/>
                    <a:pt x="243157" y="76340"/>
                    <a:pt x="212490" y="76340"/>
                  </a:cubicBezTo>
                  <a:cubicBezTo>
                    <a:pt x="196108" y="76340"/>
                    <a:pt x="181302" y="77392"/>
                    <a:pt x="167565" y="80027"/>
                  </a:cubicBezTo>
                  <a:cubicBezTo>
                    <a:pt x="153816" y="82662"/>
                    <a:pt x="142190" y="87400"/>
                    <a:pt x="132142" y="94241"/>
                  </a:cubicBezTo>
                  <a:cubicBezTo>
                    <a:pt x="122106" y="101094"/>
                    <a:pt x="114704" y="110038"/>
                    <a:pt x="109412" y="122149"/>
                  </a:cubicBezTo>
                  <a:cubicBezTo>
                    <a:pt x="103599" y="134260"/>
                    <a:pt x="100954" y="149526"/>
                    <a:pt x="100954" y="167946"/>
                  </a:cubicBezTo>
                  <a:lnTo>
                    <a:pt x="100954" y="210068"/>
                  </a:lnTo>
                  <a:cubicBezTo>
                    <a:pt x="100954" y="246401"/>
                    <a:pt x="111002" y="271143"/>
                    <a:pt x="131620" y="283254"/>
                  </a:cubicBezTo>
                  <a:cubicBezTo>
                    <a:pt x="152239" y="295365"/>
                    <a:pt x="179191" y="301674"/>
                    <a:pt x="212490" y="301674"/>
                  </a:cubicBezTo>
                  <a:cubicBezTo>
                    <a:pt x="242101" y="301674"/>
                    <a:pt x="265886" y="297987"/>
                    <a:pt x="283859" y="290627"/>
                  </a:cubicBezTo>
                  <a:cubicBezTo>
                    <a:pt x="301831" y="283774"/>
                    <a:pt x="313457" y="269559"/>
                    <a:pt x="318748" y="247972"/>
                  </a:cubicBezTo>
                  <a:lnTo>
                    <a:pt x="419181" y="247972"/>
                  </a:lnTo>
                  <a:cubicBezTo>
                    <a:pt x="413355" y="294833"/>
                    <a:pt x="392750" y="328531"/>
                    <a:pt x="357326" y="348003"/>
                  </a:cubicBezTo>
                  <a:cubicBezTo>
                    <a:pt x="321381" y="368019"/>
                    <a:pt x="273289" y="378014"/>
                    <a:pt x="212490" y="378014"/>
                  </a:cubicBezTo>
                  <a:cubicBezTo>
                    <a:pt x="179191" y="378014"/>
                    <a:pt x="149593" y="374860"/>
                    <a:pt x="123162" y="368538"/>
                  </a:cubicBezTo>
                  <a:cubicBezTo>
                    <a:pt x="96731" y="362229"/>
                    <a:pt x="74536" y="351689"/>
                    <a:pt x="56563" y="337475"/>
                  </a:cubicBezTo>
                  <a:cubicBezTo>
                    <a:pt x="38057" y="323261"/>
                    <a:pt x="24307" y="303790"/>
                    <a:pt x="14793" y="279035"/>
                  </a:cubicBezTo>
                  <a:cubicBezTo>
                    <a:pt x="4757" y="254826"/>
                    <a:pt x="0" y="224814"/>
                    <a:pt x="0" y="18953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E5A4B684-BA55-77AD-54D3-DE0845FAB97F}"/>
                </a:ext>
              </a:extLst>
            </p:cNvPr>
            <p:cNvSpPr/>
            <p:nvPr/>
          </p:nvSpPr>
          <p:spPr>
            <a:xfrm>
              <a:off x="5217125" y="1986147"/>
              <a:ext cx="398447" cy="379248"/>
            </a:xfrm>
            <a:custGeom>
              <a:avLst/>
              <a:gdLst>
                <a:gd name="connsiteX0" fmla="*/ 0 w 381658"/>
                <a:gd name="connsiteY0" fmla="*/ 0 h 363268"/>
                <a:gd name="connsiteX1" fmla="*/ 248982 w 381658"/>
                <a:gd name="connsiteY1" fmla="*/ 0 h 363268"/>
                <a:gd name="connsiteX2" fmla="*/ 349415 w 381658"/>
                <a:gd name="connsiteY2" fmla="*/ 33166 h 363268"/>
                <a:gd name="connsiteX3" fmla="*/ 381658 w 381658"/>
                <a:gd name="connsiteY3" fmla="*/ 124772 h 363268"/>
                <a:gd name="connsiteX4" fmla="*/ 349415 w 381658"/>
                <a:gd name="connsiteY4" fmla="*/ 217961 h 363268"/>
                <a:gd name="connsiteX5" fmla="*/ 248982 w 381658"/>
                <a:gd name="connsiteY5" fmla="*/ 251127 h 363268"/>
                <a:gd name="connsiteX6" fmla="*/ 99377 w 381658"/>
                <a:gd name="connsiteY6" fmla="*/ 251127 h 363268"/>
                <a:gd name="connsiteX7" fmla="*/ 99377 w 381658"/>
                <a:gd name="connsiteY7" fmla="*/ 363268 h 363268"/>
                <a:gd name="connsiteX8" fmla="*/ 0 w 381658"/>
                <a:gd name="connsiteY8" fmla="*/ 363268 h 363268"/>
                <a:gd name="connsiteX9" fmla="*/ 0 w 381658"/>
                <a:gd name="connsiteY9" fmla="*/ 0 h 363268"/>
                <a:gd name="connsiteX10" fmla="*/ 280692 w 381658"/>
                <a:gd name="connsiteY10" fmla="*/ 132677 h 363268"/>
                <a:gd name="connsiteX11" fmla="*/ 280692 w 381658"/>
                <a:gd name="connsiteY11" fmla="*/ 117931 h 363268"/>
                <a:gd name="connsiteX12" fmla="*/ 270122 w 381658"/>
                <a:gd name="connsiteY12" fmla="*/ 88451 h 363268"/>
                <a:gd name="connsiteX13" fmla="*/ 234698 w 381658"/>
                <a:gd name="connsiteY13" fmla="*/ 76872 h 363268"/>
                <a:gd name="connsiteX14" fmla="*/ 99377 w 381658"/>
                <a:gd name="connsiteY14" fmla="*/ 76872 h 363268"/>
                <a:gd name="connsiteX15" fmla="*/ 99377 w 381658"/>
                <a:gd name="connsiteY15" fmla="*/ 174267 h 363268"/>
                <a:gd name="connsiteX16" fmla="*/ 234698 w 381658"/>
                <a:gd name="connsiteY16" fmla="*/ 174267 h 363268"/>
                <a:gd name="connsiteX17" fmla="*/ 270122 w 381658"/>
                <a:gd name="connsiteY17" fmla="*/ 162688 h 363268"/>
                <a:gd name="connsiteX18" fmla="*/ 280692 w 381658"/>
                <a:gd name="connsiteY18" fmla="*/ 13267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58" h="363268">
                  <a:moveTo>
                    <a:pt x="0" y="0"/>
                  </a:moveTo>
                  <a:lnTo>
                    <a:pt x="248982" y="0"/>
                  </a:lnTo>
                  <a:cubicBezTo>
                    <a:pt x="293907" y="0"/>
                    <a:pt x="327741" y="11060"/>
                    <a:pt x="349415" y="33166"/>
                  </a:cubicBezTo>
                  <a:cubicBezTo>
                    <a:pt x="371089" y="55285"/>
                    <a:pt x="381658" y="85816"/>
                    <a:pt x="381658" y="124772"/>
                  </a:cubicBezTo>
                  <a:cubicBezTo>
                    <a:pt x="381658" y="164791"/>
                    <a:pt x="371089" y="195854"/>
                    <a:pt x="349415" y="217961"/>
                  </a:cubicBezTo>
                  <a:cubicBezTo>
                    <a:pt x="327741" y="240080"/>
                    <a:pt x="293907" y="251127"/>
                    <a:pt x="248982" y="251127"/>
                  </a:cubicBezTo>
                  <a:lnTo>
                    <a:pt x="99377" y="251127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80692" y="132677"/>
                  </a:moveTo>
                  <a:lnTo>
                    <a:pt x="280692" y="117931"/>
                  </a:lnTo>
                  <a:cubicBezTo>
                    <a:pt x="280692" y="105820"/>
                    <a:pt x="276990" y="96344"/>
                    <a:pt x="270122" y="88451"/>
                  </a:cubicBezTo>
                  <a:cubicBezTo>
                    <a:pt x="262719" y="80559"/>
                    <a:pt x="251094" y="76872"/>
                    <a:pt x="234698" y="76872"/>
                  </a:cubicBezTo>
                  <a:lnTo>
                    <a:pt x="99377" y="76872"/>
                  </a:lnTo>
                  <a:lnTo>
                    <a:pt x="99377" y="174267"/>
                  </a:lnTo>
                  <a:lnTo>
                    <a:pt x="234698" y="174267"/>
                  </a:lnTo>
                  <a:cubicBezTo>
                    <a:pt x="251094" y="174267"/>
                    <a:pt x="262719" y="170581"/>
                    <a:pt x="270122" y="162688"/>
                  </a:cubicBezTo>
                  <a:cubicBezTo>
                    <a:pt x="276990" y="155315"/>
                    <a:pt x="280692" y="145307"/>
                    <a:pt x="280692" y="13267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09919A7-B129-BEBC-CD91-0622121F568E}"/>
                </a:ext>
              </a:extLst>
            </p:cNvPr>
            <p:cNvSpPr/>
            <p:nvPr/>
          </p:nvSpPr>
          <p:spPr>
            <a:xfrm>
              <a:off x="4777805" y="1986147"/>
              <a:ext cx="349328" cy="379248"/>
            </a:xfrm>
            <a:custGeom>
              <a:avLst/>
              <a:gdLst>
                <a:gd name="connsiteX0" fmla="*/ 0 w 334609"/>
                <a:gd name="connsiteY0" fmla="*/ 0 h 363268"/>
                <a:gd name="connsiteX1" fmla="*/ 332486 w 334609"/>
                <a:gd name="connsiteY1" fmla="*/ 0 h 363268"/>
                <a:gd name="connsiteX2" fmla="*/ 332486 w 334609"/>
                <a:gd name="connsiteY2" fmla="*/ 75821 h 363268"/>
                <a:gd name="connsiteX3" fmla="*/ 99377 w 334609"/>
                <a:gd name="connsiteY3" fmla="*/ 75821 h 363268"/>
                <a:gd name="connsiteX4" fmla="*/ 99377 w 334609"/>
                <a:gd name="connsiteY4" fmla="*/ 141101 h 363268"/>
                <a:gd name="connsiteX5" fmla="*/ 279102 w 334609"/>
                <a:gd name="connsiteY5" fmla="*/ 141101 h 363268"/>
                <a:gd name="connsiteX6" fmla="*/ 279102 w 334609"/>
                <a:gd name="connsiteY6" fmla="*/ 214274 h 363268"/>
                <a:gd name="connsiteX7" fmla="*/ 99377 w 334609"/>
                <a:gd name="connsiteY7" fmla="*/ 214274 h 363268"/>
                <a:gd name="connsiteX8" fmla="*/ 99377 w 334609"/>
                <a:gd name="connsiteY8" fmla="*/ 287460 h 363268"/>
                <a:gd name="connsiteX9" fmla="*/ 334610 w 334609"/>
                <a:gd name="connsiteY9" fmla="*/ 287460 h 363268"/>
                <a:gd name="connsiteX10" fmla="*/ 334610 w 334609"/>
                <a:gd name="connsiteY10" fmla="*/ 363268 h 363268"/>
                <a:gd name="connsiteX11" fmla="*/ 0 w 334609"/>
                <a:gd name="connsiteY11" fmla="*/ 363268 h 363268"/>
                <a:gd name="connsiteX12" fmla="*/ 0 w 334609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102" y="141101"/>
                  </a:lnTo>
                  <a:lnTo>
                    <a:pt x="279102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610" y="287460"/>
                  </a:lnTo>
                  <a:lnTo>
                    <a:pt x="334610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5F8C108-436B-0897-4108-9BE9CBCFAD7C}"/>
                </a:ext>
              </a:extLst>
            </p:cNvPr>
            <p:cNvSpPr/>
            <p:nvPr/>
          </p:nvSpPr>
          <p:spPr>
            <a:xfrm>
              <a:off x="4299684" y="1986147"/>
              <a:ext cx="389603" cy="379248"/>
            </a:xfrm>
            <a:custGeom>
              <a:avLst/>
              <a:gdLst>
                <a:gd name="connsiteX0" fmla="*/ 0 w 373187"/>
                <a:gd name="connsiteY0" fmla="*/ 0 h 363268"/>
                <a:gd name="connsiteX1" fmla="*/ 247914 w 373187"/>
                <a:gd name="connsiteY1" fmla="*/ 0 h 363268"/>
                <a:gd name="connsiteX2" fmla="*/ 332486 w 373187"/>
                <a:gd name="connsiteY2" fmla="*/ 22119 h 363268"/>
                <a:gd name="connsiteX3" fmla="*/ 362084 w 373187"/>
                <a:gd name="connsiteY3" fmla="*/ 87919 h 363268"/>
                <a:gd name="connsiteX4" fmla="*/ 349402 w 373187"/>
                <a:gd name="connsiteY4" fmla="*/ 136883 h 363268"/>
                <a:gd name="connsiteX5" fmla="*/ 302888 w 373187"/>
                <a:gd name="connsiteY5" fmla="*/ 170581 h 363268"/>
                <a:gd name="connsiteX6" fmla="*/ 356805 w 373187"/>
                <a:gd name="connsiteY6" fmla="*/ 202695 h 363268"/>
                <a:gd name="connsiteX7" fmla="*/ 373188 w 373187"/>
                <a:gd name="connsiteY7" fmla="*/ 256929 h 363268"/>
                <a:gd name="connsiteX8" fmla="*/ 343589 w 373187"/>
                <a:gd name="connsiteY8" fmla="*/ 335892 h 363268"/>
                <a:gd name="connsiteX9" fmla="*/ 253193 w 373187"/>
                <a:gd name="connsiteY9" fmla="*/ 363268 h 363268"/>
                <a:gd name="connsiteX10" fmla="*/ 0 w 373187"/>
                <a:gd name="connsiteY10" fmla="*/ 363268 h 363268"/>
                <a:gd name="connsiteX11" fmla="*/ 0 w 373187"/>
                <a:gd name="connsiteY11" fmla="*/ 0 h 363268"/>
                <a:gd name="connsiteX12" fmla="*/ 262707 w 373187"/>
                <a:gd name="connsiteY12" fmla="*/ 109506 h 363268"/>
                <a:gd name="connsiteX13" fmla="*/ 262707 w 373187"/>
                <a:gd name="connsiteY13" fmla="*/ 99511 h 363268"/>
                <a:gd name="connsiteX14" fmla="*/ 251603 w 373187"/>
                <a:gd name="connsiteY14" fmla="*/ 73705 h 363268"/>
                <a:gd name="connsiteX15" fmla="*/ 218838 w 373187"/>
                <a:gd name="connsiteY15" fmla="*/ 64761 h 363268"/>
                <a:gd name="connsiteX16" fmla="*/ 98321 w 373187"/>
                <a:gd name="connsiteY16" fmla="*/ 64761 h 363268"/>
                <a:gd name="connsiteX17" fmla="*/ 98321 w 373187"/>
                <a:gd name="connsiteY17" fmla="*/ 146359 h 363268"/>
                <a:gd name="connsiteX18" fmla="*/ 218838 w 373187"/>
                <a:gd name="connsiteY18" fmla="*/ 146359 h 363268"/>
                <a:gd name="connsiteX19" fmla="*/ 251603 w 373187"/>
                <a:gd name="connsiteY19" fmla="*/ 136883 h 363268"/>
                <a:gd name="connsiteX20" fmla="*/ 262707 w 373187"/>
                <a:gd name="connsiteY20" fmla="*/ 109506 h 363268"/>
                <a:gd name="connsiteX21" fmla="*/ 273811 w 373187"/>
                <a:gd name="connsiteY21" fmla="*/ 259032 h 363268"/>
                <a:gd name="connsiteX22" fmla="*/ 273811 w 373187"/>
                <a:gd name="connsiteY22" fmla="*/ 245337 h 363268"/>
                <a:gd name="connsiteX23" fmla="*/ 261651 w 373187"/>
                <a:gd name="connsiteY23" fmla="*/ 217441 h 363268"/>
                <a:gd name="connsiteX24" fmla="*/ 225185 w 373187"/>
                <a:gd name="connsiteY24" fmla="*/ 207965 h 363268"/>
                <a:gd name="connsiteX25" fmla="*/ 98321 w 373187"/>
                <a:gd name="connsiteY25" fmla="*/ 207965 h 363268"/>
                <a:gd name="connsiteX26" fmla="*/ 98321 w 373187"/>
                <a:gd name="connsiteY26" fmla="*/ 298519 h 363268"/>
                <a:gd name="connsiteX27" fmla="*/ 225185 w 373187"/>
                <a:gd name="connsiteY27" fmla="*/ 298519 h 363268"/>
                <a:gd name="connsiteX28" fmla="*/ 261129 w 373187"/>
                <a:gd name="connsiteY28" fmla="*/ 288511 h 363268"/>
                <a:gd name="connsiteX29" fmla="*/ 273811 w 373187"/>
                <a:gd name="connsiteY29" fmla="*/ 259032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3187" h="363268">
                  <a:moveTo>
                    <a:pt x="0" y="0"/>
                  </a:moveTo>
                  <a:lnTo>
                    <a:pt x="247914" y="0"/>
                  </a:lnTo>
                  <a:cubicBezTo>
                    <a:pt x="284381" y="0"/>
                    <a:pt x="312923" y="7373"/>
                    <a:pt x="332486" y="22119"/>
                  </a:cubicBezTo>
                  <a:cubicBezTo>
                    <a:pt x="352048" y="36853"/>
                    <a:pt x="362084" y="58972"/>
                    <a:pt x="362084" y="87919"/>
                  </a:cubicBezTo>
                  <a:cubicBezTo>
                    <a:pt x="362084" y="105820"/>
                    <a:pt x="357861" y="122149"/>
                    <a:pt x="349402" y="136883"/>
                  </a:cubicBezTo>
                  <a:cubicBezTo>
                    <a:pt x="340410" y="152148"/>
                    <a:pt x="325083" y="163208"/>
                    <a:pt x="302888" y="170581"/>
                  </a:cubicBezTo>
                  <a:cubicBezTo>
                    <a:pt x="327729" y="176902"/>
                    <a:pt x="345701" y="187430"/>
                    <a:pt x="356805" y="202695"/>
                  </a:cubicBezTo>
                  <a:cubicBezTo>
                    <a:pt x="367896" y="217961"/>
                    <a:pt x="373188" y="235861"/>
                    <a:pt x="373188" y="256929"/>
                  </a:cubicBezTo>
                  <a:cubicBezTo>
                    <a:pt x="373188" y="291146"/>
                    <a:pt x="363139" y="317471"/>
                    <a:pt x="343589" y="335892"/>
                  </a:cubicBezTo>
                  <a:cubicBezTo>
                    <a:pt x="323493" y="354324"/>
                    <a:pt x="293373" y="363268"/>
                    <a:pt x="253193" y="363268"/>
                  </a:cubicBez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62707" y="109506"/>
                  </a:moveTo>
                  <a:lnTo>
                    <a:pt x="262707" y="99511"/>
                  </a:lnTo>
                  <a:cubicBezTo>
                    <a:pt x="262707" y="88451"/>
                    <a:pt x="259005" y="79495"/>
                    <a:pt x="251603" y="73705"/>
                  </a:cubicBezTo>
                  <a:cubicBezTo>
                    <a:pt x="243679" y="67916"/>
                    <a:pt x="233109" y="64761"/>
                    <a:pt x="218838" y="64761"/>
                  </a:cubicBezTo>
                  <a:lnTo>
                    <a:pt x="98321" y="64761"/>
                  </a:lnTo>
                  <a:lnTo>
                    <a:pt x="98321" y="146359"/>
                  </a:lnTo>
                  <a:lnTo>
                    <a:pt x="218838" y="146359"/>
                  </a:lnTo>
                  <a:cubicBezTo>
                    <a:pt x="233109" y="146359"/>
                    <a:pt x="243679" y="143204"/>
                    <a:pt x="251603" y="136883"/>
                  </a:cubicBezTo>
                  <a:cubicBezTo>
                    <a:pt x="259005" y="130574"/>
                    <a:pt x="262707" y="121617"/>
                    <a:pt x="262707" y="109506"/>
                  </a:cubicBezTo>
                  <a:close/>
                  <a:moveTo>
                    <a:pt x="273811" y="259032"/>
                  </a:moveTo>
                  <a:lnTo>
                    <a:pt x="273811" y="245337"/>
                  </a:lnTo>
                  <a:cubicBezTo>
                    <a:pt x="273811" y="233226"/>
                    <a:pt x="269575" y="224282"/>
                    <a:pt x="261651" y="217441"/>
                  </a:cubicBezTo>
                  <a:cubicBezTo>
                    <a:pt x="253193" y="211120"/>
                    <a:pt x="241033" y="207965"/>
                    <a:pt x="225185" y="207965"/>
                  </a:cubicBezTo>
                  <a:lnTo>
                    <a:pt x="98321" y="207965"/>
                  </a:lnTo>
                  <a:lnTo>
                    <a:pt x="98321" y="298519"/>
                  </a:lnTo>
                  <a:lnTo>
                    <a:pt x="225185" y="298519"/>
                  </a:lnTo>
                  <a:cubicBezTo>
                    <a:pt x="240512" y="298519"/>
                    <a:pt x="252671" y="295352"/>
                    <a:pt x="261129" y="288511"/>
                  </a:cubicBezTo>
                  <a:cubicBezTo>
                    <a:pt x="269575" y="281671"/>
                    <a:pt x="273811" y="272195"/>
                    <a:pt x="273811" y="259032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F7E41BD4-8DAB-1E98-E0C9-A0007AFC0BA1}"/>
                </a:ext>
              </a:extLst>
            </p:cNvPr>
            <p:cNvSpPr/>
            <p:nvPr/>
          </p:nvSpPr>
          <p:spPr>
            <a:xfrm>
              <a:off x="3774117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A79B18A4-1B43-A65E-2016-1C1730C813F5}"/>
                </a:ext>
              </a:extLst>
            </p:cNvPr>
            <p:cNvSpPr/>
            <p:nvPr/>
          </p:nvSpPr>
          <p:spPr>
            <a:xfrm>
              <a:off x="3258803" y="1986147"/>
              <a:ext cx="409482" cy="379248"/>
            </a:xfrm>
            <a:custGeom>
              <a:avLst/>
              <a:gdLst>
                <a:gd name="connsiteX0" fmla="*/ 0 w 392228"/>
                <a:gd name="connsiteY0" fmla="*/ 0 h 363268"/>
                <a:gd name="connsiteX1" fmla="*/ 99377 w 392228"/>
                <a:gd name="connsiteY1" fmla="*/ 0 h 363268"/>
                <a:gd name="connsiteX2" fmla="*/ 99377 w 392228"/>
                <a:gd name="connsiteY2" fmla="*/ 136363 h 363268"/>
                <a:gd name="connsiteX3" fmla="*/ 292852 w 392228"/>
                <a:gd name="connsiteY3" fmla="*/ 136363 h 363268"/>
                <a:gd name="connsiteX4" fmla="*/ 292852 w 392228"/>
                <a:gd name="connsiteY4" fmla="*/ 0 h 363268"/>
                <a:gd name="connsiteX5" fmla="*/ 392228 w 392228"/>
                <a:gd name="connsiteY5" fmla="*/ 0 h 363268"/>
                <a:gd name="connsiteX6" fmla="*/ 392228 w 392228"/>
                <a:gd name="connsiteY6" fmla="*/ 363268 h 363268"/>
                <a:gd name="connsiteX7" fmla="*/ 292852 w 392228"/>
                <a:gd name="connsiteY7" fmla="*/ 363268 h 363268"/>
                <a:gd name="connsiteX8" fmla="*/ 292852 w 392228"/>
                <a:gd name="connsiteY8" fmla="*/ 216909 h 363268"/>
                <a:gd name="connsiteX9" fmla="*/ 99377 w 392228"/>
                <a:gd name="connsiteY9" fmla="*/ 216909 h 363268"/>
                <a:gd name="connsiteX10" fmla="*/ 99377 w 392228"/>
                <a:gd name="connsiteY10" fmla="*/ 363268 h 363268"/>
                <a:gd name="connsiteX11" fmla="*/ 0 w 392228"/>
                <a:gd name="connsiteY11" fmla="*/ 363268 h 363268"/>
                <a:gd name="connsiteX12" fmla="*/ 0 w 392228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8">
                  <a:moveTo>
                    <a:pt x="0" y="0"/>
                  </a:moveTo>
                  <a:lnTo>
                    <a:pt x="99377" y="0"/>
                  </a:lnTo>
                  <a:lnTo>
                    <a:pt x="99377" y="136363"/>
                  </a:lnTo>
                  <a:lnTo>
                    <a:pt x="292852" y="136363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8"/>
                  </a:lnTo>
                  <a:lnTo>
                    <a:pt x="292852" y="363268"/>
                  </a:lnTo>
                  <a:lnTo>
                    <a:pt x="292852" y="216909"/>
                  </a:lnTo>
                  <a:lnTo>
                    <a:pt x="99377" y="216909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A48824D1-BA7B-10F7-1E91-7B7A34505EFF}"/>
                </a:ext>
              </a:extLst>
            </p:cNvPr>
            <p:cNvSpPr/>
            <p:nvPr/>
          </p:nvSpPr>
          <p:spPr>
            <a:xfrm>
              <a:off x="2737751" y="1986147"/>
              <a:ext cx="454178" cy="379248"/>
            </a:xfrm>
            <a:custGeom>
              <a:avLst/>
              <a:gdLst>
                <a:gd name="connsiteX0" fmla="*/ 123162 w 435041"/>
                <a:gd name="connsiteY0" fmla="*/ 363268 h 363268"/>
                <a:gd name="connsiteX1" fmla="*/ 177614 w 435041"/>
                <a:gd name="connsiteY1" fmla="*/ 270611 h 363268"/>
                <a:gd name="connsiteX2" fmla="*/ 0 w 435041"/>
                <a:gd name="connsiteY2" fmla="*/ 0 h 363268"/>
                <a:gd name="connsiteX3" fmla="*/ 109425 w 435041"/>
                <a:gd name="connsiteY3" fmla="*/ 0 h 363268"/>
                <a:gd name="connsiteX4" fmla="*/ 229420 w 435041"/>
                <a:gd name="connsiteY4" fmla="*/ 183211 h 363268"/>
                <a:gd name="connsiteX5" fmla="*/ 337242 w 435041"/>
                <a:gd name="connsiteY5" fmla="*/ 0 h 363268"/>
                <a:gd name="connsiteX6" fmla="*/ 435042 w 435041"/>
                <a:gd name="connsiteY6" fmla="*/ 0 h 363268"/>
                <a:gd name="connsiteX7" fmla="*/ 220427 w 435041"/>
                <a:gd name="connsiteY7" fmla="*/ 363268 h 363268"/>
                <a:gd name="connsiteX8" fmla="*/ 123162 w 435041"/>
                <a:gd name="connsiteY8" fmla="*/ 363268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041" h="363268">
                  <a:moveTo>
                    <a:pt x="123162" y="363268"/>
                  </a:moveTo>
                  <a:lnTo>
                    <a:pt x="177614" y="270611"/>
                  </a:lnTo>
                  <a:lnTo>
                    <a:pt x="0" y="0"/>
                  </a:lnTo>
                  <a:lnTo>
                    <a:pt x="109425" y="0"/>
                  </a:lnTo>
                  <a:lnTo>
                    <a:pt x="229420" y="183211"/>
                  </a:lnTo>
                  <a:lnTo>
                    <a:pt x="337242" y="0"/>
                  </a:lnTo>
                  <a:lnTo>
                    <a:pt x="435042" y="0"/>
                  </a:lnTo>
                  <a:lnTo>
                    <a:pt x="220427" y="363268"/>
                  </a:lnTo>
                  <a:lnTo>
                    <a:pt x="123162" y="363268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E3E6F0D-4F7B-C5FE-F074-4ACB5B919561}"/>
                </a:ext>
              </a:extLst>
            </p:cNvPr>
            <p:cNvSpPr/>
            <p:nvPr/>
          </p:nvSpPr>
          <p:spPr>
            <a:xfrm>
              <a:off x="7767078" y="1292317"/>
              <a:ext cx="418856" cy="502916"/>
            </a:xfrm>
            <a:custGeom>
              <a:avLst/>
              <a:gdLst>
                <a:gd name="connsiteX0" fmla="*/ 301831 w 401207"/>
                <a:gd name="connsiteY0" fmla="*/ 240076 h 481725"/>
                <a:gd name="connsiteX1" fmla="*/ 106779 w 401207"/>
                <a:gd name="connsiteY1" fmla="*/ 481726 h 481725"/>
                <a:gd name="connsiteX2" fmla="*/ 0 w 401207"/>
                <a:gd name="connsiteY2" fmla="*/ 481726 h 481725"/>
                <a:gd name="connsiteX3" fmla="*/ 0 w 401207"/>
                <a:gd name="connsiteY3" fmla="*/ 118459 h 481725"/>
                <a:gd name="connsiteX4" fmla="*/ 99377 w 401207"/>
                <a:gd name="connsiteY4" fmla="*/ 118459 h 481725"/>
                <a:gd name="connsiteX5" fmla="*/ 99377 w 401207"/>
                <a:gd name="connsiteY5" fmla="*/ 360114 h 481725"/>
                <a:gd name="connsiteX6" fmla="*/ 294429 w 401207"/>
                <a:gd name="connsiteY6" fmla="*/ 118459 h 481725"/>
                <a:gd name="connsiteX7" fmla="*/ 401208 w 401207"/>
                <a:gd name="connsiteY7" fmla="*/ 118459 h 481725"/>
                <a:gd name="connsiteX8" fmla="*/ 401208 w 401207"/>
                <a:gd name="connsiteY8" fmla="*/ 481726 h 481725"/>
                <a:gd name="connsiteX9" fmla="*/ 301831 w 401207"/>
                <a:gd name="connsiteY9" fmla="*/ 481726 h 481725"/>
                <a:gd name="connsiteX10" fmla="*/ 301831 w 401207"/>
                <a:gd name="connsiteY10" fmla="*/ 240076 h 481725"/>
                <a:gd name="connsiteX11" fmla="*/ 78759 w 401207"/>
                <a:gd name="connsiteY11" fmla="*/ 0 h 481725"/>
                <a:gd name="connsiteX12" fmla="*/ 158051 w 401207"/>
                <a:gd name="connsiteY12" fmla="*/ 0 h 481725"/>
                <a:gd name="connsiteX13" fmla="*/ 170211 w 401207"/>
                <a:gd name="connsiteY13" fmla="*/ 30009 h 481725"/>
                <a:gd name="connsiteX14" fmla="*/ 201933 w 401207"/>
                <a:gd name="connsiteY14" fmla="*/ 38959 h 481725"/>
                <a:gd name="connsiteX15" fmla="*/ 233642 w 401207"/>
                <a:gd name="connsiteY15" fmla="*/ 30009 h 481725"/>
                <a:gd name="connsiteX16" fmla="*/ 245268 w 401207"/>
                <a:gd name="connsiteY16" fmla="*/ 0 h 481725"/>
                <a:gd name="connsiteX17" fmla="*/ 325095 w 401207"/>
                <a:gd name="connsiteY17" fmla="*/ 0 h 481725"/>
                <a:gd name="connsiteX18" fmla="*/ 293373 w 401207"/>
                <a:gd name="connsiteY18" fmla="*/ 68970 h 481725"/>
                <a:gd name="connsiteX19" fmla="*/ 201933 w 401207"/>
                <a:gd name="connsiteY19" fmla="*/ 92134 h 481725"/>
                <a:gd name="connsiteX20" fmla="*/ 110480 w 401207"/>
                <a:gd name="connsiteY20" fmla="*/ 68970 h 481725"/>
                <a:gd name="connsiteX21" fmla="*/ 78759 w 401207"/>
                <a:gd name="connsiteY21" fmla="*/ 0 h 48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207" h="481725">
                  <a:moveTo>
                    <a:pt x="301831" y="240076"/>
                  </a:moveTo>
                  <a:lnTo>
                    <a:pt x="106779" y="481726"/>
                  </a:lnTo>
                  <a:lnTo>
                    <a:pt x="0" y="481726"/>
                  </a:lnTo>
                  <a:lnTo>
                    <a:pt x="0" y="118459"/>
                  </a:lnTo>
                  <a:lnTo>
                    <a:pt x="99377" y="118459"/>
                  </a:lnTo>
                  <a:lnTo>
                    <a:pt x="99377" y="360114"/>
                  </a:lnTo>
                  <a:lnTo>
                    <a:pt x="294429" y="118459"/>
                  </a:lnTo>
                  <a:lnTo>
                    <a:pt x="401208" y="118459"/>
                  </a:lnTo>
                  <a:lnTo>
                    <a:pt x="401208" y="481726"/>
                  </a:lnTo>
                  <a:lnTo>
                    <a:pt x="301831" y="481726"/>
                  </a:lnTo>
                  <a:lnTo>
                    <a:pt x="301831" y="240076"/>
                  </a:lnTo>
                  <a:close/>
                  <a:moveTo>
                    <a:pt x="78759" y="0"/>
                  </a:moveTo>
                  <a:lnTo>
                    <a:pt x="158051" y="0"/>
                  </a:lnTo>
                  <a:cubicBezTo>
                    <a:pt x="159107" y="14215"/>
                    <a:pt x="163342" y="24218"/>
                    <a:pt x="170211" y="30009"/>
                  </a:cubicBezTo>
                  <a:cubicBezTo>
                    <a:pt x="177080" y="35801"/>
                    <a:pt x="187662" y="38959"/>
                    <a:pt x="201933" y="38959"/>
                  </a:cubicBezTo>
                  <a:cubicBezTo>
                    <a:pt x="216204" y="38959"/>
                    <a:pt x="226774" y="35801"/>
                    <a:pt x="233642" y="30009"/>
                  </a:cubicBezTo>
                  <a:cubicBezTo>
                    <a:pt x="240511" y="24218"/>
                    <a:pt x="244747" y="14215"/>
                    <a:pt x="245268" y="0"/>
                  </a:cubicBezTo>
                  <a:lnTo>
                    <a:pt x="325095" y="0"/>
                  </a:lnTo>
                  <a:cubicBezTo>
                    <a:pt x="324040" y="30536"/>
                    <a:pt x="313457" y="53702"/>
                    <a:pt x="293373" y="68970"/>
                  </a:cubicBezTo>
                  <a:cubicBezTo>
                    <a:pt x="273289" y="84238"/>
                    <a:pt x="242635" y="92134"/>
                    <a:pt x="201933" y="92134"/>
                  </a:cubicBezTo>
                  <a:cubicBezTo>
                    <a:pt x="161231" y="92134"/>
                    <a:pt x="130565" y="84238"/>
                    <a:pt x="110480" y="68970"/>
                  </a:cubicBezTo>
                  <a:cubicBezTo>
                    <a:pt x="89863" y="53702"/>
                    <a:pt x="79293" y="30536"/>
                    <a:pt x="78759" y="0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1A34A5CB-F97A-A515-A005-62F4B74773DB}"/>
                </a:ext>
              </a:extLst>
            </p:cNvPr>
            <p:cNvSpPr/>
            <p:nvPr/>
          </p:nvSpPr>
          <p:spPr>
            <a:xfrm>
              <a:off x="7120274" y="1415987"/>
              <a:ext cx="540266" cy="379246"/>
            </a:xfrm>
            <a:custGeom>
              <a:avLst/>
              <a:gdLst>
                <a:gd name="connsiteX0" fmla="*/ 0 w 517501"/>
                <a:gd name="connsiteY0" fmla="*/ 0 h 363266"/>
                <a:gd name="connsiteX1" fmla="*/ 99377 w 517501"/>
                <a:gd name="connsiteY1" fmla="*/ 0 h 363266"/>
                <a:gd name="connsiteX2" fmla="*/ 99377 w 517501"/>
                <a:gd name="connsiteY2" fmla="*/ 112667 h 363266"/>
                <a:gd name="connsiteX3" fmla="*/ 248436 w 517501"/>
                <a:gd name="connsiteY3" fmla="*/ 112667 h 363266"/>
                <a:gd name="connsiteX4" fmla="*/ 348868 w 517501"/>
                <a:gd name="connsiteY4" fmla="*/ 145836 h 363266"/>
                <a:gd name="connsiteX5" fmla="*/ 381111 w 517501"/>
                <a:gd name="connsiteY5" fmla="*/ 238496 h 363266"/>
                <a:gd name="connsiteX6" fmla="*/ 348868 w 517501"/>
                <a:gd name="connsiteY6" fmla="*/ 330101 h 363266"/>
                <a:gd name="connsiteX7" fmla="*/ 248436 w 517501"/>
                <a:gd name="connsiteY7" fmla="*/ 363267 h 363266"/>
                <a:gd name="connsiteX8" fmla="*/ 0 w 517501"/>
                <a:gd name="connsiteY8" fmla="*/ 363267 h 363266"/>
                <a:gd name="connsiteX9" fmla="*/ 0 w 517501"/>
                <a:gd name="connsiteY9" fmla="*/ 0 h 363266"/>
                <a:gd name="connsiteX10" fmla="*/ 280158 w 517501"/>
                <a:gd name="connsiteY10" fmla="*/ 245867 h 363266"/>
                <a:gd name="connsiteX11" fmla="*/ 280158 w 517501"/>
                <a:gd name="connsiteY11" fmla="*/ 229546 h 363266"/>
                <a:gd name="connsiteX12" fmla="*/ 269053 w 517501"/>
                <a:gd name="connsiteY12" fmla="*/ 201116 h 363266"/>
                <a:gd name="connsiteX13" fmla="*/ 233109 w 517501"/>
                <a:gd name="connsiteY13" fmla="*/ 190587 h 363266"/>
                <a:gd name="connsiteX14" fmla="*/ 99377 w 517501"/>
                <a:gd name="connsiteY14" fmla="*/ 190587 h 363266"/>
                <a:gd name="connsiteX15" fmla="*/ 99377 w 517501"/>
                <a:gd name="connsiteY15" fmla="*/ 285356 h 363266"/>
                <a:gd name="connsiteX16" fmla="*/ 233109 w 517501"/>
                <a:gd name="connsiteY16" fmla="*/ 285356 h 363266"/>
                <a:gd name="connsiteX17" fmla="*/ 269053 w 517501"/>
                <a:gd name="connsiteY17" fmla="*/ 274296 h 363266"/>
                <a:gd name="connsiteX18" fmla="*/ 280158 w 517501"/>
                <a:gd name="connsiteY18" fmla="*/ 245867 h 363266"/>
                <a:gd name="connsiteX19" fmla="*/ 418125 w 517501"/>
                <a:gd name="connsiteY19" fmla="*/ 0 h 363266"/>
                <a:gd name="connsiteX20" fmla="*/ 517502 w 517501"/>
                <a:gd name="connsiteY20" fmla="*/ 0 h 363266"/>
                <a:gd name="connsiteX21" fmla="*/ 517502 w 517501"/>
                <a:gd name="connsiteY21" fmla="*/ 363267 h 363266"/>
                <a:gd name="connsiteX22" fmla="*/ 418125 w 517501"/>
                <a:gd name="connsiteY22" fmla="*/ 363267 h 363266"/>
                <a:gd name="connsiteX23" fmla="*/ 418125 w 517501"/>
                <a:gd name="connsiteY23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7501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36" y="112667"/>
                  </a:lnTo>
                  <a:cubicBezTo>
                    <a:pt x="293373" y="112667"/>
                    <a:pt x="327194" y="123723"/>
                    <a:pt x="348868" y="145836"/>
                  </a:cubicBezTo>
                  <a:cubicBezTo>
                    <a:pt x="370542" y="167948"/>
                    <a:pt x="381111" y="199010"/>
                    <a:pt x="381111" y="238496"/>
                  </a:cubicBezTo>
                  <a:cubicBezTo>
                    <a:pt x="381111" y="277451"/>
                    <a:pt x="370542" y="307994"/>
                    <a:pt x="348868" y="330101"/>
                  </a:cubicBezTo>
                  <a:cubicBezTo>
                    <a:pt x="327194" y="352220"/>
                    <a:pt x="293373" y="363267"/>
                    <a:pt x="248436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7" y="208487"/>
                    <a:pt x="269053" y="201116"/>
                  </a:cubicBezTo>
                  <a:cubicBezTo>
                    <a:pt x="261129" y="194272"/>
                    <a:pt x="249491" y="190587"/>
                    <a:pt x="233109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09" y="285356"/>
                  </a:lnTo>
                  <a:cubicBezTo>
                    <a:pt x="249491" y="285356"/>
                    <a:pt x="261129" y="281669"/>
                    <a:pt x="269053" y="274296"/>
                  </a:cubicBezTo>
                  <a:cubicBezTo>
                    <a:pt x="276457" y="267455"/>
                    <a:pt x="280158" y="257977"/>
                    <a:pt x="280158" y="245867"/>
                  </a:cubicBezTo>
                  <a:close/>
                  <a:moveTo>
                    <a:pt x="418125" y="0"/>
                  </a:moveTo>
                  <a:lnTo>
                    <a:pt x="517502" y="0"/>
                  </a:lnTo>
                  <a:lnTo>
                    <a:pt x="517502" y="363267"/>
                  </a:lnTo>
                  <a:lnTo>
                    <a:pt x="418125" y="363267"/>
                  </a:lnTo>
                  <a:lnTo>
                    <a:pt x="418125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C15598F6-5765-A83C-BC4B-C99206AD2B59}"/>
                </a:ext>
              </a:extLst>
            </p:cNvPr>
            <p:cNvSpPr/>
            <p:nvPr/>
          </p:nvSpPr>
          <p:spPr>
            <a:xfrm>
              <a:off x="6604959" y="1415987"/>
              <a:ext cx="409468" cy="379246"/>
            </a:xfrm>
            <a:custGeom>
              <a:avLst/>
              <a:gdLst>
                <a:gd name="connsiteX0" fmla="*/ 0 w 392215"/>
                <a:gd name="connsiteY0" fmla="*/ 0 h 363266"/>
                <a:gd name="connsiteX1" fmla="*/ 99377 w 392215"/>
                <a:gd name="connsiteY1" fmla="*/ 0 h 363266"/>
                <a:gd name="connsiteX2" fmla="*/ 99377 w 392215"/>
                <a:gd name="connsiteY2" fmla="*/ 136358 h 363266"/>
                <a:gd name="connsiteX3" fmla="*/ 292839 w 392215"/>
                <a:gd name="connsiteY3" fmla="*/ 136358 h 363266"/>
                <a:gd name="connsiteX4" fmla="*/ 292839 w 392215"/>
                <a:gd name="connsiteY4" fmla="*/ 0 h 363266"/>
                <a:gd name="connsiteX5" fmla="*/ 392216 w 392215"/>
                <a:gd name="connsiteY5" fmla="*/ 0 h 363266"/>
                <a:gd name="connsiteX6" fmla="*/ 392216 w 392215"/>
                <a:gd name="connsiteY6" fmla="*/ 363267 h 363266"/>
                <a:gd name="connsiteX7" fmla="*/ 292839 w 392215"/>
                <a:gd name="connsiteY7" fmla="*/ 363267 h 363266"/>
                <a:gd name="connsiteX8" fmla="*/ 292839 w 392215"/>
                <a:gd name="connsiteY8" fmla="*/ 216911 h 363266"/>
                <a:gd name="connsiteX9" fmla="*/ 99377 w 392215"/>
                <a:gd name="connsiteY9" fmla="*/ 216911 h 363266"/>
                <a:gd name="connsiteX10" fmla="*/ 99377 w 392215"/>
                <a:gd name="connsiteY10" fmla="*/ 363267 h 363266"/>
                <a:gd name="connsiteX11" fmla="*/ 0 w 392215"/>
                <a:gd name="connsiteY11" fmla="*/ 363267 h 363266"/>
                <a:gd name="connsiteX12" fmla="*/ 0 w 392215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15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39" y="136358"/>
                  </a:lnTo>
                  <a:lnTo>
                    <a:pt x="292839" y="0"/>
                  </a:lnTo>
                  <a:lnTo>
                    <a:pt x="392216" y="0"/>
                  </a:lnTo>
                  <a:lnTo>
                    <a:pt x="392216" y="363267"/>
                  </a:lnTo>
                  <a:lnTo>
                    <a:pt x="292839" y="363267"/>
                  </a:lnTo>
                  <a:lnTo>
                    <a:pt x="292839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9416242-5E71-6EF8-345A-BA7DEF041C9D}"/>
                </a:ext>
              </a:extLst>
            </p:cNvPr>
            <p:cNvSpPr/>
            <p:nvPr/>
          </p:nvSpPr>
          <p:spPr>
            <a:xfrm>
              <a:off x="6136784" y="1415987"/>
              <a:ext cx="397889" cy="379246"/>
            </a:xfrm>
            <a:custGeom>
              <a:avLst/>
              <a:gdLst>
                <a:gd name="connsiteX0" fmla="*/ 0 w 381124"/>
                <a:gd name="connsiteY0" fmla="*/ 0 h 363266"/>
                <a:gd name="connsiteX1" fmla="*/ 99377 w 381124"/>
                <a:gd name="connsiteY1" fmla="*/ 0 h 363266"/>
                <a:gd name="connsiteX2" fmla="*/ 99377 w 381124"/>
                <a:gd name="connsiteY2" fmla="*/ 112667 h 363266"/>
                <a:gd name="connsiteX3" fmla="*/ 248448 w 381124"/>
                <a:gd name="connsiteY3" fmla="*/ 112667 h 363266"/>
                <a:gd name="connsiteX4" fmla="*/ 348880 w 381124"/>
                <a:gd name="connsiteY4" fmla="*/ 145836 h 363266"/>
                <a:gd name="connsiteX5" fmla="*/ 381124 w 381124"/>
                <a:gd name="connsiteY5" fmla="*/ 238496 h 363266"/>
                <a:gd name="connsiteX6" fmla="*/ 348880 w 381124"/>
                <a:gd name="connsiteY6" fmla="*/ 330101 h 363266"/>
                <a:gd name="connsiteX7" fmla="*/ 248448 w 381124"/>
                <a:gd name="connsiteY7" fmla="*/ 363267 h 363266"/>
                <a:gd name="connsiteX8" fmla="*/ 0 w 381124"/>
                <a:gd name="connsiteY8" fmla="*/ 363267 h 363266"/>
                <a:gd name="connsiteX9" fmla="*/ 0 w 381124"/>
                <a:gd name="connsiteY9" fmla="*/ 0 h 363266"/>
                <a:gd name="connsiteX10" fmla="*/ 280158 w 381124"/>
                <a:gd name="connsiteY10" fmla="*/ 245867 h 363266"/>
                <a:gd name="connsiteX11" fmla="*/ 280158 w 381124"/>
                <a:gd name="connsiteY11" fmla="*/ 229546 h 363266"/>
                <a:gd name="connsiteX12" fmla="*/ 269066 w 381124"/>
                <a:gd name="connsiteY12" fmla="*/ 201116 h 363266"/>
                <a:gd name="connsiteX13" fmla="*/ 233121 w 381124"/>
                <a:gd name="connsiteY13" fmla="*/ 190587 h 363266"/>
                <a:gd name="connsiteX14" fmla="*/ 99377 w 381124"/>
                <a:gd name="connsiteY14" fmla="*/ 190587 h 363266"/>
                <a:gd name="connsiteX15" fmla="*/ 99377 w 381124"/>
                <a:gd name="connsiteY15" fmla="*/ 285356 h 363266"/>
                <a:gd name="connsiteX16" fmla="*/ 233121 w 381124"/>
                <a:gd name="connsiteY16" fmla="*/ 285356 h 363266"/>
                <a:gd name="connsiteX17" fmla="*/ 269066 w 381124"/>
                <a:gd name="connsiteY17" fmla="*/ 274296 h 363266"/>
                <a:gd name="connsiteX18" fmla="*/ 280158 w 381124"/>
                <a:gd name="connsiteY18" fmla="*/ 245867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124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48" y="112667"/>
                  </a:lnTo>
                  <a:cubicBezTo>
                    <a:pt x="293373" y="112667"/>
                    <a:pt x="327207" y="123723"/>
                    <a:pt x="348880" y="145836"/>
                  </a:cubicBezTo>
                  <a:cubicBezTo>
                    <a:pt x="370554" y="167948"/>
                    <a:pt x="381124" y="199010"/>
                    <a:pt x="381124" y="238496"/>
                  </a:cubicBezTo>
                  <a:cubicBezTo>
                    <a:pt x="381124" y="277451"/>
                    <a:pt x="370554" y="307994"/>
                    <a:pt x="348880" y="330101"/>
                  </a:cubicBezTo>
                  <a:cubicBezTo>
                    <a:pt x="327207" y="352220"/>
                    <a:pt x="293373" y="363267"/>
                    <a:pt x="248448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6" y="208487"/>
                    <a:pt x="269066" y="201116"/>
                  </a:cubicBezTo>
                  <a:cubicBezTo>
                    <a:pt x="261129" y="194272"/>
                    <a:pt x="249504" y="190587"/>
                    <a:pt x="233121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21" y="285356"/>
                  </a:lnTo>
                  <a:cubicBezTo>
                    <a:pt x="249504" y="285356"/>
                    <a:pt x="261129" y="281669"/>
                    <a:pt x="269066" y="274296"/>
                  </a:cubicBezTo>
                  <a:cubicBezTo>
                    <a:pt x="276456" y="267455"/>
                    <a:pt x="280158" y="257977"/>
                    <a:pt x="280158" y="24586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BCE4396-77A2-8732-609D-BF8539E022C4}"/>
                </a:ext>
              </a:extLst>
            </p:cNvPr>
            <p:cNvSpPr/>
            <p:nvPr/>
          </p:nvSpPr>
          <p:spPr>
            <a:xfrm>
              <a:off x="5605175" y="1415987"/>
              <a:ext cx="425470" cy="379246"/>
            </a:xfrm>
            <a:custGeom>
              <a:avLst/>
              <a:gdLst>
                <a:gd name="connsiteX0" fmla="*/ 0 w 407542"/>
                <a:gd name="connsiteY0" fmla="*/ 276399 h 363266"/>
                <a:gd name="connsiteX1" fmla="*/ 10036 w 407542"/>
                <a:gd name="connsiteY1" fmla="*/ 276399 h 363266"/>
                <a:gd name="connsiteX2" fmla="*/ 54973 w 407542"/>
                <a:gd name="connsiteY2" fmla="*/ 246394 h 363266"/>
                <a:gd name="connsiteX3" fmla="*/ 64487 w 407542"/>
                <a:gd name="connsiteY3" fmla="*/ 150574 h 363266"/>
                <a:gd name="connsiteX4" fmla="*/ 64487 w 407542"/>
                <a:gd name="connsiteY4" fmla="*/ 0 h 363266"/>
                <a:gd name="connsiteX5" fmla="*/ 407542 w 407542"/>
                <a:gd name="connsiteY5" fmla="*/ 0 h 363266"/>
                <a:gd name="connsiteX6" fmla="*/ 407542 w 407542"/>
                <a:gd name="connsiteY6" fmla="*/ 363267 h 363266"/>
                <a:gd name="connsiteX7" fmla="*/ 308166 w 407542"/>
                <a:gd name="connsiteY7" fmla="*/ 363267 h 363266"/>
                <a:gd name="connsiteX8" fmla="*/ 308166 w 407542"/>
                <a:gd name="connsiteY8" fmla="*/ 80552 h 363266"/>
                <a:gd name="connsiteX9" fmla="*/ 156983 w 407542"/>
                <a:gd name="connsiteY9" fmla="*/ 80552 h 363266"/>
                <a:gd name="connsiteX10" fmla="*/ 156983 w 407542"/>
                <a:gd name="connsiteY10" fmla="*/ 150574 h 363266"/>
                <a:gd name="connsiteX11" fmla="*/ 151704 w 407542"/>
                <a:gd name="connsiteY11" fmla="*/ 249552 h 363266"/>
                <a:gd name="connsiteX12" fmla="*/ 132142 w 407542"/>
                <a:gd name="connsiteY12" fmla="*/ 315367 h 363266"/>
                <a:gd name="connsiteX13" fmla="*/ 92496 w 407542"/>
                <a:gd name="connsiteY13" fmla="*/ 351688 h 363266"/>
                <a:gd name="connsiteX14" fmla="*/ 27486 w 407542"/>
                <a:gd name="connsiteY14" fmla="*/ 363267 h 363266"/>
                <a:gd name="connsiteX15" fmla="*/ 0 w 407542"/>
                <a:gd name="connsiteY15" fmla="*/ 363267 h 363266"/>
                <a:gd name="connsiteX16" fmla="*/ 0 w 407542"/>
                <a:gd name="connsiteY16" fmla="*/ 276399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7542" h="363266">
                  <a:moveTo>
                    <a:pt x="0" y="276399"/>
                  </a:moveTo>
                  <a:lnTo>
                    <a:pt x="10036" y="276399"/>
                  </a:lnTo>
                  <a:cubicBezTo>
                    <a:pt x="33299" y="276399"/>
                    <a:pt x="48092" y="266404"/>
                    <a:pt x="54973" y="246394"/>
                  </a:cubicBezTo>
                  <a:cubicBezTo>
                    <a:pt x="61308" y="226387"/>
                    <a:pt x="64487" y="194272"/>
                    <a:pt x="64487" y="150574"/>
                  </a:cubicBezTo>
                  <a:lnTo>
                    <a:pt x="64487" y="0"/>
                  </a:lnTo>
                  <a:lnTo>
                    <a:pt x="407542" y="0"/>
                  </a:lnTo>
                  <a:lnTo>
                    <a:pt x="407542" y="363267"/>
                  </a:lnTo>
                  <a:lnTo>
                    <a:pt x="308166" y="363267"/>
                  </a:lnTo>
                  <a:lnTo>
                    <a:pt x="308166" y="80552"/>
                  </a:lnTo>
                  <a:lnTo>
                    <a:pt x="156983" y="80552"/>
                  </a:lnTo>
                  <a:lnTo>
                    <a:pt x="156983" y="150574"/>
                  </a:lnTo>
                  <a:cubicBezTo>
                    <a:pt x="156983" y="189534"/>
                    <a:pt x="155406" y="222701"/>
                    <a:pt x="151704" y="249552"/>
                  </a:cubicBezTo>
                  <a:cubicBezTo>
                    <a:pt x="148003" y="276931"/>
                    <a:pt x="141656" y="299038"/>
                    <a:pt x="132142" y="315367"/>
                  </a:cubicBezTo>
                  <a:cubicBezTo>
                    <a:pt x="122106" y="332216"/>
                    <a:pt x="108891" y="344315"/>
                    <a:pt x="92496" y="351688"/>
                  </a:cubicBezTo>
                  <a:cubicBezTo>
                    <a:pt x="75579" y="359593"/>
                    <a:pt x="53917" y="363267"/>
                    <a:pt x="27486" y="363267"/>
                  </a:cubicBezTo>
                  <a:lnTo>
                    <a:pt x="0" y="363267"/>
                  </a:lnTo>
                  <a:lnTo>
                    <a:pt x="0" y="27639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3A8A521E-AA04-AE65-B13F-486A829CB990}"/>
                </a:ext>
              </a:extLst>
            </p:cNvPr>
            <p:cNvSpPr/>
            <p:nvPr/>
          </p:nvSpPr>
          <p:spPr>
            <a:xfrm>
              <a:off x="5096605" y="1415987"/>
              <a:ext cx="471282" cy="379246"/>
            </a:xfrm>
            <a:custGeom>
              <a:avLst/>
              <a:gdLst>
                <a:gd name="connsiteX0" fmla="*/ 157517 w 451424"/>
                <a:gd name="connsiteY0" fmla="*/ 0 h 363266"/>
                <a:gd name="connsiteX1" fmla="*/ 294429 w 451424"/>
                <a:gd name="connsiteY1" fmla="*/ 0 h 363266"/>
                <a:gd name="connsiteX2" fmla="*/ 451424 w 451424"/>
                <a:gd name="connsiteY2" fmla="*/ 363267 h 363266"/>
                <a:gd name="connsiteX3" fmla="*/ 347812 w 451424"/>
                <a:gd name="connsiteY3" fmla="*/ 363267 h 363266"/>
                <a:gd name="connsiteX4" fmla="*/ 313457 w 451424"/>
                <a:gd name="connsiteY4" fmla="*/ 282721 h 363266"/>
                <a:gd name="connsiteX5" fmla="*/ 127385 w 451424"/>
                <a:gd name="connsiteY5" fmla="*/ 282721 h 363266"/>
                <a:gd name="connsiteX6" fmla="*/ 93030 w 451424"/>
                <a:gd name="connsiteY6" fmla="*/ 363267 h 363266"/>
                <a:gd name="connsiteX7" fmla="*/ 0 w 451424"/>
                <a:gd name="connsiteY7" fmla="*/ 363267 h 363266"/>
                <a:gd name="connsiteX8" fmla="*/ 157517 w 451424"/>
                <a:gd name="connsiteY8" fmla="*/ 0 h 363266"/>
                <a:gd name="connsiteX9" fmla="*/ 158051 w 451424"/>
                <a:gd name="connsiteY9" fmla="*/ 211120 h 363266"/>
                <a:gd name="connsiteX10" fmla="*/ 282803 w 451424"/>
                <a:gd name="connsiteY10" fmla="*/ 211120 h 363266"/>
                <a:gd name="connsiteX11" fmla="*/ 220428 w 451424"/>
                <a:gd name="connsiteY11" fmla="*/ 64757 h 363266"/>
                <a:gd name="connsiteX12" fmla="*/ 158051 w 451424"/>
                <a:gd name="connsiteY12" fmla="*/ 21112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1424" h="363266">
                  <a:moveTo>
                    <a:pt x="157517" y="0"/>
                  </a:moveTo>
                  <a:lnTo>
                    <a:pt x="294429" y="0"/>
                  </a:lnTo>
                  <a:lnTo>
                    <a:pt x="451424" y="363267"/>
                  </a:lnTo>
                  <a:lnTo>
                    <a:pt x="347812" y="363267"/>
                  </a:lnTo>
                  <a:lnTo>
                    <a:pt x="313457" y="282721"/>
                  </a:lnTo>
                  <a:lnTo>
                    <a:pt x="127385" y="282721"/>
                  </a:lnTo>
                  <a:lnTo>
                    <a:pt x="93030" y="363267"/>
                  </a:lnTo>
                  <a:lnTo>
                    <a:pt x="0" y="363267"/>
                  </a:lnTo>
                  <a:lnTo>
                    <a:pt x="157517" y="0"/>
                  </a:lnTo>
                  <a:close/>
                  <a:moveTo>
                    <a:pt x="158051" y="211120"/>
                  </a:moveTo>
                  <a:lnTo>
                    <a:pt x="282803" y="211120"/>
                  </a:lnTo>
                  <a:lnTo>
                    <a:pt x="220428" y="64757"/>
                  </a:lnTo>
                  <a:lnTo>
                    <a:pt x="158051" y="21112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C9300A3-3C38-F0F5-1A2D-9D00DCD71C7C}"/>
                </a:ext>
              </a:extLst>
            </p:cNvPr>
            <p:cNvSpPr/>
            <p:nvPr/>
          </p:nvSpPr>
          <p:spPr>
            <a:xfrm>
              <a:off x="4704280" y="1415987"/>
              <a:ext cx="398433" cy="379246"/>
            </a:xfrm>
            <a:custGeom>
              <a:avLst/>
              <a:gdLst>
                <a:gd name="connsiteX0" fmla="*/ 0 w 381645"/>
                <a:gd name="connsiteY0" fmla="*/ 0 h 363266"/>
                <a:gd name="connsiteX1" fmla="*/ 248969 w 381645"/>
                <a:gd name="connsiteY1" fmla="*/ 0 h 363266"/>
                <a:gd name="connsiteX2" fmla="*/ 349402 w 381645"/>
                <a:gd name="connsiteY2" fmla="*/ 33169 h 363266"/>
                <a:gd name="connsiteX3" fmla="*/ 381646 w 381645"/>
                <a:gd name="connsiteY3" fmla="*/ 124777 h 363266"/>
                <a:gd name="connsiteX4" fmla="*/ 349402 w 381645"/>
                <a:gd name="connsiteY4" fmla="*/ 217963 h 363266"/>
                <a:gd name="connsiteX5" fmla="*/ 248969 w 381645"/>
                <a:gd name="connsiteY5" fmla="*/ 251132 h 363266"/>
                <a:gd name="connsiteX6" fmla="*/ 99377 w 381645"/>
                <a:gd name="connsiteY6" fmla="*/ 251132 h 363266"/>
                <a:gd name="connsiteX7" fmla="*/ 99377 w 381645"/>
                <a:gd name="connsiteY7" fmla="*/ 363267 h 363266"/>
                <a:gd name="connsiteX8" fmla="*/ 0 w 381645"/>
                <a:gd name="connsiteY8" fmla="*/ 363267 h 363266"/>
                <a:gd name="connsiteX9" fmla="*/ 0 w 381645"/>
                <a:gd name="connsiteY9" fmla="*/ 0 h 363266"/>
                <a:gd name="connsiteX10" fmla="*/ 280679 w 381645"/>
                <a:gd name="connsiteY10" fmla="*/ 132673 h 363266"/>
                <a:gd name="connsiteX11" fmla="*/ 280679 w 381645"/>
                <a:gd name="connsiteY11" fmla="*/ 117932 h 363266"/>
                <a:gd name="connsiteX12" fmla="*/ 270109 w 381645"/>
                <a:gd name="connsiteY12" fmla="*/ 88449 h 363266"/>
                <a:gd name="connsiteX13" fmla="*/ 234698 w 381645"/>
                <a:gd name="connsiteY13" fmla="*/ 76866 h 363266"/>
                <a:gd name="connsiteX14" fmla="*/ 99377 w 381645"/>
                <a:gd name="connsiteY14" fmla="*/ 76866 h 363266"/>
                <a:gd name="connsiteX15" fmla="*/ 99377 w 381645"/>
                <a:gd name="connsiteY15" fmla="*/ 174266 h 363266"/>
                <a:gd name="connsiteX16" fmla="*/ 234698 w 381645"/>
                <a:gd name="connsiteY16" fmla="*/ 174266 h 363266"/>
                <a:gd name="connsiteX17" fmla="*/ 270109 w 381645"/>
                <a:gd name="connsiteY17" fmla="*/ 162683 h 363266"/>
                <a:gd name="connsiteX18" fmla="*/ 280679 w 381645"/>
                <a:gd name="connsiteY18" fmla="*/ 132673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45" h="363266">
                  <a:moveTo>
                    <a:pt x="0" y="0"/>
                  </a:moveTo>
                  <a:lnTo>
                    <a:pt x="248969" y="0"/>
                  </a:lnTo>
                  <a:cubicBezTo>
                    <a:pt x="293894" y="0"/>
                    <a:pt x="327728" y="11056"/>
                    <a:pt x="349402" y="33169"/>
                  </a:cubicBezTo>
                  <a:cubicBezTo>
                    <a:pt x="371076" y="55280"/>
                    <a:pt x="381646" y="85816"/>
                    <a:pt x="381646" y="124777"/>
                  </a:cubicBezTo>
                  <a:cubicBezTo>
                    <a:pt x="381646" y="164789"/>
                    <a:pt x="371076" y="195852"/>
                    <a:pt x="349402" y="217963"/>
                  </a:cubicBezTo>
                  <a:cubicBezTo>
                    <a:pt x="327728" y="240076"/>
                    <a:pt x="293894" y="251132"/>
                    <a:pt x="248969" y="251132"/>
                  </a:cubicBezTo>
                  <a:lnTo>
                    <a:pt x="99377" y="251132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679" y="132673"/>
                  </a:moveTo>
                  <a:lnTo>
                    <a:pt x="280679" y="117932"/>
                  </a:lnTo>
                  <a:cubicBezTo>
                    <a:pt x="280679" y="105823"/>
                    <a:pt x="276990" y="96346"/>
                    <a:pt x="270109" y="88449"/>
                  </a:cubicBezTo>
                  <a:cubicBezTo>
                    <a:pt x="262707" y="80552"/>
                    <a:pt x="251081" y="76866"/>
                    <a:pt x="234698" y="76866"/>
                  </a:cubicBezTo>
                  <a:lnTo>
                    <a:pt x="99377" y="76866"/>
                  </a:lnTo>
                  <a:lnTo>
                    <a:pt x="99377" y="174266"/>
                  </a:lnTo>
                  <a:lnTo>
                    <a:pt x="234698" y="174266"/>
                  </a:lnTo>
                  <a:cubicBezTo>
                    <a:pt x="251081" y="174266"/>
                    <a:pt x="262707" y="170581"/>
                    <a:pt x="270109" y="162683"/>
                  </a:cubicBezTo>
                  <a:cubicBezTo>
                    <a:pt x="276990" y="155313"/>
                    <a:pt x="280679" y="145308"/>
                    <a:pt x="280679" y="13267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8764FAE-FF39-6767-C537-5A60C6A493D4}"/>
                </a:ext>
              </a:extLst>
            </p:cNvPr>
            <p:cNvSpPr/>
            <p:nvPr/>
          </p:nvSpPr>
          <p:spPr>
            <a:xfrm>
              <a:off x="4222746" y="1415987"/>
              <a:ext cx="406162" cy="379246"/>
            </a:xfrm>
            <a:custGeom>
              <a:avLst/>
              <a:gdLst>
                <a:gd name="connsiteX0" fmla="*/ 144836 w 389048"/>
                <a:gd name="connsiteY0" fmla="*/ 80552 h 363266"/>
                <a:gd name="connsiteX1" fmla="*/ 0 w 389048"/>
                <a:gd name="connsiteY1" fmla="*/ 80552 h 363266"/>
                <a:gd name="connsiteX2" fmla="*/ 0 w 389048"/>
                <a:gd name="connsiteY2" fmla="*/ 0 h 363266"/>
                <a:gd name="connsiteX3" fmla="*/ 389048 w 389048"/>
                <a:gd name="connsiteY3" fmla="*/ 0 h 363266"/>
                <a:gd name="connsiteX4" fmla="*/ 389048 w 389048"/>
                <a:gd name="connsiteY4" fmla="*/ 80552 h 363266"/>
                <a:gd name="connsiteX5" fmla="*/ 244212 w 389048"/>
                <a:gd name="connsiteY5" fmla="*/ 80552 h 363266"/>
                <a:gd name="connsiteX6" fmla="*/ 244212 w 389048"/>
                <a:gd name="connsiteY6" fmla="*/ 363267 h 363266"/>
                <a:gd name="connsiteX7" fmla="*/ 144836 w 389048"/>
                <a:gd name="connsiteY7" fmla="*/ 363267 h 363266"/>
                <a:gd name="connsiteX8" fmla="*/ 144836 w 389048"/>
                <a:gd name="connsiteY8" fmla="*/ 80552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6">
                  <a:moveTo>
                    <a:pt x="144836" y="80552"/>
                  </a:moveTo>
                  <a:lnTo>
                    <a:pt x="0" y="80552"/>
                  </a:lnTo>
                  <a:lnTo>
                    <a:pt x="0" y="0"/>
                  </a:lnTo>
                  <a:lnTo>
                    <a:pt x="389048" y="0"/>
                  </a:lnTo>
                  <a:lnTo>
                    <a:pt x="389048" y="80552"/>
                  </a:lnTo>
                  <a:lnTo>
                    <a:pt x="244212" y="80552"/>
                  </a:lnTo>
                  <a:lnTo>
                    <a:pt x="244212" y="363267"/>
                  </a:lnTo>
                  <a:lnTo>
                    <a:pt x="144836" y="363267"/>
                  </a:lnTo>
                  <a:lnTo>
                    <a:pt x="144836" y="8055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6E6A798-29C6-195D-8312-E22B04D46A2E}"/>
                </a:ext>
              </a:extLst>
            </p:cNvPr>
            <p:cNvSpPr/>
            <p:nvPr/>
          </p:nvSpPr>
          <p:spPr>
            <a:xfrm>
              <a:off x="3743297" y="1415987"/>
              <a:ext cx="409482" cy="379246"/>
            </a:xfrm>
            <a:custGeom>
              <a:avLst/>
              <a:gdLst>
                <a:gd name="connsiteX0" fmla="*/ 0 w 392228"/>
                <a:gd name="connsiteY0" fmla="*/ 0 h 363266"/>
                <a:gd name="connsiteX1" fmla="*/ 99377 w 392228"/>
                <a:gd name="connsiteY1" fmla="*/ 0 h 363266"/>
                <a:gd name="connsiteX2" fmla="*/ 99377 w 392228"/>
                <a:gd name="connsiteY2" fmla="*/ 136358 h 363266"/>
                <a:gd name="connsiteX3" fmla="*/ 292852 w 392228"/>
                <a:gd name="connsiteY3" fmla="*/ 136358 h 363266"/>
                <a:gd name="connsiteX4" fmla="*/ 292852 w 392228"/>
                <a:gd name="connsiteY4" fmla="*/ 0 h 363266"/>
                <a:gd name="connsiteX5" fmla="*/ 392228 w 392228"/>
                <a:gd name="connsiteY5" fmla="*/ 0 h 363266"/>
                <a:gd name="connsiteX6" fmla="*/ 392228 w 392228"/>
                <a:gd name="connsiteY6" fmla="*/ 363267 h 363266"/>
                <a:gd name="connsiteX7" fmla="*/ 292852 w 392228"/>
                <a:gd name="connsiteY7" fmla="*/ 363267 h 363266"/>
                <a:gd name="connsiteX8" fmla="*/ 292852 w 392228"/>
                <a:gd name="connsiteY8" fmla="*/ 216911 h 363266"/>
                <a:gd name="connsiteX9" fmla="*/ 99377 w 392228"/>
                <a:gd name="connsiteY9" fmla="*/ 216911 h 363266"/>
                <a:gd name="connsiteX10" fmla="*/ 99377 w 392228"/>
                <a:gd name="connsiteY10" fmla="*/ 363267 h 363266"/>
                <a:gd name="connsiteX11" fmla="*/ 0 w 392228"/>
                <a:gd name="connsiteY11" fmla="*/ 363267 h 363266"/>
                <a:gd name="connsiteX12" fmla="*/ 0 w 392228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52" y="136358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7"/>
                  </a:lnTo>
                  <a:lnTo>
                    <a:pt x="292852" y="363267"/>
                  </a:lnTo>
                  <a:lnTo>
                    <a:pt x="292852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14E53DB1-426F-94A5-4F1A-DAC121A22EA5}"/>
                </a:ext>
              </a:extLst>
            </p:cNvPr>
            <p:cNvSpPr/>
            <p:nvPr/>
          </p:nvSpPr>
          <p:spPr>
            <a:xfrm>
              <a:off x="3309489" y="1415987"/>
              <a:ext cx="349328" cy="379246"/>
            </a:xfrm>
            <a:custGeom>
              <a:avLst/>
              <a:gdLst>
                <a:gd name="connsiteX0" fmla="*/ 0 w 334609"/>
                <a:gd name="connsiteY0" fmla="*/ 0 h 363266"/>
                <a:gd name="connsiteX1" fmla="*/ 332498 w 334609"/>
                <a:gd name="connsiteY1" fmla="*/ 0 h 363266"/>
                <a:gd name="connsiteX2" fmla="*/ 332498 w 334609"/>
                <a:gd name="connsiteY2" fmla="*/ 75813 h 363266"/>
                <a:gd name="connsiteX3" fmla="*/ 99377 w 334609"/>
                <a:gd name="connsiteY3" fmla="*/ 75813 h 363266"/>
                <a:gd name="connsiteX4" fmla="*/ 99377 w 334609"/>
                <a:gd name="connsiteY4" fmla="*/ 141098 h 363266"/>
                <a:gd name="connsiteX5" fmla="*/ 279102 w 334609"/>
                <a:gd name="connsiteY5" fmla="*/ 141098 h 363266"/>
                <a:gd name="connsiteX6" fmla="*/ 279102 w 334609"/>
                <a:gd name="connsiteY6" fmla="*/ 214278 h 363266"/>
                <a:gd name="connsiteX7" fmla="*/ 99377 w 334609"/>
                <a:gd name="connsiteY7" fmla="*/ 214278 h 363266"/>
                <a:gd name="connsiteX8" fmla="*/ 99377 w 334609"/>
                <a:gd name="connsiteY8" fmla="*/ 287459 h 363266"/>
                <a:gd name="connsiteX9" fmla="*/ 334609 w 334609"/>
                <a:gd name="connsiteY9" fmla="*/ 287459 h 363266"/>
                <a:gd name="connsiteX10" fmla="*/ 334609 w 334609"/>
                <a:gd name="connsiteY10" fmla="*/ 363267 h 363266"/>
                <a:gd name="connsiteX11" fmla="*/ 0 w 334609"/>
                <a:gd name="connsiteY11" fmla="*/ 363267 h 363266"/>
                <a:gd name="connsiteX12" fmla="*/ 0 w 334609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6">
                  <a:moveTo>
                    <a:pt x="0" y="0"/>
                  </a:moveTo>
                  <a:lnTo>
                    <a:pt x="332498" y="0"/>
                  </a:lnTo>
                  <a:lnTo>
                    <a:pt x="332498" y="75813"/>
                  </a:lnTo>
                  <a:lnTo>
                    <a:pt x="99377" y="75813"/>
                  </a:lnTo>
                  <a:lnTo>
                    <a:pt x="99377" y="141098"/>
                  </a:lnTo>
                  <a:lnTo>
                    <a:pt x="279102" y="141098"/>
                  </a:lnTo>
                  <a:lnTo>
                    <a:pt x="279102" y="214278"/>
                  </a:lnTo>
                  <a:lnTo>
                    <a:pt x="99377" y="214278"/>
                  </a:lnTo>
                  <a:lnTo>
                    <a:pt x="99377" y="287459"/>
                  </a:lnTo>
                  <a:lnTo>
                    <a:pt x="334609" y="287459"/>
                  </a:lnTo>
                  <a:lnTo>
                    <a:pt x="334609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553C1B8-3B9C-FD3D-F70A-D0310B608D5A}"/>
                </a:ext>
              </a:extLst>
            </p:cNvPr>
            <p:cNvSpPr/>
            <p:nvPr/>
          </p:nvSpPr>
          <p:spPr>
            <a:xfrm>
              <a:off x="2776937" y="1415987"/>
              <a:ext cx="451417" cy="461695"/>
            </a:xfrm>
            <a:custGeom>
              <a:avLst/>
              <a:gdLst>
                <a:gd name="connsiteX0" fmla="*/ 339354 w 432396"/>
                <a:gd name="connsiteY0" fmla="*/ 442242 h 442241"/>
                <a:gd name="connsiteX1" fmla="*/ 339354 w 432396"/>
                <a:gd name="connsiteY1" fmla="*/ 363267 h 442241"/>
                <a:gd name="connsiteX2" fmla="*/ 0 w 432396"/>
                <a:gd name="connsiteY2" fmla="*/ 363267 h 442241"/>
                <a:gd name="connsiteX3" fmla="*/ 0 w 432396"/>
                <a:gd name="connsiteY3" fmla="*/ 0 h 442241"/>
                <a:gd name="connsiteX4" fmla="*/ 99377 w 432396"/>
                <a:gd name="connsiteY4" fmla="*/ 0 h 442241"/>
                <a:gd name="connsiteX5" fmla="*/ 99377 w 432396"/>
                <a:gd name="connsiteY5" fmla="*/ 282721 h 442241"/>
                <a:gd name="connsiteX6" fmla="*/ 283859 w 432396"/>
                <a:gd name="connsiteY6" fmla="*/ 282721 h 442241"/>
                <a:gd name="connsiteX7" fmla="*/ 283859 w 432396"/>
                <a:gd name="connsiteY7" fmla="*/ 0 h 442241"/>
                <a:gd name="connsiteX8" fmla="*/ 383236 w 432396"/>
                <a:gd name="connsiteY8" fmla="*/ 0 h 442241"/>
                <a:gd name="connsiteX9" fmla="*/ 383236 w 432396"/>
                <a:gd name="connsiteY9" fmla="*/ 282721 h 442241"/>
                <a:gd name="connsiteX10" fmla="*/ 432396 w 432396"/>
                <a:gd name="connsiteY10" fmla="*/ 282721 h 442241"/>
                <a:gd name="connsiteX11" fmla="*/ 432396 w 432396"/>
                <a:gd name="connsiteY11" fmla="*/ 442242 h 442241"/>
                <a:gd name="connsiteX12" fmla="*/ 339354 w 432396"/>
                <a:gd name="connsiteY12" fmla="*/ 442242 h 44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2396" h="442241">
                  <a:moveTo>
                    <a:pt x="339354" y="442242"/>
                  </a:moveTo>
                  <a:lnTo>
                    <a:pt x="339354" y="363267"/>
                  </a:lnTo>
                  <a:lnTo>
                    <a:pt x="0" y="363267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82721"/>
                  </a:lnTo>
                  <a:lnTo>
                    <a:pt x="283859" y="282721"/>
                  </a:lnTo>
                  <a:lnTo>
                    <a:pt x="283859" y="0"/>
                  </a:lnTo>
                  <a:lnTo>
                    <a:pt x="383236" y="0"/>
                  </a:lnTo>
                  <a:lnTo>
                    <a:pt x="383236" y="282721"/>
                  </a:lnTo>
                  <a:lnTo>
                    <a:pt x="432396" y="282721"/>
                  </a:lnTo>
                  <a:lnTo>
                    <a:pt x="432396" y="442242"/>
                  </a:lnTo>
                  <a:lnTo>
                    <a:pt x="339354" y="44224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CB08559A-1E9A-31AC-C628-9DB1DA857E00}"/>
                </a:ext>
              </a:extLst>
            </p:cNvPr>
            <p:cNvSpPr/>
            <p:nvPr/>
          </p:nvSpPr>
          <p:spPr>
            <a:xfrm>
              <a:off x="8890749" y="1646657"/>
              <a:ext cx="346430" cy="350551"/>
            </a:xfrm>
            <a:custGeom>
              <a:avLst/>
              <a:gdLst>
                <a:gd name="connsiteX0" fmla="*/ 0 w 331833"/>
                <a:gd name="connsiteY0" fmla="*/ 335781 h 335780"/>
                <a:gd name="connsiteX1" fmla="*/ 331833 w 331833"/>
                <a:gd name="connsiteY1" fmla="*/ 0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335781"/>
                  </a:moveTo>
                  <a:lnTo>
                    <a:pt x="331833" y="0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00204D7F-3BC3-A5B7-A30C-55EA87A6A757}"/>
                </a:ext>
              </a:extLst>
            </p:cNvPr>
            <p:cNvSpPr/>
            <p:nvPr/>
          </p:nvSpPr>
          <p:spPr>
            <a:xfrm>
              <a:off x="8898872" y="1641559"/>
              <a:ext cx="346430" cy="350551"/>
            </a:xfrm>
            <a:custGeom>
              <a:avLst/>
              <a:gdLst>
                <a:gd name="connsiteX0" fmla="*/ 0 w 331833"/>
                <a:gd name="connsiteY0" fmla="*/ 0 h 335780"/>
                <a:gd name="connsiteX1" fmla="*/ 331833 w 331833"/>
                <a:gd name="connsiteY1" fmla="*/ 335781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0"/>
                  </a:moveTo>
                  <a:lnTo>
                    <a:pt x="331833" y="335781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745188"/>
            <a:ext cx="8591504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8204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5728" y="609600"/>
            <a:ext cx="1003293" cy="65134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3441411" y="5842000"/>
            <a:ext cx="0" cy="41354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3737029" y="5553946"/>
            <a:ext cx="784862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3441411" y="602456"/>
            <a:ext cx="0" cy="465182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28" y="2351748"/>
            <a:ext cx="7417692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5399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5728" y="4091215"/>
            <a:ext cx="4605529" cy="385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4095728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b="0" i="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6487" y="592110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spc="5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94816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7902" y="2672383"/>
            <a:ext cx="8928016" cy="15132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743903">
              <a:lnSpc>
                <a:spcPts val="5899"/>
              </a:lnSpc>
              <a:spcBef>
                <a:spcPct val="0"/>
              </a:spcBef>
            </a:pP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53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5399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8961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734056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224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224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24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224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386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386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386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386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86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1A58EF-D9A1-F09C-EF0A-20EE6EEB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817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3365" y="103546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365" y="208648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83365" y="314571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365" y="420084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5" y="5255969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F92A08F-771F-953B-614C-77172DBF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7011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4387422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609597" y="1568450"/>
            <a:ext cx="4203678" cy="42545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92243" y="1568450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2243" y="249657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34247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435282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7D2646-4C52-B91A-CDA7-BB4FFD71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932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ound2DiagRect">
            <a:avLst>
              <a:gd name="adj1" fmla="val 9014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1698625"/>
            <a:ext cx="4540226" cy="15875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40889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2464295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3214301"/>
            <a:ext cx="35258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392336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478108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563880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2E9BF9D-AA05-8DFE-3CD1-C02B6621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603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06A2F1"/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CCDD00-53B6-7375-BBEC-41F45CFD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9206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6180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36180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D919623-9276-35AA-C6FD-9D89BDA61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3050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7E033BA5-61AE-D0D1-19D9-5B3AFEC1F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816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98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6" y="4443413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285CBF-F594-2AA7-B3B9-14184247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866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563379"/>
            <a:ext cx="426656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0721" y="172583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0720" y="3859432"/>
            <a:ext cx="5319377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E18B31E-0112-EB87-81CD-7018C819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188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94073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24553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28802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2592820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363349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3938294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3364" y="497778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528258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49ACE61-8C37-4768-C1F7-964C7759D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9566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65C528E-FBBA-8811-563E-EFBC40294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0700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609597" y="1879600"/>
            <a:ext cx="5391122" cy="43688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accent2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7" y="1879600"/>
            <a:ext cx="5391122" cy="939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6191218" y="1879600"/>
            <a:ext cx="5391122" cy="43688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accent1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218" y="1879600"/>
            <a:ext cx="5391122" cy="9398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2136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20954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4085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74085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4085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4085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74085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5706" y="3208482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5706" y="38250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55706" y="44346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5706" y="50442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5706" y="5653807"/>
            <a:ext cx="402044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D5248EB-A962-C836-291C-6985260C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86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5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6" y="3426949"/>
            <a:ext cx="4020444" cy="1230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b="0" i="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13796-6879-E02D-82B1-6EAE1C20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672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91757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286145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380534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474922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569311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76F4C-5AEC-70F4-5A2E-6369D687C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253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5428" y="5093726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4039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039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4039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4039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039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168" y="13208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68168" y="1930400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8168" y="25400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8168" y="31496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8168" y="3759201"/>
            <a:ext cx="2514077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3727" y="609600"/>
            <a:ext cx="3309960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9AE6B6-577A-329F-5EA1-47591FED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3906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460" y="1295401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2365417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343345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450148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556952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022DAB4-8C84-61B8-56EB-BEFD24A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899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800352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8654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932285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D1D87B-C5AE-6C26-C5F3-D8B272F37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107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9339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38967" y="2070516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8967" y="31356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8967" y="420244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8967" y="5266139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1882E3-7E9E-F08C-B071-AE43F99A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379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3" y="2800350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2243" y="36454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2243" y="4483675"/>
            <a:ext cx="486223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45C7CF4-DF6E-9B1D-3128-41F5947D7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345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51919"/>
            <a:ext cx="426656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8572" y="913183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1855" y="2042329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8204" y="3171474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1855" y="4300620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8572" y="5429765"/>
            <a:ext cx="4698976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AF9F47-52D6-EDC1-D164-D4AB36C8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299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864749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6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6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18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18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18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24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624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24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7862" y="1778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7862" y="3302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7862" y="4826000"/>
            <a:ext cx="344803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4624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4624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624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7862" y="2082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7862" y="3606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7862" y="5130800"/>
            <a:ext cx="344803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A38A7F-95CA-5AD8-6CB3-4F8199FF2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53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301750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08890"/>
            <a:ext cx="85658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52600"/>
            <a:ext cx="191991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2057400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175260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66213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35733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446055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41557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325897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95417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ABC022-E62C-2FB6-CB5A-25B4593A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365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11431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8383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3722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0674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39625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36577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255284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24804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5499977" y="20121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34218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5499977" y="48315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5499977" y="62412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469681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98C669-9A86-98F4-ED8D-D4A012956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3323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434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181013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50533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3364" y="3088747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3364" y="2790872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364" y="4367362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364" y="406948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3364" y="564597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364" y="534810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AF73875-8BC6-15A4-0E18-3ABFBD6E4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16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1578873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8093" y="27091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093" y="4189085"/>
            <a:ext cx="4458862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7122" y="270917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7122" y="3183769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7122" y="365833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7122" y="4132896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37122" y="4601912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37122" y="5082023"/>
            <a:ext cx="40493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2DBCE7EB-8F4A-E498-964A-1F4C999DC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434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03582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7568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5203" y="4540250"/>
            <a:ext cx="2417881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03582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7568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203" y="4235450"/>
            <a:ext cx="241788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066A4B8-DD32-E19F-340C-AE727586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6913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606346" y="1725805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606346" y="2854668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606346" y="5112393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606346" y="6241257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606346" y="3983530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2" y="920917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2" y="204867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2" y="317643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2" y="4304198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2" y="5431959"/>
            <a:ext cx="2417881" cy="499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2722" y="84755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2722" y="1976449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2722" y="310531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92722" y="4234174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92722" y="5363036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5D4B22F-BD93-6782-AD5A-3A7DBC07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232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609597" y="617363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48720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5625376" y="6248720"/>
            <a:ext cx="596027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5625375" y="617363"/>
            <a:ext cx="528656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5305590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20750"/>
            <a:ext cx="4406179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53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58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53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5399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5399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4246" y="1462473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4246" y="1157673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4246" y="5067205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4246" y="476240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84246" y="3865628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84246" y="3560828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4246" y="2664051"/>
            <a:ext cx="445886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4246" y="2359251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4B0351-FB13-3817-A902-698D86D57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1098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981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0247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981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0247" y="2270213"/>
            <a:ext cx="4862236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3E49BB85-FCF4-7B43-1B64-449399E3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144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445127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718427"/>
            <a:ext cx="3083422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3420552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1AA809C-6AA2-66D0-9E4B-BADF3F2A4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033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232150"/>
            <a:ext cx="3083422" cy="2166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29273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97C1893-451B-3713-43F8-BE14BA3D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2844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60959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441957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441957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822955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822955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4189580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957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9557" y="2609850"/>
            <a:ext cx="308342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57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9557" y="2305050"/>
            <a:ext cx="3045212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8000958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659D8FB-DC43-58AD-8B9B-DBD9BA146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597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51231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8867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32852" y="3905250"/>
            <a:ext cx="2150146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31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8867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36004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24B1851-524F-229A-6B6A-C00724384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233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5363605" cy="5645944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8978853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6184868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8978853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6184868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609597" y="5638800"/>
            <a:ext cx="736596" cy="6096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8867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2852" y="139065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852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38867" y="4305300"/>
            <a:ext cx="2146289" cy="1294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8867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852" y="108585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867" y="4058241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867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285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3285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8867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9D47300-138E-854E-2227-E96E8983D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274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433067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433067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805175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805175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32913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9870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3906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03986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0E55389-53C8-484E-33ED-B98571DF2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82152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3375953" y="2577363"/>
            <a:ext cx="449941" cy="45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38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5757" y="86360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467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05757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6" y="3778250"/>
            <a:ext cx="3038219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>
                <a:latin typeface="Graphik LC Regular" panose="020B0503030202060203" pitchFamily="34" charset="0"/>
              </a:rPr>
              <a:t>…</a:t>
            </a:r>
            <a:r>
              <a:rPr lang="en-US" sz="1200" dirty="0" err="1">
                <a:latin typeface="Graphik LC Regular" panose="020B0503030202060203" pitchFamily="34" charset="0"/>
              </a:rPr>
              <a:t>моя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цель</a:t>
            </a:r>
            <a:r>
              <a:rPr lang="en-US" sz="1200" dirty="0">
                <a:latin typeface="Graphik LC Regular" panose="020B0503030202060203" pitchFamily="34" charset="0"/>
              </a:rPr>
              <a:t> – </a:t>
            </a:r>
            <a:r>
              <a:rPr lang="en-US" sz="1200" dirty="0" err="1">
                <a:latin typeface="Graphik LC Regular" panose="020B0503030202060203" pitchFamily="34" charset="0"/>
              </a:rPr>
              <a:t>стать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области</a:t>
            </a:r>
            <a:r>
              <a:rPr lang="en-US" sz="1200" dirty="0">
                <a:latin typeface="Graphik LC Regular" panose="020B0503030202060203" pitchFamily="34" charset="0"/>
              </a:rPr>
              <a:t>  Data Science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внести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значимый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вклад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развитие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сферы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технологий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3596" y="863600"/>
            <a:ext cx="2962299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4933BF1-E453-743F-5E19-F4274F344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440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5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467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5757" y="17780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6" y="14732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467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467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5757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5756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3596" y="4686300"/>
            <a:ext cx="3028934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3595" y="4381500"/>
            <a:ext cx="215898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D1C06CA-053B-C9F7-CFFF-B125082A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5D276DE-C58A-8475-54FE-1E922EB2ADCF}"/>
              </a:ext>
            </a:extLst>
          </p:cNvPr>
          <p:cNvSpPr/>
          <p:nvPr userDrawn="1"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95DBE9-7B1F-23E1-95E4-BF401558A28C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8338CD-C58B-768C-2523-74FAEA8C65EA}"/>
              </a:ext>
            </a:extLst>
          </p:cNvPr>
          <p:cNvSpPr/>
          <p:nvPr userDrawn="1"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288A481-9808-570A-7FE8-8BC3A2E7139F}"/>
              </a:ext>
            </a:extLst>
          </p:cNvPr>
          <p:cNvSpPr/>
          <p:nvPr userDrawn="1"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FF386A-5D59-DED6-4A17-AEB8CF41D000}"/>
              </a:ext>
            </a:extLst>
          </p:cNvPr>
          <p:cNvSpPr/>
          <p:nvPr userDrawn="1"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97B0D8A-F649-D2E3-70A4-AE30F21FCF26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265501C-CBC4-4125-3DDD-D95CC8374F3D}"/>
              </a:ext>
            </a:extLst>
          </p:cNvPr>
          <p:cNvSpPr/>
          <p:nvPr userDrawn="1"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F6D98AE5-0142-A240-C814-4CEB076949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13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0719" y="557958"/>
            <a:ext cx="5584935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Наконец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можем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без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основной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к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которому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мы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этом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1200" dirty="0">
                <a:latin typeface="Graphik LC Regular" panose="020B0503030202060203" pitchFamily="34" charset="0"/>
              </a:rPr>
              <a:t>. </a:t>
            </a:r>
            <a:r>
              <a:rPr lang="en-US" sz="1200" dirty="0" err="1">
                <a:latin typeface="Graphik LC Regular" panose="020B0503030202060203" pitchFamily="34" charset="0"/>
              </a:rPr>
              <a:t>Как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выше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в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чисел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 </a:t>
            </a:r>
            <a:r>
              <a:rPr lang="en-US" sz="1200" dirty="0" err="1">
                <a:latin typeface="Graphik LC Regular" panose="020B0503030202060203" pitchFamily="34" charset="0"/>
              </a:rPr>
              <a:t>все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имеют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решения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7468" y="1508404"/>
            <a:ext cx="5584935" cy="345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ts val="1560"/>
              </a:lnSpc>
              <a:buNone/>
              <a:defRPr lang="ru-RU" sz="13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1895518-AED1-2C8B-410D-C218005C1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210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38450"/>
            <a:ext cx="3097954" cy="8720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18" y="1175259"/>
            <a:ext cx="5394436" cy="3050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ts val="1700"/>
              </a:lnSpc>
              <a:spcAft>
                <a:spcPts val="900"/>
              </a:spcAft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12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13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6000719" y="648209"/>
            <a:ext cx="1206494" cy="37465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6051519" y="597409"/>
            <a:ext cx="380998" cy="1143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4723" y="608522"/>
            <a:ext cx="80590" cy="92075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980" y="608522"/>
            <a:ext cx="92075" cy="92075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075" y="608522"/>
            <a:ext cx="87883" cy="92075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6000719" y="904784"/>
            <a:ext cx="0" cy="1849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78304" y="766285"/>
            <a:ext cx="10513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900" spc="50" baseline="0" dirty="0">
                <a:latin typeface="Graphik LC Medium" panose="020B0503030202060203" pitchFamily="34" charset="0"/>
              </a:defRPr>
            </a:lvl1pPr>
          </a:lstStyle>
          <a:p>
            <a:pPr marL="0" lvl="0" defTabSz="742847"/>
            <a:r>
              <a:rPr lang="ru-RU" dirty="0"/>
              <a:t>ПРИМЕР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5D3C139-1ACB-3267-FC14-AF0038DD7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499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1611" y="5835650"/>
            <a:ext cx="386710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21611" y="5530850"/>
            <a:ext cx="386710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21611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2FFD13-6781-A9AA-A9D7-82F2C7332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646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321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321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0885" y="1344246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0885" y="4049348"/>
            <a:ext cx="2421455" cy="2199053"/>
          </a:xfrm>
          <a:prstGeom prst="roundRect">
            <a:avLst>
              <a:gd name="adj" fmla="val 721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4567" y="2348523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24567" y="5041498"/>
            <a:ext cx="215014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24567" y="265332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24567" y="5339373"/>
            <a:ext cx="2421455" cy="7527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5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00" dirty="0" err="1">
                <a:latin typeface="Graphik LC Regular" panose="020B0503030202060203" pitchFamily="34" charset="0"/>
              </a:rPr>
              <a:t>Обычно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вы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сначала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найдете</a:t>
            </a:r>
            <a:r>
              <a:rPr lang="en-US" sz="1000" dirty="0">
                <a:latin typeface="Graphik LC Regular" panose="020B0503030202060203" pitchFamily="34" charset="0"/>
              </a:rPr>
              <a:t>  </a:t>
            </a:r>
            <a:r>
              <a:rPr lang="en-US" sz="1000" dirty="0" err="1">
                <a:latin typeface="Graphik LC Regular" panose="020B0503030202060203" pitchFamily="34" charset="0"/>
              </a:rPr>
              <a:t>вопрос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или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1000" dirty="0">
                <a:latin typeface="Graphik LC Regular" panose="020B0503030202060203" pitchFamily="34" charset="0"/>
              </a:rPr>
              <a:t>, </a:t>
            </a:r>
            <a:r>
              <a:rPr lang="en-US" sz="1000" dirty="0" err="1">
                <a:latin typeface="Graphik LC Regular" panose="020B0503030202060203" pitchFamily="34" charset="0"/>
              </a:rPr>
              <a:t>а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затем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решите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1000" dirty="0"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latin typeface="Graphik LC Regular" panose="020B0503030202060203" pitchFamily="34" charset="0"/>
              </a:rPr>
              <a:t>процесс</a:t>
            </a:r>
            <a:r>
              <a:rPr lang="ru-RU" sz="1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10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8BF846-29EA-40C6-6292-072C9440B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127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369" y="1565275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369" y="3425825"/>
            <a:ext cx="5591285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94369" y="4358460"/>
            <a:ext cx="4851513" cy="973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A14262-A914-66B9-BCF3-3850A42A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079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067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51758" y="5646531"/>
            <a:ext cx="3530582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dirty="0" err="1">
                <a:latin typeface="Graphik LC Regular" panose="020B0503030202060203" pitchFamily="34" charset="0"/>
              </a:rPr>
              <a:t>Описание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фото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на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две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строки</a:t>
            </a:r>
            <a:r>
              <a:rPr lang="en-US" sz="1200" dirty="0">
                <a:latin typeface="Graphik LC Regular" panose="020B0503030202060203" pitchFamily="34" charset="0"/>
              </a:rPr>
              <a:t> 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(</a:t>
            </a:r>
            <a:r>
              <a:rPr lang="en-US" sz="1200" dirty="0" err="1">
                <a:latin typeface="Graphik LC Regular" panose="020B0503030202060203" pitchFamily="34" charset="0"/>
              </a:rPr>
              <a:t>или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даже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три</a:t>
            </a:r>
            <a:r>
              <a:rPr lang="en-US" sz="12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3067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51758" y="1365250"/>
            <a:ext cx="3530581" cy="4121150"/>
          </a:xfrm>
          <a:prstGeom prst="roundRect">
            <a:avLst>
              <a:gd name="adj" fmla="val 528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FD862-A1F0-D375-9395-A6A7FEAB4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3628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7588211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3403582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FACA12-DE53-402D-F96F-034179BA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1945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902414" y="0"/>
            <a:ext cx="5289586" cy="6858000"/>
          </a:xfrm>
          <a:prstGeom prst="round1Rect">
            <a:avLst>
              <a:gd name="adj" fmla="val 906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320" y="161327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320" y="191807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20" y="2853655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20" y="3158455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5320" y="4119629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5320" y="4424429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5320" y="536511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95320" y="5669916"/>
            <a:ext cx="4698976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63A196-2E4A-E011-B2FB-7EAD0AB91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96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6734" y="0"/>
            <a:ext cx="3501168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3206733" cy="6858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58006" y="807469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6882" y="2509951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6882" y="3401210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36882" y="4298015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6882" y="5194819"/>
            <a:ext cx="3745458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8448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7" y="398145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7" y="51181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7" y="33813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7" y="451802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5654671"/>
            <a:ext cx="2235188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1593850"/>
            <a:ext cx="2235188" cy="792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1C21D105-C7F5-46FF-5366-763C0FA83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5164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6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067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4330678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2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805175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accent1"/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4676" y="268300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756" y="559765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4416" y="86360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496" y="3778250"/>
            <a:ext cx="2372688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1B18F3-6B94-005C-9814-22EF9822B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1125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6889714" y="0"/>
            <a:ext cx="5302223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269" y="0"/>
            <a:ext cx="5289668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596198" y="615925"/>
            <a:ext cx="2484299" cy="2504325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1369149" y="1679969"/>
            <a:ext cx="97789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5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карьера</a:t>
            </a:r>
            <a:endParaRPr lang="en-US" sz="15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21" name="Image 13" descr=" ">
            <a:extLst>
              <a:ext uri="{FF2B5EF4-FFF2-40B4-BE49-F238E27FC236}">
                <a16:creationId xmlns:a16="http://schemas.microsoft.com/office/drawing/2014/main" id="{DE79BB18-CECB-3423-407E-1329AF403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5807" y="4968931"/>
            <a:ext cx="2484351" cy="643502"/>
          </a:xfrm>
          <a:prstGeom prst="rect">
            <a:avLst/>
          </a:prstGeom>
        </p:spPr>
      </p:pic>
      <p:pic>
        <p:nvPicPr>
          <p:cNvPr id="22" name="Image 14" descr=" ">
            <a:extLst>
              <a:ext uri="{FF2B5EF4-FFF2-40B4-BE49-F238E27FC236}">
                <a16:creationId xmlns:a16="http://schemas.microsoft.com/office/drawing/2014/main" id="{1193834F-5553-D8CD-A199-67051621E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5807" y="4342551"/>
            <a:ext cx="2484351" cy="643502"/>
          </a:xfrm>
          <a:prstGeom prst="rect">
            <a:avLst/>
          </a:prstGeom>
        </p:spPr>
      </p:pic>
      <p:pic>
        <p:nvPicPr>
          <p:cNvPr id="23" name="Image 15" descr=" ">
            <a:extLst>
              <a:ext uri="{FF2B5EF4-FFF2-40B4-BE49-F238E27FC236}">
                <a16:creationId xmlns:a16="http://schemas.microsoft.com/office/drawing/2014/main" id="{4E955AA2-B615-7C4E-97CA-0E17376C0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5807" y="3711966"/>
            <a:ext cx="2484226" cy="1274527"/>
          </a:xfrm>
          <a:prstGeom prst="rect">
            <a:avLst/>
          </a:prstGeom>
        </p:spPr>
      </p:pic>
      <p:pic>
        <p:nvPicPr>
          <p:cNvPr id="24" name="Image 16" descr=" ">
            <a:extLst>
              <a:ext uri="{FF2B5EF4-FFF2-40B4-BE49-F238E27FC236}">
                <a16:creationId xmlns:a16="http://schemas.microsoft.com/office/drawing/2014/main" id="{9FB0DDCE-9C40-0DDC-A597-82976AEF5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5807" y="4968497"/>
            <a:ext cx="2484351" cy="1274527"/>
          </a:xfrm>
          <a:prstGeom prst="rect">
            <a:avLst/>
          </a:prstGeom>
        </p:spPr>
      </p:pic>
      <p:pic>
        <p:nvPicPr>
          <p:cNvPr id="25" name="Image 17" descr=" ">
            <a:extLst>
              <a:ext uri="{FF2B5EF4-FFF2-40B4-BE49-F238E27FC236}">
                <a16:creationId xmlns:a16="http://schemas.microsoft.com/office/drawing/2014/main" id="{9C873CC4-AF43-0AF6-5985-08BBCFEF6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6666" y="3757560"/>
            <a:ext cx="94029" cy="94029"/>
          </a:xfrm>
          <a:prstGeom prst="rect">
            <a:avLst/>
          </a:prstGeom>
        </p:spPr>
      </p:pic>
      <p:pic>
        <p:nvPicPr>
          <p:cNvPr id="26" name="Image 18" descr=" ">
            <a:extLst>
              <a:ext uri="{FF2B5EF4-FFF2-40B4-BE49-F238E27FC236}">
                <a16:creationId xmlns:a16="http://schemas.microsoft.com/office/drawing/2014/main" id="{5BED584C-F275-5985-88C5-E559CE53C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2105" y="4310599"/>
            <a:ext cx="94029" cy="94029"/>
          </a:xfrm>
          <a:prstGeom prst="rect">
            <a:avLst/>
          </a:prstGeom>
        </p:spPr>
      </p:pic>
      <p:pic>
        <p:nvPicPr>
          <p:cNvPr id="27" name="Image 19" descr=" ">
            <a:extLst>
              <a:ext uri="{FF2B5EF4-FFF2-40B4-BE49-F238E27FC236}">
                <a16:creationId xmlns:a16="http://schemas.microsoft.com/office/drawing/2014/main" id="{70A2437E-C148-501B-1067-63AA741D8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49482" y="5547856"/>
            <a:ext cx="94029" cy="94029"/>
          </a:xfrm>
          <a:prstGeom prst="rect">
            <a:avLst/>
          </a:prstGeom>
        </p:spPr>
      </p:pic>
      <p:pic>
        <p:nvPicPr>
          <p:cNvPr id="28" name="Image 20" descr=" ">
            <a:extLst>
              <a:ext uri="{FF2B5EF4-FFF2-40B4-BE49-F238E27FC236}">
                <a16:creationId xmlns:a16="http://schemas.microsoft.com/office/drawing/2014/main" id="{DF91FB6F-9856-50CB-9B0F-B36BCE4C1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6666" y="6106235"/>
            <a:ext cx="94029" cy="94029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1351810" y="4788083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500" dirty="0" err="1">
                <a:solidFill>
                  <a:schemeClr val="accent1"/>
                </a:solidFill>
                <a:latin typeface="Graphik LC Regular" panose="020B0503030202060203" pitchFamily="34" charset="0"/>
              </a:rPr>
              <a:t>события</a:t>
            </a:r>
            <a:endParaRPr lang="en-US" sz="1500" dirty="0">
              <a:solidFill>
                <a:schemeClr val="accent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3731758" y="622300"/>
            <a:ext cx="2506809" cy="2506198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4439733" y="1687280"/>
            <a:ext cx="112030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5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обучение</a:t>
            </a:r>
            <a:endParaRPr lang="en-US" sz="15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613968" y="609898"/>
            <a:ext cx="5637767" cy="5638502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2861985" y="3185915"/>
            <a:ext cx="1107011" cy="427516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>
              <a:lnSpc>
                <a:spcPts val="2300"/>
              </a:lnSpc>
            </a:pPr>
            <a:r>
              <a:rPr lang="en-US" sz="18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18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3739320" y="3711966"/>
            <a:ext cx="2491685" cy="252989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4458056" y="4788792"/>
            <a:ext cx="1009645" cy="376219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ru-RU" sz="1500" dirty="0">
                <a:solidFill>
                  <a:srgbClr val="FFDD2D"/>
                </a:solidFill>
                <a:latin typeface="Graphik LC Regular" panose="020B0503030202060203" pitchFamily="34" charset="0"/>
              </a:rPr>
              <a:t>город</a:t>
            </a:r>
            <a:endParaRPr lang="en-US" sz="1500" dirty="0">
              <a:solidFill>
                <a:srgbClr val="FFDD2D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7711" y="462915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accent6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97711" y="4978400"/>
            <a:ext cx="4184629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EA8E1B9-1502-6171-6F66-94192E2E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659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0677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1758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2298" y="352425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678" y="3524250"/>
            <a:ext cx="539112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7" y="3524250"/>
            <a:ext cx="353058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013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10845743" y="60960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E48316-7737-D5DA-2792-9754763D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9087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807488" y="1014163"/>
            <a:ext cx="8888768" cy="5387029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01696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A7016C-87F0-8D73-8225-0B1FAD088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3970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1311952" y="602456"/>
            <a:ext cx="9568096" cy="5798736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287082" y="795403"/>
            <a:ext cx="7617835" cy="495557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CE61CF53-AC44-A716-0D71-9E5ABAD07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4067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587780" y="1014163"/>
            <a:ext cx="8888768" cy="5387029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481987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014163"/>
            <a:ext cx="356181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2410602"/>
            <a:ext cx="3300587" cy="8581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158F3ED-C0CB-30C8-FF5B-7449E18CD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829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852637" y="1268557"/>
            <a:ext cx="7129600" cy="4320887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579651" y="1419926"/>
            <a:ext cx="5695128" cy="373224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5FA9A4D-2890-33AA-1F69-6428DC39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8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2178" y="619390"/>
            <a:ext cx="2761717" cy="5660400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65110" y="720682"/>
            <a:ext cx="2515850" cy="5457817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18599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879510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3184310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439441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4699216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00A9292E-FEA6-7769-6B4A-C50D732ED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69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7998" y="925009"/>
            <a:ext cx="4057565" cy="8316362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621723" y="1092386"/>
            <a:ext cx="3690874" cy="800688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757877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367989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C059E4F-B17E-D6F8-69FC-BECC4CA8B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4775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06319" y="619391"/>
            <a:ext cx="2431818" cy="498424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029" y="720682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7120" y="1271303"/>
            <a:ext cx="2431818" cy="4984241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59830" y="1372594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7517D9D-F9F3-03EE-1838-C30A819E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1764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BA50A82-E9AC-1FBC-0666-B190F213EF5E}"/>
              </a:ext>
            </a:extLst>
          </p:cNvPr>
          <p:cNvSpPr/>
          <p:nvPr userDrawn="1"/>
        </p:nvSpPr>
        <p:spPr>
          <a:xfrm>
            <a:off x="606346" y="602457"/>
            <a:ext cx="7642962" cy="5653088"/>
          </a:xfrm>
          <a:prstGeom prst="roundRect">
            <a:avLst>
              <a:gd name="adj" fmla="val 3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17526" y="3789966"/>
            <a:ext cx="2981140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7527" y="5186405"/>
            <a:ext cx="2984454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11878" y="1119231"/>
            <a:ext cx="2253880" cy="4619539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2207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3290497" y="1119231"/>
            <a:ext cx="2253880" cy="4619539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082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5669117" y="1119231"/>
            <a:ext cx="2253880" cy="4619539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6944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0C168A9-BE3B-166D-CFD0-A52D5716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385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889777" y="0"/>
            <a:ext cx="5302223" cy="6858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66" y="2563379"/>
            <a:ext cx="3717988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742" y="736796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742" y="100381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5742" y="2210650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55742" y="2498570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742" y="3705407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5742" y="3993326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42" y="5200164"/>
            <a:ext cx="46989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5742" y="5488083"/>
            <a:ext cx="4698976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Graphik LC Regular" panose="020B0503030202060203" pitchFamily="34" charset="0"/>
              </a:rPr>
              <a:t>Задача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выжить</a:t>
            </a:r>
            <a:r>
              <a:rPr lang="en-US" sz="1200" dirty="0">
                <a:latin typeface="Graphik LC Regular" panose="020B0503030202060203" pitchFamily="34" charset="0"/>
              </a:rPr>
              <a:t>.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Вы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делаете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работу</a:t>
            </a:r>
            <a:r>
              <a:rPr lang="en-US" sz="1200" dirty="0">
                <a:latin typeface="Graphik LC Regular" panose="020B0503030202060203" pitchFamily="34" charset="0"/>
              </a:rPr>
              <a:t>, </a:t>
            </a:r>
            <a:r>
              <a:rPr lang="en-US" sz="1200" dirty="0" err="1">
                <a:latin typeface="Graphik LC Regular" panose="020B0503030202060203" pitchFamily="34" charset="0"/>
              </a:rPr>
              <a:t>чтобы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получить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зарплату</a:t>
            </a:r>
            <a:r>
              <a:rPr lang="en-US" sz="1200" dirty="0">
                <a:latin typeface="Graphik LC Regular" panose="020B0503030202060203" pitchFamily="34" charset="0"/>
              </a:rPr>
              <a:t> 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en-US" sz="1200" dirty="0" err="1">
                <a:latin typeface="Graphik LC Regular" panose="020B0503030202060203" pitchFamily="34" charset="0"/>
              </a:rPr>
              <a:t>и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не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ищите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других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за</a:t>
            </a:r>
            <a:r>
              <a:rPr lang="en-US" sz="1200" dirty="0">
                <a:latin typeface="Graphik LC Regular" panose="020B0503030202060203" pitchFamily="34" charset="0"/>
              </a:rPr>
              <a:t> </a:t>
            </a:r>
            <a:r>
              <a:rPr lang="en-US" sz="1200" dirty="0" err="1">
                <a:latin typeface="Graphik LC Regular" panose="020B0503030202060203" pitchFamily="34" charset="0"/>
              </a:rPr>
              <a:t>это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BC085BC-2326-D82A-83C0-48C607587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375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601201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236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8828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7657" y="3266111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5FA622-CFEF-86D8-372A-26FE2D5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06B8E5FC-4032-EA75-05BC-BE3AB45DC8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4236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9A873D72-29CA-5E4F-5CD8-6B5CB2402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8829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63117E9F-59F1-44DB-56B9-57D8A43217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67657" y="3684510"/>
            <a:ext cx="2819779" cy="935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lang="en-US" sz="1200" dirty="0" smtClean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25.07 – Окончание приема заявлений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03.08 – Окончание приема оригинала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1200" b="0" i="0" dirty="0">
                <a:solidFill>
                  <a:schemeClr val="bg1"/>
                </a:solidFill>
                <a:latin typeface="Graphik LC Regular" panose="020B0503030202060203" pitchFamily="34" charset="0"/>
              </a:rPr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1449947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B575D007-2CD1-383B-B182-AD46025F84FF}"/>
              </a:ext>
            </a:extLst>
          </p:cNvPr>
          <p:cNvSpPr/>
          <p:nvPr userDrawn="1"/>
        </p:nvSpPr>
        <p:spPr>
          <a:xfrm>
            <a:off x="6889714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 flipH="1">
            <a:off x="2006590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AFD27D0-13DE-396C-7E81-8019F2BC0714}"/>
              </a:ext>
            </a:extLst>
          </p:cNvPr>
          <p:cNvSpPr/>
          <p:nvPr userDrawn="1"/>
        </p:nvSpPr>
        <p:spPr>
          <a:xfrm flipV="1">
            <a:off x="6889714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D42043D-E3B6-9EB0-181B-CFBD84F05B02}"/>
              </a:ext>
            </a:extLst>
          </p:cNvPr>
          <p:cNvSpPr/>
          <p:nvPr userDrawn="1"/>
        </p:nvSpPr>
        <p:spPr>
          <a:xfrm flipH="1" flipV="1">
            <a:off x="2006590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159" y="1809750"/>
            <a:ext cx="1521056" cy="152106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159" y="3527189"/>
            <a:ext cx="1521056" cy="152106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650" y="1809750"/>
            <a:ext cx="1521056" cy="152106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650" y="3527189"/>
            <a:ext cx="1521056" cy="152106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7363197" y="2180462"/>
            <a:ext cx="57996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5579536" y="4059155"/>
            <a:ext cx="5164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5662085" y="2180462"/>
            <a:ext cx="43391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7545121" y="4058935"/>
            <a:ext cx="4148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370" y="438150"/>
            <a:ext cx="482598" cy="3175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786372" y="3186004"/>
            <a:ext cx="5177133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defTabSz="743903">
              <a:lnSpc>
                <a:spcPts val="4499"/>
              </a:lnSpc>
              <a:spcBef>
                <a:spcPct val="0"/>
              </a:spcBef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60588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0588" y="377825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08563" y="863600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563" y="3785175"/>
            <a:ext cx="2819779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-US" sz="15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1A7C55EF-BF83-544A-2407-6329520E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879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8323" y="3429000"/>
            <a:ext cx="10974081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153669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4298927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706116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15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15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15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15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3107073" y="3204000"/>
            <a:ext cx="449941" cy="45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5869308" y="3204000"/>
            <a:ext cx="449941" cy="45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8631543" y="3204000"/>
            <a:ext cx="449941" cy="45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6094278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8856513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3332044" y="2154996"/>
            <a:ext cx="0" cy="1049005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60ED0C1-2ADA-50C5-25D1-9E2ACB784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2238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4603726" y="1879600"/>
            <a:ext cx="6280117" cy="139065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6699215" y="4794250"/>
            <a:ext cx="2089139" cy="145415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5645121" y="3333750"/>
            <a:ext cx="4190978" cy="1397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7518814" y="2436736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7518814" y="3783939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7518814" y="5241264"/>
            <a:ext cx="449941" cy="45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438150"/>
            <a:ext cx="43243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2324822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08094" y="2654170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8094" y="5604032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8093" y="5267759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08093" y="3810434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08094" y="4146707"/>
            <a:ext cx="3291335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EB62F-37B5-7FA7-A255-A444458D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232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2192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12192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0969" y="157072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0969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7804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87804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36580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6580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85355" y="5035316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85355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B22E1C7-D079-BDC1-0725-A10520A8F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9809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6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781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000" dirty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57960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7960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52504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2504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047" y="4651553"/>
            <a:ext cx="190683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7047" y="491857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информация </a:t>
            </a:r>
            <a:br>
              <a:rPr lang="ru-RU" sz="1200" dirty="0">
                <a:latin typeface="Graphik LC Regular" panose="020B0503030202060203" pitchFamily="34" charset="0"/>
              </a:rPr>
            </a:br>
            <a:r>
              <a:rPr lang="ru-RU" sz="1200" dirty="0">
                <a:latin typeface="Graphik LC Regular" panose="020B0503030202060203" pitchFamily="34" charset="0"/>
              </a:rPr>
              <a:t>о данном пункте</a:t>
            </a:r>
            <a:endParaRPr lang="en-US" sz="12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823406-F27E-4A98-87C4-82EE8D11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806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89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9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56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2456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018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1097281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94151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9681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6BE907-9FF1-C844-0B1C-B2B8A4255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3908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6889777" y="0"/>
            <a:ext cx="5302223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548647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609597" y="408890"/>
            <a:ext cx="45402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4048" y="1885950"/>
            <a:ext cx="4411607" cy="1012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048" y="4019550"/>
            <a:ext cx="4411607" cy="15255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4E9E25-A8A1-6A59-26F6-4A0041A74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0768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606346" y="60628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606346" y="533135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606346" y="459983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606346" y="386831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606346" y="313679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606346" y="2405271"/>
            <a:ext cx="110119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597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597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597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7232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97232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7232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97232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97232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84868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4868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84868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868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4868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2503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72503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2503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2503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2503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9597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97232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84868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72503" y="2004418"/>
            <a:ext cx="2372206" cy="204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5BF249-39C2-8815-67F2-27EE848EA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8308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60372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609597" y="1879600"/>
            <a:ext cx="10972743" cy="43688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A37BC936-8D6E-E9D6-3003-624D52E0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817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609597" y="925443"/>
            <a:ext cx="10972743" cy="53301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787396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9651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11429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609597" y="1331160"/>
            <a:ext cx="109727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D22959ED-E1C7-0A13-4143-EB2CB55B6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8357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4692334" y="1490813"/>
            <a:ext cx="6893320" cy="4262287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411888"/>
            <a:ext cx="37332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526627"/>
            <a:ext cx="3733238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44121E35-7CFD-E7B0-D5C8-EE5915C6F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0144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6006318" y="2069802"/>
            <a:ext cx="5579336" cy="4185743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6184118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6361917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6539716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6006318" y="2475518"/>
            <a:ext cx="557933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DE87401-FF9D-5865-6AAC-64D89C34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825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6006318" y="1051282"/>
            <a:ext cx="5579336" cy="1847942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8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8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06318" y="3331369"/>
            <a:ext cx="5579336" cy="2924175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272A605B-C9F3-6697-016D-0FA8BFCF2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950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609597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3402380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6195163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8987945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rgbClr val="FFDD2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08890"/>
            <a:ext cx="433323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5"/>
            <a:ext cx="1973576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258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2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F6BFDA7-1A60-662A-B067-C6692A8F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4526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2079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5080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1429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2079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75080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81429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7663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0663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7013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7663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0663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013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9340"/>
            <a:ext cx="3069826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109411"/>
            <a:ext cx="3069826" cy="107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9B3479-AD7E-3664-8DCC-3C57510BD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130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7467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0467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6817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7467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0467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817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072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8072" y="2327563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54422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75072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072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4422" y="576222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332940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05941" y="2324100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12290" y="263167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32940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05941" y="5458112"/>
            <a:ext cx="1841491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12290" y="5761444"/>
            <a:ext cx="1828791" cy="422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364781" y="3841252"/>
            <a:ext cx="4333799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5D588FB6-36F3-6621-0A6D-14F19A1A5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2335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086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9307" y="1115705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9307" y="2377556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9307" y="3632482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9307" y="4887409"/>
            <a:ext cx="3622974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500" b="0" i="0" dirty="0">
                <a:latin typeface="Graphik LC Medium" panose="020B0503030202060203" pitchFamily="34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82D2497A-742E-4CAF-20AE-BCF27C3A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93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178468"/>
            <a:ext cx="3663771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1147316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1976967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2806618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3636269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0460" y="4465920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0460" y="5295571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2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Graphik LC Regular" panose="020B0503030202060203" pitchFamily="34" charset="0"/>
              </a:rPr>
              <a:t>А. </a:t>
            </a:r>
            <a:r>
              <a:rPr lang="en-US" sz="1200" dirty="0" err="1">
                <a:latin typeface="Graphik LC Regular" panose="020B0503030202060203" pitchFamily="34" charset="0"/>
              </a:rPr>
              <a:t>Liaw</a:t>
            </a:r>
            <a:r>
              <a:rPr lang="en-US" sz="12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1200" dirty="0">
                <a:latin typeface="Graphik LC Regular" panose="020B0503030202060203" pitchFamily="34" charset="0"/>
              </a:rPr>
            </a:br>
            <a:r>
              <a:rPr lang="en-US" sz="1200" dirty="0">
                <a:latin typeface="Graphik LC Regular" panose="020B0503030202060203" pitchFamily="34" charset="0"/>
              </a:rPr>
              <a:t>by </a:t>
            </a:r>
            <a:r>
              <a:rPr lang="en-US" sz="1200" dirty="0" err="1">
                <a:latin typeface="Graphik LC Regular" panose="020B0503030202060203" pitchFamily="34" charset="0"/>
              </a:rPr>
              <a:t>randomForest</a:t>
            </a:r>
            <a:r>
              <a:rPr lang="en-US" sz="12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407B7A-B798-2872-F59F-F48DF147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168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835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46507F0-A8FD-59A1-2E3A-EFC4F32D8315}"/>
              </a:ext>
            </a:extLst>
          </p:cNvPr>
          <p:cNvSpPr/>
          <p:nvPr userDrawn="1"/>
        </p:nvSpPr>
        <p:spPr>
          <a:xfrm>
            <a:off x="609597" y="408890"/>
            <a:ext cx="831117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Как использовать шаблон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EB83F-17D9-C957-ECA3-5172A461631A}"/>
              </a:ext>
            </a:extLst>
          </p:cNvPr>
          <p:cNvSpPr txBox="1"/>
          <p:nvPr userDrawn="1"/>
        </p:nvSpPr>
        <p:spPr>
          <a:xfrm>
            <a:off x="827283" y="1899235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/>
              <a:t>скачай и установи шрифт на устройство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A4B90-F9B3-069B-C4AD-9BB020F446EF}"/>
              </a:ext>
            </a:extLst>
          </p:cNvPr>
          <p:cNvSpPr txBox="1"/>
          <p:nvPr userDrawn="1"/>
        </p:nvSpPr>
        <p:spPr>
          <a:xfrm>
            <a:off x="8244067" y="3597192"/>
            <a:ext cx="3069652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effectLst/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171416" indent="-171416">
              <a:buFont typeface="Arial" panose="020B0604020202020204" pitchFamily="34" charset="0"/>
              <a:buChar char="•"/>
            </a:pPr>
            <a:r>
              <a:rPr lang="ru-RU" sz="1000" dirty="0"/>
              <a:t>Если удобнее работать с </a:t>
            </a:r>
            <a:r>
              <a:rPr lang="ru-RU" sz="1000" dirty="0" err="1"/>
              <a:t>фигмой</a:t>
            </a:r>
            <a:r>
              <a:rPr lang="ru-RU" sz="1000" dirty="0"/>
              <a:t> – шаблон презентаций лежит </a:t>
            </a:r>
            <a:r>
              <a:rPr lang="ru-RU" sz="10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1000" dirty="0">
              <a:solidFill>
                <a:schemeClr val="accent1"/>
              </a:solidFill>
            </a:endParaRP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ru-RU" sz="1000" dirty="0"/>
              <a:t>Для сохранения макета в </a:t>
            </a:r>
            <a:r>
              <a:rPr lang="ru-RU" sz="1000" dirty="0" err="1"/>
              <a:t>p</a:t>
            </a:r>
            <a:r>
              <a:rPr lang="en-US" sz="1000" dirty="0" err="1"/>
              <a:t>df</a:t>
            </a:r>
            <a:r>
              <a:rPr lang="ru-RU" sz="1000" dirty="0"/>
              <a:t> выбираем вкладку «файл» –</a:t>
            </a:r>
            <a:r>
              <a:rPr lang="en-US" sz="1000" dirty="0"/>
              <a:t>&gt;</a:t>
            </a:r>
            <a:r>
              <a:rPr lang="ru-RU" sz="1000" dirty="0"/>
              <a:t> «экспорт» –</a:t>
            </a:r>
            <a:r>
              <a:rPr lang="en-US" sz="1000" dirty="0"/>
              <a:t>&gt;</a:t>
            </a:r>
            <a:r>
              <a:rPr lang="ru-RU" sz="1000" dirty="0"/>
              <a:t> формат </a:t>
            </a:r>
            <a:r>
              <a:rPr lang="ru-RU" sz="1000" dirty="0" err="1"/>
              <a:t>p</a:t>
            </a:r>
            <a:r>
              <a:rPr lang="en-US" sz="1000" dirty="0" err="1"/>
              <a:t>df</a:t>
            </a:r>
            <a:endParaRPr lang="ru-RU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ru-RU" sz="1000" dirty="0"/>
              <a:t>Вопросы по шаблону можно задать в тайм – </a:t>
            </a:r>
            <a:r>
              <a:rPr lang="en" sz="1000" dirty="0" err="1"/>
              <a:t>p.s.filimonova</a:t>
            </a:r>
            <a:r>
              <a:rPr lang="ru-RU" sz="1000" dirty="0"/>
              <a:t>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06D49680-B855-70F6-2743-CB44894EA1FD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53B0A-C60A-8ABB-4D17-0927B29EA266}"/>
              </a:ext>
            </a:extLst>
          </p:cNvPr>
          <p:cNvSpPr txBox="1"/>
          <p:nvPr userDrawn="1"/>
        </p:nvSpPr>
        <p:spPr>
          <a:xfrm>
            <a:off x="827283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spc="100" dirty="0">
                <a:latin typeface="Graphik LC Medium" panose="020B0503030202060203" pitchFamily="34" charset="0"/>
              </a:rPr>
              <a:t>ОБЯЗАТЕЛЬНО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F1377-6774-066D-DFF4-8E4AFD73F860}"/>
              </a:ext>
            </a:extLst>
          </p:cNvPr>
          <p:cNvSpPr txBox="1"/>
          <p:nvPr userDrawn="1"/>
        </p:nvSpPr>
        <p:spPr>
          <a:xfrm>
            <a:off x="2452859" y="3377130"/>
            <a:ext cx="1033958" cy="7071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/>
              <a:t>корректный </a:t>
            </a:r>
            <a:br>
              <a:rPr lang="ru-RU" sz="1000" dirty="0"/>
            </a:br>
            <a:r>
              <a:rPr lang="ru-RU" sz="1000" dirty="0"/>
              <a:t>шрифт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29CF4-EDB3-EC62-EEB0-7F8B236FC9B7}"/>
              </a:ext>
            </a:extLst>
          </p:cNvPr>
          <p:cNvSpPr txBox="1"/>
          <p:nvPr userDrawn="1"/>
        </p:nvSpPr>
        <p:spPr>
          <a:xfrm>
            <a:off x="2452859" y="5022398"/>
            <a:ext cx="1249083" cy="7071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/>
              <a:t>некорректный </a:t>
            </a:r>
            <a:br>
              <a:rPr lang="ru-RU" sz="1000" dirty="0"/>
            </a:br>
            <a:r>
              <a:rPr lang="ru-RU" sz="1000" dirty="0"/>
              <a:t>шрифт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114DF-C02A-F6D5-4B64-8260AAADEC10}"/>
              </a:ext>
            </a:extLst>
          </p:cNvPr>
          <p:cNvSpPr txBox="1"/>
          <p:nvPr userDrawn="1"/>
        </p:nvSpPr>
        <p:spPr>
          <a:xfrm>
            <a:off x="827283" y="5870600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hlinkClick r:id="rId3"/>
              </a:rPr>
              <a:t>Скачать шрифт</a:t>
            </a:r>
            <a:endParaRPr lang="ru-RU" sz="10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590AC18-4802-411A-4891-92D108527E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283" y="3921751"/>
            <a:ext cx="1344134" cy="146529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7343269-E715-856C-52FF-27C3F4E579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7283" y="2276484"/>
            <a:ext cx="1344134" cy="146529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0D3134A-5F58-2ECC-64E9-A72836471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6661" y="4093284"/>
            <a:ext cx="283247" cy="283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79CF1-4002-5478-7503-0A9640AC243D}"/>
              </a:ext>
            </a:extLst>
          </p:cNvPr>
          <p:cNvSpPr txBox="1"/>
          <p:nvPr userDrawn="1"/>
        </p:nvSpPr>
        <p:spPr>
          <a:xfrm>
            <a:off x="8244067" y="1899235"/>
            <a:ext cx="3219028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000" dirty="0">
                <a:effectLst/>
              </a:rPr>
              <a:t>на следующих слайдах подробно описано, </a:t>
            </a:r>
            <a:br>
              <a:rPr lang="ru-RU" sz="1000" dirty="0">
                <a:effectLst/>
              </a:rPr>
            </a:br>
            <a:r>
              <a:rPr lang="ru-RU" sz="1000" dirty="0">
                <a:effectLst/>
              </a:rPr>
              <a:t>как пользоваться шаблоном: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логотип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палитра</a:t>
            </a:r>
            <a:endParaRPr lang="ru-RU" sz="1000" dirty="0"/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типографика</a:t>
            </a:r>
            <a:endParaRPr lang="ru-RU" sz="1000" dirty="0"/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сетка</a:t>
            </a:r>
            <a:endParaRPr lang="ru-RU" sz="1000" dirty="0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EAF6CA4-4B50-2D9A-16FA-246A6C0A30D9}"/>
              </a:ext>
            </a:extLst>
          </p:cNvPr>
          <p:cNvSpPr>
            <a:spLocks/>
          </p:cNvSpPr>
          <p:nvPr userDrawn="1"/>
        </p:nvSpPr>
        <p:spPr>
          <a:xfrm>
            <a:off x="8023131" y="1337473"/>
            <a:ext cx="3575114" cy="1834352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AF3B-C689-2BB5-EB7B-492933A2CA2B}"/>
              </a:ext>
            </a:extLst>
          </p:cNvPr>
          <p:cNvSpPr txBox="1"/>
          <p:nvPr userDrawn="1"/>
        </p:nvSpPr>
        <p:spPr>
          <a:xfrm>
            <a:off x="8244067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spc="100" dirty="0">
                <a:latin typeface="Graphik LC Medium" panose="020B0503030202060203" pitchFamily="34" charset="0"/>
              </a:rPr>
              <a:t>ГАЙД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83A6BA-5686-CE92-CE49-8C0EBC00AFAF}"/>
              </a:ext>
            </a:extLst>
          </p:cNvPr>
          <p:cNvSpPr txBox="1"/>
          <p:nvPr userDrawn="1"/>
        </p:nvSpPr>
        <p:spPr>
          <a:xfrm>
            <a:off x="4529380" y="1899235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000" dirty="0"/>
              <a:t>Границы рабочей зоны на слайдах выделены направляющими, контент не должен выходить </a:t>
            </a:r>
            <a:br>
              <a:rPr lang="ru-RU" sz="1000" dirty="0"/>
            </a:br>
            <a:r>
              <a:rPr lang="ru-RU" sz="1000" dirty="0"/>
              <a:t>за них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9EF3BC4-D2FF-E771-11FC-349FE16C53A3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3575114" cy="3039094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F13EA-3965-20EC-1203-70A92439A414}"/>
              </a:ext>
            </a:extLst>
          </p:cNvPr>
          <p:cNvSpPr txBox="1"/>
          <p:nvPr userDrawn="1"/>
        </p:nvSpPr>
        <p:spPr>
          <a:xfrm>
            <a:off x="4529380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spc="100" dirty="0">
                <a:latin typeface="Graphik LC Medium" panose="020B0503030202060203" pitchFamily="34" charset="0"/>
              </a:rPr>
              <a:t>НАПРАВЛЯЮЩИЕ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EE8D2F-9B8B-8959-A924-8197A962EBC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529380" y="2446648"/>
            <a:ext cx="3150580" cy="1813741"/>
          </a:xfrm>
          <a:prstGeom prst="roundRect">
            <a:avLst>
              <a:gd name="adj" fmla="val 3243"/>
            </a:avLst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67F59E-CAA8-513A-7854-4516BCAB6E6F}"/>
              </a:ext>
            </a:extLst>
          </p:cNvPr>
          <p:cNvSpPr txBox="1"/>
          <p:nvPr userDrawn="1"/>
        </p:nvSpPr>
        <p:spPr>
          <a:xfrm>
            <a:off x="4529380" y="5131166"/>
            <a:ext cx="3219028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000" dirty="0"/>
              <a:t>Для сохранения правильных настроек </a:t>
            </a:r>
            <a:br>
              <a:rPr lang="ru-RU" sz="1000" dirty="0"/>
            </a:br>
            <a:r>
              <a:rPr lang="ru-RU" sz="1000" dirty="0"/>
              <a:t>не копируй, а дублируй слайды (или отдельные элементы на слайде) сочетанием клавиш </a:t>
            </a:r>
            <a:r>
              <a:rPr lang="en" sz="1000" dirty="0" err="1"/>
              <a:t>command+D</a:t>
            </a:r>
            <a:r>
              <a:rPr lang="en" sz="1000" dirty="0"/>
              <a:t> (</a:t>
            </a:r>
            <a:r>
              <a:rPr lang="ru-RU" sz="1000" dirty="0"/>
              <a:t>или </a:t>
            </a:r>
            <a:r>
              <a:rPr lang="en" sz="1000" dirty="0" err="1"/>
              <a:t>Ctrl+D</a:t>
            </a:r>
            <a:r>
              <a:rPr lang="en" sz="1000" dirty="0"/>
              <a:t>)</a:t>
            </a:r>
            <a:endParaRPr lang="ru-RU" sz="1000" dirty="0"/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043FB620-F14E-1D82-8E9D-D15BC226F788}"/>
              </a:ext>
            </a:extLst>
          </p:cNvPr>
          <p:cNvSpPr>
            <a:spLocks/>
          </p:cNvSpPr>
          <p:nvPr userDrawn="1"/>
        </p:nvSpPr>
        <p:spPr>
          <a:xfrm>
            <a:off x="4308443" y="4569404"/>
            <a:ext cx="3575114" cy="168614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7E541-2B30-C33F-6609-B020CE57B855}"/>
              </a:ext>
            </a:extLst>
          </p:cNvPr>
          <p:cNvSpPr txBox="1"/>
          <p:nvPr userDrawn="1"/>
        </p:nvSpPr>
        <p:spPr>
          <a:xfrm>
            <a:off x="4529380" y="4814586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spc="100" dirty="0">
                <a:latin typeface="Graphik LC Medium" panose="020B0503030202060203" pitchFamily="34" charset="0"/>
              </a:rPr>
              <a:t>ДУБЛИРОВАНИЕ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A86BC0-1CC7-5807-F58C-B19807656E35}"/>
              </a:ext>
            </a:extLst>
          </p:cNvPr>
          <p:cNvSpPr txBox="1"/>
          <p:nvPr userDrawn="1"/>
        </p:nvSpPr>
        <p:spPr>
          <a:xfrm>
            <a:off x="9584343" y="2245484"/>
            <a:ext cx="1878752" cy="8463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иконок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иллюстраций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фото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3</a:t>
            </a:r>
            <a:r>
              <a:rPr lang="en" sz="1000" dirty="0">
                <a:effectLst/>
              </a:rPr>
              <a:t>d</a:t>
            </a:r>
            <a:endParaRPr lang="ru-RU" sz="1000" dirty="0"/>
          </a:p>
        </p:txBody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C266EC2C-86E1-DD7C-21E9-47F88531A01E}"/>
              </a:ext>
            </a:extLst>
          </p:cNvPr>
          <p:cNvSpPr>
            <a:spLocks/>
          </p:cNvSpPr>
          <p:nvPr userDrawn="1"/>
        </p:nvSpPr>
        <p:spPr>
          <a:xfrm>
            <a:off x="8023131" y="3352010"/>
            <a:ext cx="3575114" cy="2903534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7807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7CDAE7-B475-5154-AB28-7288A20DF8EA}"/>
              </a:ext>
            </a:extLst>
          </p:cNvPr>
          <p:cNvSpPr/>
          <p:nvPr userDrawn="1"/>
        </p:nvSpPr>
        <p:spPr>
          <a:xfrm>
            <a:off x="609597" y="408890"/>
            <a:ext cx="519732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49F12-8FD9-10E4-D082-5179030F622F}"/>
              </a:ext>
            </a:extLst>
          </p:cNvPr>
          <p:cNvSpPr txBox="1"/>
          <p:nvPr userDrawn="1"/>
        </p:nvSpPr>
        <p:spPr>
          <a:xfrm>
            <a:off x="785391" y="1576397"/>
            <a:ext cx="3214588" cy="17939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В презентации используются фиксированные элементы (например: логотип, сокращенный логотип, перекрестие) – их размер и положение не должны изменяться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1000" dirty="0">
                <a:solidFill>
                  <a:schemeClr val="tx1"/>
                </a:solidFill>
              </a:rPr>
              <a:t>&gt; </a:t>
            </a:r>
            <a:r>
              <a:rPr lang="ru-RU" sz="1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5E3B42-0B82-70B2-8A2E-0D497E291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009" b="51329"/>
          <a:stretch/>
        </p:blipFill>
        <p:spPr>
          <a:xfrm>
            <a:off x="4496008" y="1466357"/>
            <a:ext cx="4587097" cy="2811105"/>
          </a:xfrm>
          <a:prstGeom prst="roundRect">
            <a:avLst>
              <a:gd name="adj" fmla="val 4061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E51CBB-6CF4-6909-6701-7707FB3D6EF4}"/>
              </a:ext>
            </a:extLst>
          </p:cNvPr>
          <p:cNvSpPr txBox="1"/>
          <p:nvPr userDrawn="1"/>
        </p:nvSpPr>
        <p:spPr>
          <a:xfrm>
            <a:off x="785391" y="4084511"/>
            <a:ext cx="3214588" cy="17170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В шаблонах слайдов могут находиться фиксированные элементы, которые </a:t>
            </a:r>
            <a:br>
              <a:rPr lang="ru-RU" sz="1000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в зависимости от контента можно менять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по размеру или цвету, для изменения таких элементов выбираем вкладку «вид» –</a:t>
            </a:r>
            <a:r>
              <a:rPr lang="en-US" sz="1000" dirty="0">
                <a:solidFill>
                  <a:schemeClr val="tx1"/>
                </a:solidFill>
              </a:rPr>
              <a:t>&gt; </a:t>
            </a:r>
            <a:br>
              <a:rPr lang="ru-RU" sz="1000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1000" dirty="0">
                <a:solidFill>
                  <a:schemeClr val="tx1"/>
                </a:solidFill>
              </a:rPr>
              <a:t>&gt;</a:t>
            </a:r>
            <a:r>
              <a:rPr lang="ru-RU" sz="1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1000" dirty="0">
                <a:solidFill>
                  <a:schemeClr val="tx1"/>
                </a:solidFill>
              </a:rPr>
              <a:t>&gt;</a:t>
            </a:r>
            <a:r>
              <a:rPr lang="ru-RU" sz="1000" dirty="0">
                <a:solidFill>
                  <a:schemeClr val="tx1"/>
                </a:solidFill>
              </a:rPr>
              <a:t> в созданном дубликате меняем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размер/цвет необходимых элементов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1857F2-7E4F-83FF-66AA-2D22A2CE7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6245" y="4364313"/>
            <a:ext cx="4014217" cy="1757087"/>
          </a:xfrm>
          <a:prstGeom prst="roundRect">
            <a:avLst>
              <a:gd name="adj" fmla="val 8400"/>
            </a:avLst>
          </a:prstGeom>
        </p:spPr>
      </p:pic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542F6C1-F2E3-8187-5AF7-232D45D23CFE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FCBD142F-C326-B089-0E00-E62A2DDE63D3}"/>
              </a:ext>
            </a:extLst>
          </p:cNvPr>
          <p:cNvSpPr>
            <a:spLocks/>
          </p:cNvSpPr>
          <p:nvPr userDrawn="1"/>
        </p:nvSpPr>
        <p:spPr>
          <a:xfrm>
            <a:off x="606346" y="3860009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867109A-6356-F0B7-B5F6-A6E782E95593}"/>
              </a:ext>
            </a:extLst>
          </p:cNvPr>
          <p:cNvSpPr>
            <a:spLocks/>
          </p:cNvSpPr>
          <p:nvPr userDrawn="1"/>
        </p:nvSpPr>
        <p:spPr>
          <a:xfrm>
            <a:off x="4326962" y="1337473"/>
            <a:ext cx="7258692" cy="491807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270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BB139CB-272E-778F-2A55-1389CF6F2150}"/>
              </a:ext>
            </a:extLst>
          </p:cNvPr>
          <p:cNvSpPr/>
          <p:nvPr userDrawn="1"/>
        </p:nvSpPr>
        <p:spPr>
          <a:xfrm>
            <a:off x="609597" y="408890"/>
            <a:ext cx="337606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CA7C-492C-B252-77F3-C7894F5FE2C7}"/>
              </a:ext>
            </a:extLst>
          </p:cNvPr>
          <p:cNvSpPr txBox="1"/>
          <p:nvPr userDrawn="1"/>
        </p:nvSpPr>
        <p:spPr>
          <a:xfrm>
            <a:off x="785391" y="1576397"/>
            <a:ext cx="3200271" cy="18324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Логотип используется на титульном слайде, закрывающем слайде и разделителях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ru-RU" sz="1000" dirty="0">
                <a:solidFill>
                  <a:schemeClr val="tx1"/>
                </a:solidFill>
              </a:rPr>
              <a:t>(для разделов)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29BC0F5-8D5C-2D7A-68D6-4EF3C236A30E}"/>
              </a:ext>
            </a:extLst>
          </p:cNvPr>
          <p:cNvGrpSpPr/>
          <p:nvPr userDrawn="1"/>
        </p:nvGrpSpPr>
        <p:grpSpPr>
          <a:xfrm>
            <a:off x="842107" y="3795754"/>
            <a:ext cx="3143556" cy="821399"/>
            <a:chOff x="1684433" y="7591507"/>
            <a:chExt cx="6287930" cy="1642797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E6A15CF-11C3-F50F-C602-ABD6A4AA1332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2" name="Image 4" descr=" ">
              <a:extLst>
                <a:ext uri="{FF2B5EF4-FFF2-40B4-BE49-F238E27FC236}">
                  <a16:creationId xmlns:a16="http://schemas.microsoft.com/office/drawing/2014/main" id="{9DDC68C9-20AE-2C06-7ECD-AE9A777C6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13" name="Image 4" descr=" ">
            <a:extLst>
              <a:ext uri="{FF2B5EF4-FFF2-40B4-BE49-F238E27FC236}">
                <a16:creationId xmlns:a16="http://schemas.microsoft.com/office/drawing/2014/main" id="{91FEEA9E-C52E-A795-8474-828172EFF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540" y="5235212"/>
            <a:ext cx="2500689" cy="4394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E27D78-3AAA-CE4A-8465-ABD1FFFF371D}"/>
              </a:ext>
            </a:extLst>
          </p:cNvPr>
          <p:cNvSpPr txBox="1"/>
          <p:nvPr userDrawn="1"/>
        </p:nvSpPr>
        <p:spPr>
          <a:xfrm>
            <a:off x="4614075" y="1576397"/>
            <a:ext cx="6098923" cy="4089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Для партнерства и </a:t>
            </a:r>
            <a:r>
              <a:rPr lang="ru-RU" sz="1000" dirty="0" err="1"/>
              <a:t>кобрендинга</a:t>
            </a:r>
            <a:r>
              <a:rPr lang="ru-RU" sz="1000" dirty="0"/>
              <a:t> используется знак умножения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Визуальные веса логотипов должны быть одинаковыми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5581C-2B55-2958-23FE-DBA4570A555C}"/>
              </a:ext>
            </a:extLst>
          </p:cNvPr>
          <p:cNvSpPr txBox="1"/>
          <p:nvPr userDrawn="1"/>
        </p:nvSpPr>
        <p:spPr>
          <a:xfrm>
            <a:off x="4614075" y="4088577"/>
            <a:ext cx="3119218" cy="202478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На всех контентных слайдах используется сокращенная версия логотипа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По умолчанию размещается в верхнем </a:t>
            </a:r>
            <a:br>
              <a:rPr lang="en-US" sz="1000" dirty="0"/>
            </a:br>
            <a:r>
              <a:rPr lang="ru-RU" sz="1000" dirty="0"/>
              <a:t>правом углу слайда 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В зависимости от верстки и контента </a:t>
            </a:r>
            <a:br>
              <a:rPr lang="en-US" sz="1000" dirty="0"/>
            </a:br>
            <a:r>
              <a:rPr lang="ru-RU" sz="1000" dirty="0"/>
              <a:t>на слайде, может быть перемещена </a:t>
            </a:r>
            <a:br>
              <a:rPr lang="ru-RU" sz="1000" dirty="0"/>
            </a:br>
            <a:r>
              <a:rPr lang="ru-RU" sz="1000" dirty="0"/>
              <a:t>в верхний левый, нижний правый или нижний левый углы</a:t>
            </a:r>
          </a:p>
          <a:p>
            <a:pPr>
              <a:lnSpc>
                <a:spcPts val="1500"/>
              </a:lnSpc>
              <a:spcAft>
                <a:spcPts val="300"/>
              </a:spcAft>
            </a:pPr>
            <a:r>
              <a:rPr lang="ru-RU" sz="1000" dirty="0"/>
              <a:t>Для сложного фона (например, фотографии) используем подложку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FDE207-32F7-8E51-3DAA-806979EAC7F7}"/>
              </a:ext>
            </a:extLst>
          </p:cNvPr>
          <p:cNvSpPr/>
          <p:nvPr userDrawn="1"/>
        </p:nvSpPr>
        <p:spPr>
          <a:xfrm>
            <a:off x="8711859" y="4542994"/>
            <a:ext cx="1241496" cy="1001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pic>
        <p:nvPicPr>
          <p:cNvPr id="17" name="Image 44" descr=" ">
            <a:extLst>
              <a:ext uri="{FF2B5EF4-FFF2-40B4-BE49-F238E27FC236}">
                <a16:creationId xmlns:a16="http://schemas.microsoft.com/office/drawing/2014/main" id="{91CB8D11-A218-DD18-5471-4B72B301AF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1309" y="4912818"/>
            <a:ext cx="482598" cy="317500"/>
          </a:xfrm>
          <a:prstGeom prst="rect">
            <a:avLst/>
          </a:prstGeom>
        </p:spPr>
      </p:pic>
      <p:pic>
        <p:nvPicPr>
          <p:cNvPr id="18" name="Image 44" descr=" ">
            <a:extLst>
              <a:ext uri="{FF2B5EF4-FFF2-40B4-BE49-F238E27FC236}">
                <a16:creationId xmlns:a16="http://schemas.microsoft.com/office/drawing/2014/main" id="{9B5FCFC1-9CE4-FAE2-BEEC-5A8B9424F1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6436" y="4912818"/>
            <a:ext cx="482598" cy="317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3C86CC-0E57-A4F5-87D2-CD40C60F4C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0349" y="2298617"/>
            <a:ext cx="7007481" cy="1374528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D94B8DC4-A601-ABEE-B384-1635E50A27CB}"/>
              </a:ext>
            </a:extLst>
          </p:cNvPr>
          <p:cNvSpPr>
            <a:spLocks/>
          </p:cNvSpPr>
          <p:nvPr userDrawn="1"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B7E3430-9D2F-CCE2-EA11-9D28ADF44168}"/>
              </a:ext>
            </a:extLst>
          </p:cNvPr>
          <p:cNvSpPr>
            <a:spLocks/>
          </p:cNvSpPr>
          <p:nvPr userDrawn="1"/>
        </p:nvSpPr>
        <p:spPr>
          <a:xfrm>
            <a:off x="4308443" y="1337473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FD68CA4-8057-2430-C068-2A010A2510DF}"/>
              </a:ext>
            </a:extLst>
          </p:cNvPr>
          <p:cNvSpPr>
            <a:spLocks/>
          </p:cNvSpPr>
          <p:nvPr userDrawn="1"/>
        </p:nvSpPr>
        <p:spPr>
          <a:xfrm>
            <a:off x="4308443" y="3850777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980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7986F343-A46C-D96B-AD90-CBF98E382C9D}"/>
              </a:ext>
            </a:extLst>
          </p:cNvPr>
          <p:cNvSpPr/>
          <p:nvPr userDrawn="1"/>
        </p:nvSpPr>
        <p:spPr>
          <a:xfrm>
            <a:off x="3923516" y="609600"/>
            <a:ext cx="7677110" cy="3354238"/>
          </a:xfrm>
          <a:prstGeom prst="roundRect">
            <a:avLst>
              <a:gd name="adj" fmla="val 2665"/>
            </a:avLst>
          </a:prstGeom>
          <a:solidFill>
            <a:schemeClr val="tx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262F898-C00E-11C6-3C4D-A84F20851F79}"/>
              </a:ext>
            </a:extLst>
          </p:cNvPr>
          <p:cNvSpPr/>
          <p:nvPr userDrawn="1"/>
        </p:nvSpPr>
        <p:spPr>
          <a:xfrm>
            <a:off x="3923516" y="4114801"/>
            <a:ext cx="7677110" cy="1124712"/>
          </a:xfrm>
          <a:prstGeom prst="roundRect">
            <a:avLst>
              <a:gd name="adj" fmla="val 794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93E5CD0-0257-9AF7-54BA-60580E0089A3}"/>
              </a:ext>
            </a:extLst>
          </p:cNvPr>
          <p:cNvSpPr>
            <a:spLocks/>
          </p:cNvSpPr>
          <p:nvPr userDrawn="1"/>
        </p:nvSpPr>
        <p:spPr>
          <a:xfrm>
            <a:off x="392351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FFF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DDAE8B-1828-DABE-CFE4-634CA0448D96}"/>
              </a:ext>
            </a:extLst>
          </p:cNvPr>
          <p:cNvSpPr>
            <a:spLocks/>
          </p:cNvSpPr>
          <p:nvPr userDrawn="1"/>
        </p:nvSpPr>
        <p:spPr>
          <a:xfrm>
            <a:off x="452383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6F6F6"/>
          </a:solidFill>
          <a:ln/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FAF048EE-8BD5-2CCE-CF09-95B9A0FA1310}"/>
              </a:ext>
            </a:extLst>
          </p:cNvPr>
          <p:cNvSpPr>
            <a:spLocks/>
          </p:cNvSpPr>
          <p:nvPr userDrawn="1"/>
        </p:nvSpPr>
        <p:spPr>
          <a:xfrm>
            <a:off x="512414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E6E6E6"/>
          </a:solidFill>
          <a:ln w="12700">
            <a:solidFill>
              <a:schemeClr val="tx1"/>
            </a:solidFill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BD49F94-FA96-E40E-BBA3-22E7EAFBF8E0}"/>
              </a:ext>
            </a:extLst>
          </p:cNvPr>
          <p:cNvSpPr>
            <a:spLocks/>
          </p:cNvSpPr>
          <p:nvPr userDrawn="1"/>
        </p:nvSpPr>
        <p:spPr>
          <a:xfrm>
            <a:off x="572446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D1D1D1"/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5FEBF27D-9DCF-4D5A-E698-257FE9A14690}"/>
              </a:ext>
            </a:extLst>
          </p:cNvPr>
          <p:cNvSpPr>
            <a:spLocks/>
          </p:cNvSpPr>
          <p:nvPr userDrawn="1"/>
        </p:nvSpPr>
        <p:spPr>
          <a:xfrm>
            <a:off x="632477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B0B0B0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86ED343-23B2-8A08-7B4E-7D09B5748107}"/>
              </a:ext>
            </a:extLst>
          </p:cNvPr>
          <p:cNvSpPr>
            <a:spLocks/>
          </p:cNvSpPr>
          <p:nvPr userDrawn="1"/>
        </p:nvSpPr>
        <p:spPr>
          <a:xfrm>
            <a:off x="692509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888888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2B7AC550-E920-53C8-FBA1-42CB7C12F393}"/>
              </a:ext>
            </a:extLst>
          </p:cNvPr>
          <p:cNvSpPr>
            <a:spLocks/>
          </p:cNvSpPr>
          <p:nvPr userDrawn="1"/>
        </p:nvSpPr>
        <p:spPr>
          <a:xfrm>
            <a:off x="752540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6D6D6D"/>
          </a:solidFill>
          <a:ln/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C70DA98D-1D18-B006-8FB0-41AA6C37D61F}"/>
              </a:ext>
            </a:extLst>
          </p:cNvPr>
          <p:cNvSpPr>
            <a:spLocks/>
          </p:cNvSpPr>
          <p:nvPr userDrawn="1"/>
        </p:nvSpPr>
        <p:spPr>
          <a:xfrm>
            <a:off x="812572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5D5D5D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ACFFF24D-EFAA-EA10-FA01-D70988DAD5DF}"/>
              </a:ext>
            </a:extLst>
          </p:cNvPr>
          <p:cNvSpPr>
            <a:spLocks/>
          </p:cNvSpPr>
          <p:nvPr userDrawn="1"/>
        </p:nvSpPr>
        <p:spPr>
          <a:xfrm>
            <a:off x="872603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F4F4F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B6D38D8-97CC-8A81-A5D2-2A10FAE38CE5}"/>
              </a:ext>
            </a:extLst>
          </p:cNvPr>
          <p:cNvSpPr>
            <a:spLocks/>
          </p:cNvSpPr>
          <p:nvPr userDrawn="1"/>
        </p:nvSpPr>
        <p:spPr>
          <a:xfrm>
            <a:off x="932635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54545"/>
          </a:solidFill>
          <a:ln/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C0D224C8-E79C-3D30-EC8E-33401E583C71}"/>
              </a:ext>
            </a:extLst>
          </p:cNvPr>
          <p:cNvSpPr>
            <a:spLocks/>
          </p:cNvSpPr>
          <p:nvPr userDrawn="1"/>
        </p:nvSpPr>
        <p:spPr>
          <a:xfrm>
            <a:off x="992666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3D3D3D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B0DCBDDF-3975-5478-90DA-DF3ADE2FAB16}"/>
              </a:ext>
            </a:extLst>
          </p:cNvPr>
          <p:cNvSpPr>
            <a:spLocks/>
          </p:cNvSpPr>
          <p:nvPr userDrawn="1"/>
        </p:nvSpPr>
        <p:spPr>
          <a:xfrm>
            <a:off x="10526979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chemeClr val="tx1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57CB240-D9AE-8A29-E665-C5D377EC94A3}"/>
              </a:ext>
            </a:extLst>
          </p:cNvPr>
          <p:cNvSpPr>
            <a:spLocks/>
          </p:cNvSpPr>
          <p:nvPr userDrawn="1"/>
        </p:nvSpPr>
        <p:spPr>
          <a:xfrm>
            <a:off x="11127294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000000"/>
          </a:solidFill>
          <a:ln/>
        </p:spPr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156B8320-7005-B2A8-42A5-E82DE6B887FD}"/>
              </a:ext>
            </a:extLst>
          </p:cNvPr>
          <p:cNvSpPr/>
          <p:nvPr userDrawn="1"/>
        </p:nvSpPr>
        <p:spPr>
          <a:xfrm>
            <a:off x="609597" y="408890"/>
            <a:ext cx="30416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Основная </a:t>
            </a:r>
            <a:b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палитра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727D7-B2A6-F305-ADF8-97AB4C4CE1EB}"/>
              </a:ext>
            </a:extLst>
          </p:cNvPr>
          <p:cNvSpPr txBox="1"/>
          <p:nvPr userDrawn="1"/>
        </p:nvSpPr>
        <p:spPr>
          <a:xfrm>
            <a:off x="609597" y="1825779"/>
            <a:ext cx="3200271" cy="3477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sz="1200" dirty="0">
                <a:latin typeface="Graphik LC Medium" panose="020B0503030202060203" pitchFamily="34" charset="0"/>
              </a:rPr>
              <a:t>Base black</a:t>
            </a:r>
            <a:br>
              <a:rPr lang="ru-RU" sz="1000" dirty="0"/>
            </a:br>
            <a:r>
              <a:rPr lang="ru-RU" sz="1000" dirty="0"/>
              <a:t>Используется как основной фоновый </a:t>
            </a:r>
            <a:br>
              <a:rPr lang="ru-RU" sz="1000" dirty="0"/>
            </a:br>
            <a:r>
              <a:rPr lang="ru-RU" sz="1000" dirty="0"/>
              <a:t>и акцентный цвет Центрального университета </a:t>
            </a:r>
            <a:br>
              <a:rPr lang="ru-RU" sz="1000" dirty="0"/>
            </a:br>
            <a:r>
              <a:rPr lang="ru-RU" sz="1000" dirty="0"/>
              <a:t>в коммуникациях.</a:t>
            </a:r>
            <a:br>
              <a:rPr lang="ru-RU" sz="1000" dirty="0"/>
            </a:br>
            <a:endParaRPr lang="ru-RU" sz="1000" dirty="0"/>
          </a:p>
          <a:p>
            <a:r>
              <a:rPr lang="en" sz="1200" dirty="0">
                <a:latin typeface="Graphik LC Medium" panose="020B0503030202060203" pitchFamily="34" charset="0"/>
              </a:rPr>
              <a:t>Base grey</a:t>
            </a:r>
            <a:br>
              <a:rPr lang="ru-RU" sz="1000" dirty="0"/>
            </a:br>
            <a:r>
              <a:rPr lang="ru-RU" sz="1000" dirty="0"/>
              <a:t>Используется как основной фоновый </a:t>
            </a:r>
            <a:br>
              <a:rPr lang="ru-RU" sz="1000" dirty="0"/>
            </a:br>
            <a:r>
              <a:rPr lang="ru-RU" sz="1000" dirty="0"/>
              <a:t>и акцентный цвет Центрального университета </a:t>
            </a:r>
            <a:br>
              <a:rPr lang="ru-RU" sz="1000" dirty="0"/>
            </a:br>
            <a:r>
              <a:rPr lang="ru-RU" sz="1000" dirty="0"/>
              <a:t>в коммуникациях. 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F1EB858-4FBD-850F-714B-6EC13C3CA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2018" y="3838152"/>
            <a:ext cx="1334335" cy="2417393"/>
          </a:xfrm>
          <a:prstGeom prst="roundRect">
            <a:avLst>
              <a:gd name="adj" fmla="val 3444"/>
            </a:avLst>
          </a:prstGeom>
          <a:ln w="12700"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D9E401-9FC4-0F05-05F3-84AC1C9BB086}"/>
              </a:ext>
            </a:extLst>
          </p:cNvPr>
          <p:cNvSpPr txBox="1"/>
          <p:nvPr userDrawn="1"/>
        </p:nvSpPr>
        <p:spPr>
          <a:xfrm>
            <a:off x="609597" y="3826198"/>
            <a:ext cx="1617498" cy="10918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/>
              <a:t>Фирменная палитра </a:t>
            </a:r>
            <a:br>
              <a:rPr lang="ru-RU" sz="1000" dirty="0"/>
            </a:br>
            <a:r>
              <a:rPr lang="ru-RU" sz="1000" dirty="0"/>
              <a:t>закреплена в данном </a:t>
            </a:r>
            <a:br>
              <a:rPr lang="ru-RU" sz="1000" dirty="0"/>
            </a:br>
            <a:r>
              <a:rPr lang="ru-RU" sz="1000" dirty="0"/>
              <a:t>шаблоне презентаций</a:t>
            </a: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4DABABCE-DD08-EFA9-5E52-D32E480D1F2A}"/>
              </a:ext>
            </a:extLst>
          </p:cNvPr>
          <p:cNvSpPr/>
          <p:nvPr userDrawn="1"/>
        </p:nvSpPr>
        <p:spPr>
          <a:xfrm>
            <a:off x="4159228" y="66879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1FCB125-F04B-1C14-8366-E078D96F30D2}"/>
              </a:ext>
            </a:extLst>
          </p:cNvPr>
          <p:cNvSpPr/>
          <p:nvPr userDrawn="1"/>
        </p:nvSpPr>
        <p:spPr>
          <a:xfrm>
            <a:off x="4159228" y="76023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Black</a:t>
            </a:r>
            <a:endParaRPr lang="en-US" sz="12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83C739C4-0174-C1DE-9EA8-D28D08A3B343}"/>
              </a:ext>
            </a:extLst>
          </p:cNvPr>
          <p:cNvSpPr/>
          <p:nvPr userDrawn="1"/>
        </p:nvSpPr>
        <p:spPr>
          <a:xfrm>
            <a:off x="4159229" y="101423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#141414</a:t>
            </a:r>
            <a:endParaRPr lang="en-US" sz="9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35086F2-D6AA-39DF-4D8A-18A80F0170E5}"/>
              </a:ext>
            </a:extLst>
          </p:cNvPr>
          <p:cNvSpPr/>
          <p:nvPr userDrawn="1"/>
        </p:nvSpPr>
        <p:spPr>
          <a:xfrm>
            <a:off x="4159228" y="421844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F9B8D04-9918-A79F-EA30-DB4FA281CA4A}"/>
              </a:ext>
            </a:extLst>
          </p:cNvPr>
          <p:cNvSpPr/>
          <p:nvPr userDrawn="1"/>
        </p:nvSpPr>
        <p:spPr>
          <a:xfrm>
            <a:off x="4159228" y="421844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Grey</a:t>
            </a:r>
            <a:endParaRPr lang="en-US" sz="12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DE8B4A21-B416-DC6A-D52D-FE815A388BF0}"/>
              </a:ext>
            </a:extLst>
          </p:cNvPr>
          <p:cNvSpPr/>
          <p:nvPr userDrawn="1"/>
        </p:nvSpPr>
        <p:spPr>
          <a:xfrm>
            <a:off x="4159229" y="447244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#E6E6E6</a:t>
            </a:r>
            <a:endParaRPr lang="en-US" sz="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ED38EBDE-7076-450E-B02C-AAB461A18E81}"/>
              </a:ext>
            </a:extLst>
          </p:cNvPr>
          <p:cNvSpPr/>
          <p:nvPr userDrawn="1"/>
        </p:nvSpPr>
        <p:spPr>
          <a:xfrm>
            <a:off x="4004786" y="5463049"/>
            <a:ext cx="2624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#FFFFFF</a:t>
            </a:r>
            <a:endParaRPr lang="en-US" sz="5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B58C1321-00F2-C751-A62A-00035998C6B9}"/>
              </a:ext>
            </a:extLst>
          </p:cNvPr>
          <p:cNvSpPr/>
          <p:nvPr userDrawn="1"/>
        </p:nvSpPr>
        <p:spPr>
          <a:xfrm>
            <a:off x="4605100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#F6F6F6</a:t>
            </a:r>
            <a:endParaRPr lang="en-US" sz="50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266907E-0650-54D0-2EE6-691C71A6739A}"/>
              </a:ext>
            </a:extLst>
          </p:cNvPr>
          <p:cNvSpPr/>
          <p:nvPr userDrawn="1"/>
        </p:nvSpPr>
        <p:spPr>
          <a:xfrm>
            <a:off x="5205416" y="5463049"/>
            <a:ext cx="2942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#E6E6E6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grey</a:t>
            </a:r>
            <a:endParaRPr lang="en-US" sz="5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7CCEF170-E150-8B50-97E6-462D74141C1F}"/>
              </a:ext>
            </a:extLst>
          </p:cNvPr>
          <p:cNvSpPr/>
          <p:nvPr userDrawn="1"/>
        </p:nvSpPr>
        <p:spPr>
          <a:xfrm>
            <a:off x="5805731" y="5463049"/>
            <a:ext cx="2624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#D1D1D1</a:t>
            </a:r>
            <a:endParaRPr lang="en-US" sz="5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AF85B8-F563-8F83-0D8F-C5A03B96271E}"/>
              </a:ext>
            </a:extLst>
          </p:cNvPr>
          <p:cNvSpPr/>
          <p:nvPr userDrawn="1"/>
        </p:nvSpPr>
        <p:spPr>
          <a:xfrm>
            <a:off x="640604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#B0B0B0</a:t>
            </a:r>
            <a:endParaRPr lang="en-US" sz="5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EA8441E-2A58-F7EA-5543-C9DB25C0381D}"/>
              </a:ext>
            </a:extLst>
          </p:cNvPr>
          <p:cNvSpPr/>
          <p:nvPr userDrawn="1"/>
        </p:nvSpPr>
        <p:spPr>
          <a:xfrm>
            <a:off x="7006360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#888888</a:t>
            </a:r>
            <a:endParaRPr lang="en-US" sz="5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2C20BFD5-0D3F-2735-E112-E5BE461F459D}"/>
              </a:ext>
            </a:extLst>
          </p:cNvPr>
          <p:cNvSpPr/>
          <p:nvPr userDrawn="1"/>
        </p:nvSpPr>
        <p:spPr>
          <a:xfrm>
            <a:off x="760667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#6D6D6D</a:t>
            </a:r>
            <a:endParaRPr lang="en-US" sz="5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7CE66338-CB58-CBDB-EAB1-94033C2A8CBD}"/>
              </a:ext>
            </a:extLst>
          </p:cNvPr>
          <p:cNvSpPr/>
          <p:nvPr userDrawn="1"/>
        </p:nvSpPr>
        <p:spPr>
          <a:xfrm>
            <a:off x="8206990" y="5463049"/>
            <a:ext cx="3005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#5D5D5D</a:t>
            </a:r>
            <a:endParaRPr lang="en-US" sz="5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89D00A81-57D2-4399-F18B-FC83A4D197A2}"/>
              </a:ext>
            </a:extLst>
          </p:cNvPr>
          <p:cNvSpPr/>
          <p:nvPr userDrawn="1"/>
        </p:nvSpPr>
        <p:spPr>
          <a:xfrm>
            <a:off x="8807304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700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#4F4F4F</a:t>
            </a:r>
            <a:endParaRPr lang="en-US" sz="5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177338D-809F-8B52-F422-FD4EB209A822}"/>
              </a:ext>
            </a:extLst>
          </p:cNvPr>
          <p:cNvSpPr/>
          <p:nvPr userDrawn="1"/>
        </p:nvSpPr>
        <p:spPr>
          <a:xfrm>
            <a:off x="9407619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#454545</a:t>
            </a:r>
            <a:endParaRPr lang="en-US" sz="5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0ED6393-F8AA-F990-BF31-46E47E1BC4C0}"/>
              </a:ext>
            </a:extLst>
          </p:cNvPr>
          <p:cNvSpPr/>
          <p:nvPr userDrawn="1"/>
        </p:nvSpPr>
        <p:spPr>
          <a:xfrm>
            <a:off x="10007934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#3D3D3D</a:t>
            </a:r>
            <a:endParaRPr lang="en-US" sz="5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6B07A622-C44A-2914-D1FD-B3C46EC9E006}"/>
              </a:ext>
            </a:extLst>
          </p:cNvPr>
          <p:cNvSpPr/>
          <p:nvPr userDrawn="1"/>
        </p:nvSpPr>
        <p:spPr>
          <a:xfrm>
            <a:off x="10608249" y="5463049"/>
            <a:ext cx="2561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950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#141414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base  black</a:t>
            </a:r>
            <a:endParaRPr lang="en-US" sz="5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88A0A92-DCCE-9695-3147-86B34E53D3B4}"/>
              </a:ext>
            </a:extLst>
          </p:cNvPr>
          <p:cNvSpPr/>
          <p:nvPr userDrawn="1"/>
        </p:nvSpPr>
        <p:spPr>
          <a:xfrm>
            <a:off x="11208563" y="5463049"/>
            <a:ext cx="3132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1000</a:t>
            </a:r>
            <a:endParaRPr lang="en-US" sz="500" dirty="0"/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#000000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923781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2FCA844-8081-5220-9A20-027AC6CD6A90}"/>
              </a:ext>
            </a:extLst>
          </p:cNvPr>
          <p:cNvSpPr/>
          <p:nvPr userDrawn="1"/>
        </p:nvSpPr>
        <p:spPr>
          <a:xfrm>
            <a:off x="609596" y="408890"/>
            <a:ext cx="6453224" cy="1731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Дополни-</a:t>
            </a:r>
            <a:b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тельная</a:t>
            </a:r>
            <a:b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палитра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2E519-4ED4-5E43-3CA2-FC2308AC3615}"/>
              </a:ext>
            </a:extLst>
          </p:cNvPr>
          <p:cNvSpPr txBox="1"/>
          <p:nvPr userDrawn="1"/>
        </p:nvSpPr>
        <p:spPr>
          <a:xfrm>
            <a:off x="609597" y="2399358"/>
            <a:ext cx="3200271" cy="53237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effectLst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  <a:endParaRPr lang="ru-RU" sz="1000" dirty="0"/>
          </a:p>
          <a:p>
            <a:r>
              <a:rPr lang="ru-RU" sz="1000" dirty="0">
                <a:effectLst/>
              </a:rPr>
              <a:t>Для учебных презентаций рекомендуется использовать первый уровень яркости –  </a:t>
            </a:r>
            <a:br>
              <a:rPr lang="ru-RU" sz="1000" dirty="0">
                <a:effectLst/>
              </a:rPr>
            </a:br>
            <a:r>
              <a:rPr lang="ru-RU" sz="1000" dirty="0">
                <a:effectLst/>
              </a:rPr>
              <a:t>1-2 </a:t>
            </a:r>
            <a:r>
              <a:rPr lang="ru-RU" sz="1000" dirty="0" err="1">
                <a:effectLst/>
              </a:rPr>
              <a:t>доп</a:t>
            </a:r>
            <a:r>
              <a:rPr lang="ru-RU" sz="1000" dirty="0">
                <a:effectLst/>
              </a:rPr>
              <a:t> цвета</a:t>
            </a:r>
          </a:p>
          <a:p>
            <a:pPr>
              <a:spcAft>
                <a:spcPts val="900"/>
              </a:spcAft>
            </a:pPr>
            <a:r>
              <a:rPr lang="ru-RU" sz="1000" dirty="0">
                <a:effectLst/>
              </a:rPr>
              <a:t>В презентациях для выступлений рекомендуется использовать второй уровень яркости – </a:t>
            </a:r>
            <a:br>
              <a:rPr lang="ru-RU" sz="1000" dirty="0">
                <a:effectLst/>
              </a:rPr>
            </a:br>
            <a:r>
              <a:rPr lang="ru-RU" sz="1000" dirty="0">
                <a:effectLst/>
              </a:rPr>
              <a:t>2-3 </a:t>
            </a:r>
            <a:r>
              <a:rPr lang="ru-RU" sz="1000" dirty="0" err="1">
                <a:effectLst/>
              </a:rPr>
              <a:t>доп</a:t>
            </a:r>
            <a:r>
              <a:rPr lang="ru-RU" sz="1000" dirty="0">
                <a:effectLst/>
              </a:rPr>
              <a:t> цвета</a:t>
            </a:r>
          </a:p>
          <a:p>
            <a:pPr>
              <a:spcAft>
                <a:spcPts val="900"/>
              </a:spcAft>
            </a:pPr>
            <a:endParaRPr lang="ru-RU" sz="1000" dirty="0"/>
          </a:p>
          <a:p>
            <a:pPr marL="0" indent="0">
              <a:buNone/>
            </a:pPr>
            <a:r>
              <a:rPr lang="en" sz="1200" dirty="0">
                <a:latin typeface="Graphik LC Medium" panose="020B0503030202060203" pitchFamily="34" charset="0"/>
              </a:rPr>
              <a:t>Education green</a:t>
            </a:r>
            <a:br>
              <a:rPr lang="ru-RU" sz="1000" dirty="0">
                <a:effectLst/>
              </a:rPr>
            </a:br>
            <a:r>
              <a:rPr lang="ru-RU" sz="1000" dirty="0">
                <a:effectLst/>
              </a:rPr>
              <a:t>Используется как доминирующий акцентный цвет Центрального университета в коммуникациях</a:t>
            </a:r>
            <a:endParaRPr lang="ru-RU" sz="1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C6ACE35-05B1-51BE-CC82-59248A09AEAB}"/>
              </a:ext>
            </a:extLst>
          </p:cNvPr>
          <p:cNvSpPr/>
          <p:nvPr userDrawn="1"/>
        </p:nvSpPr>
        <p:spPr>
          <a:xfrm>
            <a:off x="4704203" y="609600"/>
            <a:ext cx="6896423" cy="1033288"/>
          </a:xfrm>
          <a:prstGeom prst="rect">
            <a:avLst/>
          </a:prstGeom>
          <a:noFill/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2E2E33E-7146-7F90-CB5D-FC8A915B51B2}"/>
              </a:ext>
            </a:extLst>
          </p:cNvPr>
          <p:cNvSpPr/>
          <p:nvPr userDrawn="1"/>
        </p:nvSpPr>
        <p:spPr>
          <a:xfrm>
            <a:off x="4704203" y="609600"/>
            <a:ext cx="6896423" cy="661305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792520-A15A-047C-6458-92C9C4898A51}"/>
              </a:ext>
            </a:extLst>
          </p:cNvPr>
          <p:cNvSpPr/>
          <p:nvPr userDrawn="1"/>
        </p:nvSpPr>
        <p:spPr>
          <a:xfrm>
            <a:off x="4810484" y="715881"/>
            <a:ext cx="6683863" cy="448742"/>
          </a:xfrm>
          <a:prstGeom prst="rect">
            <a:avLst/>
          </a:prstGeom>
          <a:noFill/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11CABB0-4BFC-41A0-5CEE-8CB2AA0033BD}"/>
              </a:ext>
            </a:extLst>
          </p:cNvPr>
          <p:cNvSpPr/>
          <p:nvPr userDrawn="1"/>
        </p:nvSpPr>
        <p:spPr>
          <a:xfrm>
            <a:off x="4810485" y="715881"/>
            <a:ext cx="177134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Education Green</a:t>
            </a:r>
            <a:endParaRPr lang="en-US" sz="1116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A394EDA-5194-BC46-E108-29165F4CA0FE}"/>
              </a:ext>
            </a:extLst>
          </p:cNvPr>
          <p:cNvSpPr/>
          <p:nvPr userDrawn="1"/>
        </p:nvSpPr>
        <p:spPr>
          <a:xfrm>
            <a:off x="4810485" y="933676"/>
            <a:ext cx="175559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#00A651</a:t>
            </a:r>
            <a:endParaRPr lang="en-US" sz="744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627B8CD-5E85-D287-B628-53D5C828719A}"/>
              </a:ext>
            </a:extLst>
          </p:cNvPr>
          <p:cNvSpPr/>
          <p:nvPr userDrawn="1"/>
        </p:nvSpPr>
        <p:spPr>
          <a:xfrm>
            <a:off x="4810484" y="1058894"/>
            <a:ext cx="6410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0 166 81 </a:t>
            </a:r>
            <a:endParaRPr lang="en-US" sz="744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EC221D0-D290-77DA-B7A8-67EA7ABA86E2}"/>
              </a:ext>
            </a:extLst>
          </p:cNvPr>
          <p:cNvSpPr/>
          <p:nvPr userDrawn="1"/>
        </p:nvSpPr>
        <p:spPr>
          <a:xfrm>
            <a:off x="470420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EDFFF5">
              <a:alpha val="100000"/>
            </a:srgbClr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68A12EB-EA23-6BFF-E261-030425AB4679}"/>
              </a:ext>
            </a:extLst>
          </p:cNvPr>
          <p:cNvSpPr/>
          <p:nvPr userDrawn="1"/>
        </p:nvSpPr>
        <p:spPr>
          <a:xfrm>
            <a:off x="4786867" y="1384819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#EDFFF5</a:t>
            </a:r>
            <a:endParaRPr lang="en-US" sz="651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13EDA94-95FB-BC06-0898-5BFCBD30099D}"/>
              </a:ext>
            </a:extLst>
          </p:cNvPr>
          <p:cNvSpPr/>
          <p:nvPr userDrawn="1"/>
        </p:nvSpPr>
        <p:spPr>
          <a:xfrm>
            <a:off x="5337057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D6FFEA">
              <a:alpha val="100000"/>
            </a:srgbClr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7851351-E3E6-5128-3D1A-D712F2138547}"/>
              </a:ext>
            </a:extLst>
          </p:cNvPr>
          <p:cNvSpPr/>
          <p:nvPr userDrawn="1"/>
        </p:nvSpPr>
        <p:spPr>
          <a:xfrm>
            <a:off x="5419720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#D6FFEA</a:t>
            </a:r>
            <a:endParaRPr lang="en-US" sz="651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B06E639-0412-941E-5659-5B7425B48C08}"/>
              </a:ext>
            </a:extLst>
          </p:cNvPr>
          <p:cNvSpPr/>
          <p:nvPr userDrawn="1"/>
        </p:nvSpPr>
        <p:spPr>
          <a:xfrm>
            <a:off x="5969908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AFFFD5">
              <a:alpha val="100000"/>
            </a:srgbClr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D207F41-2302-D878-59FA-9E15DC79FC77}"/>
              </a:ext>
            </a:extLst>
          </p:cNvPr>
          <p:cNvSpPr/>
          <p:nvPr userDrawn="1"/>
        </p:nvSpPr>
        <p:spPr>
          <a:xfrm>
            <a:off x="6052571" y="1384819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#AFFFD5</a:t>
            </a:r>
            <a:endParaRPr lang="en-US" sz="651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B30AB19-B32C-5B11-9EFF-A400A2EF15E3}"/>
              </a:ext>
            </a:extLst>
          </p:cNvPr>
          <p:cNvSpPr/>
          <p:nvPr userDrawn="1"/>
        </p:nvSpPr>
        <p:spPr>
          <a:xfrm>
            <a:off x="6602759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71FFB6">
              <a:alpha val="100000"/>
            </a:srgbClr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2EC344B-053D-9F2E-6A54-CD50EDF7394E}"/>
              </a:ext>
            </a:extLst>
          </p:cNvPr>
          <p:cNvSpPr/>
          <p:nvPr userDrawn="1"/>
        </p:nvSpPr>
        <p:spPr>
          <a:xfrm>
            <a:off x="6685422" y="1384819"/>
            <a:ext cx="3387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#71FFB6</a:t>
            </a:r>
            <a:endParaRPr lang="en-US" sz="651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6F017E2-773E-0F78-B800-CA3323A6EFB1}"/>
              </a:ext>
            </a:extLst>
          </p:cNvPr>
          <p:cNvSpPr/>
          <p:nvPr userDrawn="1"/>
        </p:nvSpPr>
        <p:spPr>
          <a:xfrm>
            <a:off x="7235613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2DFB90">
              <a:alpha val="100000"/>
            </a:srgbClr>
          </a:solidFill>
          <a:ln/>
        </p:spPr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36D83019-BD32-348C-BC41-215213C039F8}"/>
              </a:ext>
            </a:extLst>
          </p:cNvPr>
          <p:cNvSpPr/>
          <p:nvPr userDrawn="1"/>
        </p:nvSpPr>
        <p:spPr>
          <a:xfrm>
            <a:off x="7318276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#2DFB90</a:t>
            </a:r>
            <a:endParaRPr lang="en-US" sz="651" dirty="0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0F4687D5-63C7-D698-5277-8188A134793F}"/>
              </a:ext>
            </a:extLst>
          </p:cNvPr>
          <p:cNvSpPr/>
          <p:nvPr userDrawn="1"/>
        </p:nvSpPr>
        <p:spPr>
          <a:xfrm>
            <a:off x="786846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2E570">
              <a:alpha val="100000"/>
            </a:srgbClr>
          </a:solidFill>
          <a:ln/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2FE20223-0DD0-F06A-B7DB-35CDE818C8C3}"/>
              </a:ext>
            </a:extLst>
          </p:cNvPr>
          <p:cNvSpPr/>
          <p:nvPr userDrawn="1"/>
        </p:nvSpPr>
        <p:spPr>
          <a:xfrm>
            <a:off x="7951128" y="1384819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#02E570</a:t>
            </a:r>
            <a:endParaRPr lang="en-US" sz="651" dirty="0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4DF5CC3A-2537-99A5-8003-7A62748F48F7}"/>
              </a:ext>
            </a:extLst>
          </p:cNvPr>
          <p:cNvSpPr/>
          <p:nvPr userDrawn="1"/>
        </p:nvSpPr>
        <p:spPr>
          <a:xfrm>
            <a:off x="8501317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BF59">
              <a:alpha val="100000"/>
            </a:srgbClr>
          </a:solidFill>
          <a:ln/>
        </p:spPr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1D385043-38A2-5257-83BC-0C7128372631}"/>
              </a:ext>
            </a:extLst>
          </p:cNvPr>
          <p:cNvSpPr/>
          <p:nvPr userDrawn="1"/>
        </p:nvSpPr>
        <p:spPr>
          <a:xfrm>
            <a:off x="8583979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600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#00BF59</a:t>
            </a:r>
            <a:endParaRPr lang="en-US" sz="651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C1646B41-7722-0832-E961-423D16573758}"/>
              </a:ext>
            </a:extLst>
          </p:cNvPr>
          <p:cNvSpPr/>
          <p:nvPr userDrawn="1"/>
        </p:nvSpPr>
        <p:spPr>
          <a:xfrm>
            <a:off x="9134169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A651">
              <a:alpha val="100000"/>
            </a:srgbClr>
          </a:solidFill>
          <a:ln/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C4D09BF0-08CC-581D-155E-21815E6441BE}"/>
              </a:ext>
            </a:extLst>
          </p:cNvPr>
          <p:cNvSpPr/>
          <p:nvPr userDrawn="1"/>
        </p:nvSpPr>
        <p:spPr>
          <a:xfrm>
            <a:off x="9216831" y="1384819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700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#00A651</a:t>
            </a:r>
            <a:endParaRPr lang="en-US" sz="651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0FEA7230-00E3-5316-B066-8DA47546A24F}"/>
              </a:ext>
            </a:extLst>
          </p:cNvPr>
          <p:cNvSpPr/>
          <p:nvPr userDrawn="1"/>
        </p:nvSpPr>
        <p:spPr>
          <a:xfrm>
            <a:off x="9767020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6753D">
              <a:alpha val="100000"/>
            </a:srgbClr>
          </a:solidFill>
          <a:ln/>
        </p:spPr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EC147CCE-0405-FD5A-6BFD-E403746590E1}"/>
              </a:ext>
            </a:extLst>
          </p:cNvPr>
          <p:cNvSpPr/>
          <p:nvPr userDrawn="1"/>
        </p:nvSpPr>
        <p:spPr>
          <a:xfrm>
            <a:off x="9849683" y="1384819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800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#06753D</a:t>
            </a:r>
            <a:endParaRPr lang="en-US" sz="651" dirty="0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0036A4BA-2EBD-C1DC-3DFA-F7DAEE0A727F}"/>
              </a:ext>
            </a:extLst>
          </p:cNvPr>
          <p:cNvSpPr/>
          <p:nvPr userDrawn="1"/>
        </p:nvSpPr>
        <p:spPr>
          <a:xfrm>
            <a:off x="10399872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85F34">
              <a:alpha val="100000"/>
            </a:srgbClr>
          </a:solidFill>
          <a:ln/>
        </p:spPr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1A4C62E-50F9-E768-2576-3BBDB06F48B9}"/>
              </a:ext>
            </a:extLst>
          </p:cNvPr>
          <p:cNvSpPr/>
          <p:nvPr userDrawn="1"/>
        </p:nvSpPr>
        <p:spPr>
          <a:xfrm>
            <a:off x="10482535" y="1384819"/>
            <a:ext cx="37001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#085F34</a:t>
            </a:r>
            <a:endParaRPr lang="en-US" sz="651" dirty="0"/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487332EE-3EC5-D1F1-6240-34B5F776F88F}"/>
              </a:ext>
            </a:extLst>
          </p:cNvPr>
          <p:cNvSpPr/>
          <p:nvPr userDrawn="1"/>
        </p:nvSpPr>
        <p:spPr>
          <a:xfrm>
            <a:off x="11032725" y="1329950"/>
            <a:ext cx="567903" cy="312939"/>
          </a:xfrm>
          <a:prstGeom prst="roundRect">
            <a:avLst>
              <a:gd name="adj" fmla="val 18993"/>
            </a:avLst>
          </a:prstGeom>
          <a:solidFill>
            <a:srgbClr val="00361B">
              <a:alpha val="100000"/>
            </a:srgbClr>
          </a:solidFill>
          <a:ln/>
        </p:spPr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E2D82DF3-1625-0D4A-0430-0F4641CBC385}"/>
              </a:ext>
            </a:extLst>
          </p:cNvPr>
          <p:cNvSpPr/>
          <p:nvPr userDrawn="1"/>
        </p:nvSpPr>
        <p:spPr>
          <a:xfrm>
            <a:off x="11115388" y="1384819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950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#00361B</a:t>
            </a:r>
            <a:endParaRPr lang="en-US" sz="651" dirty="0"/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8744AEC2-A32A-34C5-BCBA-0BD76182FBE1}"/>
              </a:ext>
            </a:extLst>
          </p:cNvPr>
          <p:cNvSpPr/>
          <p:nvPr userDrawn="1"/>
        </p:nvSpPr>
        <p:spPr>
          <a:xfrm>
            <a:off x="4704203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52B307B9-2D1E-66B1-205D-C5728F7F2125}"/>
              </a:ext>
            </a:extLst>
          </p:cNvPr>
          <p:cNvSpPr/>
          <p:nvPr userDrawn="1"/>
        </p:nvSpPr>
        <p:spPr>
          <a:xfrm>
            <a:off x="4704203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796849AF-1000-1CB1-5104-2509BFC2233E}"/>
              </a:ext>
            </a:extLst>
          </p:cNvPr>
          <p:cNvSpPr/>
          <p:nvPr userDrawn="1"/>
        </p:nvSpPr>
        <p:spPr>
          <a:xfrm>
            <a:off x="4822293" y="1867259"/>
            <a:ext cx="8282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Blue</a:t>
            </a:r>
            <a:endParaRPr lang="en-US" sz="1116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F95BF64A-5403-0C88-2F4D-A90CC8262DF8}"/>
              </a:ext>
            </a:extLst>
          </p:cNvPr>
          <p:cNvSpPr/>
          <p:nvPr userDrawn="1"/>
        </p:nvSpPr>
        <p:spPr>
          <a:xfrm>
            <a:off x="4822293" y="2085054"/>
            <a:ext cx="40613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lang="en-US" sz="744" dirty="0"/>
          </a:p>
        </p:txBody>
      </p:sp>
      <p:sp>
        <p:nvSpPr>
          <p:cNvPr id="74" name="Text 40">
            <a:extLst>
              <a:ext uri="{FF2B5EF4-FFF2-40B4-BE49-F238E27FC236}">
                <a16:creationId xmlns:a16="http://schemas.microsoft.com/office/drawing/2014/main" id="{FF232B2C-C355-2095-9D56-540419DE581C}"/>
              </a:ext>
            </a:extLst>
          </p:cNvPr>
          <p:cNvSpPr/>
          <p:nvPr userDrawn="1"/>
        </p:nvSpPr>
        <p:spPr>
          <a:xfrm>
            <a:off x="4822293" y="2210272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lang="en-US" sz="744" dirty="0"/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AD34E63F-78AA-58B3-09BC-9E9614A1D664}"/>
              </a:ext>
            </a:extLst>
          </p:cNvPr>
          <p:cNvSpPr/>
          <p:nvPr userDrawn="1"/>
        </p:nvSpPr>
        <p:spPr>
          <a:xfrm>
            <a:off x="4704203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D4FF">
              <a:alpha val="100000"/>
            </a:srgbClr>
          </a:solidFill>
          <a:ln/>
        </p:spPr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C5B3865B-53D5-81F7-0FAC-5769ECF8143D}"/>
              </a:ext>
            </a:extLst>
          </p:cNvPr>
          <p:cNvSpPr/>
          <p:nvPr userDrawn="1"/>
        </p:nvSpPr>
        <p:spPr>
          <a:xfrm>
            <a:off x="4786866" y="2536197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#D5D4FF</a:t>
            </a:r>
            <a:endParaRPr lang="en-US" sz="651" dirty="0"/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4262FD38-2A4A-4E10-0992-75CD0274966B}"/>
              </a:ext>
            </a:extLst>
          </p:cNvPr>
          <p:cNvSpPr/>
          <p:nvPr userDrawn="1"/>
        </p:nvSpPr>
        <p:spPr>
          <a:xfrm>
            <a:off x="5566256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AEE322C9-9093-AB9E-CFA6-A38AC778EB69}"/>
              </a:ext>
            </a:extLst>
          </p:cNvPr>
          <p:cNvSpPr/>
          <p:nvPr userDrawn="1"/>
        </p:nvSpPr>
        <p:spPr>
          <a:xfrm>
            <a:off x="5648919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#B8B1FF</a:t>
            </a:r>
            <a:endParaRPr lang="en-US" sz="651" dirty="0"/>
          </a:p>
        </p:txBody>
      </p:sp>
      <p:sp>
        <p:nvSpPr>
          <p:cNvPr id="79" name="Shape 46">
            <a:extLst>
              <a:ext uri="{FF2B5EF4-FFF2-40B4-BE49-F238E27FC236}">
                <a16:creationId xmlns:a16="http://schemas.microsoft.com/office/drawing/2014/main" id="{52DF7059-74A1-A8FA-4002-947A78E35170}"/>
              </a:ext>
            </a:extLst>
          </p:cNvPr>
          <p:cNvSpPr/>
          <p:nvPr userDrawn="1"/>
        </p:nvSpPr>
        <p:spPr>
          <a:xfrm>
            <a:off x="6428309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</p:sp>
      <p:sp>
        <p:nvSpPr>
          <p:cNvPr id="80" name="Text 47">
            <a:extLst>
              <a:ext uri="{FF2B5EF4-FFF2-40B4-BE49-F238E27FC236}">
                <a16:creationId xmlns:a16="http://schemas.microsoft.com/office/drawing/2014/main" id="{1A368C1D-2A69-7733-8815-8027E943BDFC}"/>
              </a:ext>
            </a:extLst>
          </p:cNvPr>
          <p:cNvSpPr/>
          <p:nvPr userDrawn="1"/>
        </p:nvSpPr>
        <p:spPr>
          <a:xfrm>
            <a:off x="651097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#9485FF</a:t>
            </a:r>
            <a:endParaRPr lang="en-US" sz="651" dirty="0"/>
          </a:p>
        </p:txBody>
      </p:sp>
      <p:sp>
        <p:nvSpPr>
          <p:cNvPr id="81" name="Shape 48">
            <a:extLst>
              <a:ext uri="{FF2B5EF4-FFF2-40B4-BE49-F238E27FC236}">
                <a16:creationId xmlns:a16="http://schemas.microsoft.com/office/drawing/2014/main" id="{2671EC0E-1822-3F83-BB90-E046984F5D7D}"/>
              </a:ext>
            </a:extLst>
          </p:cNvPr>
          <p:cNvSpPr/>
          <p:nvPr userDrawn="1"/>
        </p:nvSpPr>
        <p:spPr>
          <a:xfrm>
            <a:off x="7290362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</p:sp>
      <p:sp>
        <p:nvSpPr>
          <p:cNvPr id="82" name="Text 49">
            <a:extLst>
              <a:ext uri="{FF2B5EF4-FFF2-40B4-BE49-F238E27FC236}">
                <a16:creationId xmlns:a16="http://schemas.microsoft.com/office/drawing/2014/main" id="{100B083B-1CB3-C1CA-355A-C4F89492FEB2}"/>
              </a:ext>
            </a:extLst>
          </p:cNvPr>
          <p:cNvSpPr/>
          <p:nvPr userDrawn="1"/>
        </p:nvSpPr>
        <p:spPr>
          <a:xfrm>
            <a:off x="7373025" y="2536197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500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#775AFF</a:t>
            </a:r>
            <a:endParaRPr lang="en-US" sz="651" dirty="0"/>
          </a:p>
        </p:txBody>
      </p:sp>
      <p:sp>
        <p:nvSpPr>
          <p:cNvPr id="83" name="Shape 50">
            <a:extLst>
              <a:ext uri="{FF2B5EF4-FFF2-40B4-BE49-F238E27FC236}">
                <a16:creationId xmlns:a16="http://schemas.microsoft.com/office/drawing/2014/main" id="{7D8BB204-2193-4094-219D-0B0B60F30BF2}"/>
              </a:ext>
            </a:extLst>
          </p:cNvPr>
          <p:cNvSpPr/>
          <p:nvPr userDrawn="1"/>
        </p:nvSpPr>
        <p:spPr>
          <a:xfrm>
            <a:off x="8211459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84" name="Shape 51">
            <a:extLst>
              <a:ext uri="{FF2B5EF4-FFF2-40B4-BE49-F238E27FC236}">
                <a16:creationId xmlns:a16="http://schemas.microsoft.com/office/drawing/2014/main" id="{5542EDB8-FA26-AE34-DDDA-9101F7FB8BFF}"/>
              </a:ext>
            </a:extLst>
          </p:cNvPr>
          <p:cNvSpPr/>
          <p:nvPr userDrawn="1"/>
        </p:nvSpPr>
        <p:spPr>
          <a:xfrm>
            <a:off x="8211459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1EC60B58-E39D-5BB0-B74B-19AC12EE1BAA}"/>
              </a:ext>
            </a:extLst>
          </p:cNvPr>
          <p:cNvSpPr/>
          <p:nvPr userDrawn="1"/>
        </p:nvSpPr>
        <p:spPr>
          <a:xfrm>
            <a:off x="8329548" y="1879068"/>
            <a:ext cx="103148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E6E6E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Expert Orange</a:t>
            </a:r>
            <a:endParaRPr lang="en-US" sz="1116" dirty="0"/>
          </a:p>
        </p:txBody>
      </p:sp>
      <p:sp>
        <p:nvSpPr>
          <p:cNvPr id="86" name="Text 55">
            <a:extLst>
              <a:ext uri="{FF2B5EF4-FFF2-40B4-BE49-F238E27FC236}">
                <a16:creationId xmlns:a16="http://schemas.microsoft.com/office/drawing/2014/main" id="{FD7B6A8C-EE73-36D4-D1A3-6603774F2B34}"/>
              </a:ext>
            </a:extLst>
          </p:cNvPr>
          <p:cNvSpPr/>
          <p:nvPr userDrawn="1"/>
        </p:nvSpPr>
        <p:spPr>
          <a:xfrm>
            <a:off x="8329548" y="2096864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lang="en-US" sz="744" dirty="0"/>
          </a:p>
        </p:txBody>
      </p:sp>
      <p:sp>
        <p:nvSpPr>
          <p:cNvPr id="87" name="Text 56">
            <a:extLst>
              <a:ext uri="{FF2B5EF4-FFF2-40B4-BE49-F238E27FC236}">
                <a16:creationId xmlns:a16="http://schemas.microsoft.com/office/drawing/2014/main" id="{FD81BEF4-3D94-70F5-FAC0-FCB2DFA8249D}"/>
              </a:ext>
            </a:extLst>
          </p:cNvPr>
          <p:cNvSpPr/>
          <p:nvPr userDrawn="1"/>
        </p:nvSpPr>
        <p:spPr>
          <a:xfrm>
            <a:off x="8329548" y="2222082"/>
            <a:ext cx="7617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255 102 44 </a:t>
            </a:r>
            <a:endParaRPr lang="en-US" sz="744" dirty="0"/>
          </a:p>
        </p:txBody>
      </p:sp>
      <p:sp>
        <p:nvSpPr>
          <p:cNvPr id="88" name="Shape 58">
            <a:extLst>
              <a:ext uri="{FF2B5EF4-FFF2-40B4-BE49-F238E27FC236}">
                <a16:creationId xmlns:a16="http://schemas.microsoft.com/office/drawing/2014/main" id="{8C2D8398-9E6C-7EE1-7B96-98E9B4FD15DD}"/>
              </a:ext>
            </a:extLst>
          </p:cNvPr>
          <p:cNvSpPr/>
          <p:nvPr userDrawn="1"/>
        </p:nvSpPr>
        <p:spPr>
          <a:xfrm>
            <a:off x="8211460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</p:sp>
      <p:sp>
        <p:nvSpPr>
          <p:cNvPr id="89" name="Text 59">
            <a:extLst>
              <a:ext uri="{FF2B5EF4-FFF2-40B4-BE49-F238E27FC236}">
                <a16:creationId xmlns:a16="http://schemas.microsoft.com/office/drawing/2014/main" id="{E2934F71-D106-9920-AF03-73962A4D8C6A}"/>
              </a:ext>
            </a:extLst>
          </p:cNvPr>
          <p:cNvSpPr/>
          <p:nvPr userDrawn="1"/>
        </p:nvSpPr>
        <p:spPr>
          <a:xfrm>
            <a:off x="8294122" y="2536197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#FFE5D4</a:t>
            </a:r>
            <a:endParaRPr lang="en-US" sz="651" dirty="0"/>
          </a:p>
        </p:txBody>
      </p:sp>
      <p:sp>
        <p:nvSpPr>
          <p:cNvPr id="90" name="Shape 60">
            <a:extLst>
              <a:ext uri="{FF2B5EF4-FFF2-40B4-BE49-F238E27FC236}">
                <a16:creationId xmlns:a16="http://schemas.microsoft.com/office/drawing/2014/main" id="{31236FFF-9762-2E10-9572-8265DFDF5E23}"/>
              </a:ext>
            </a:extLst>
          </p:cNvPr>
          <p:cNvSpPr/>
          <p:nvPr userDrawn="1"/>
        </p:nvSpPr>
        <p:spPr>
          <a:xfrm>
            <a:off x="9073512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</p:sp>
      <p:sp>
        <p:nvSpPr>
          <p:cNvPr id="91" name="Text 61">
            <a:extLst>
              <a:ext uri="{FF2B5EF4-FFF2-40B4-BE49-F238E27FC236}">
                <a16:creationId xmlns:a16="http://schemas.microsoft.com/office/drawing/2014/main" id="{9D9AACF2-57BB-ED83-D92A-966D7F1C0683}"/>
              </a:ext>
            </a:extLst>
          </p:cNvPr>
          <p:cNvSpPr/>
          <p:nvPr userDrawn="1"/>
        </p:nvSpPr>
        <p:spPr>
          <a:xfrm>
            <a:off x="9156175" y="2536197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#FFC8A8</a:t>
            </a:r>
            <a:endParaRPr lang="en-US" sz="651" dirty="0"/>
          </a:p>
        </p:txBody>
      </p:sp>
      <p:sp>
        <p:nvSpPr>
          <p:cNvPr id="92" name="Shape 62">
            <a:extLst>
              <a:ext uri="{FF2B5EF4-FFF2-40B4-BE49-F238E27FC236}">
                <a16:creationId xmlns:a16="http://schemas.microsoft.com/office/drawing/2014/main" id="{694071BD-7F8A-C4C8-A88B-F7639CA60D3E}"/>
              </a:ext>
            </a:extLst>
          </p:cNvPr>
          <p:cNvSpPr/>
          <p:nvPr userDrawn="1"/>
        </p:nvSpPr>
        <p:spPr>
          <a:xfrm>
            <a:off x="9935566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</p:sp>
      <p:sp>
        <p:nvSpPr>
          <p:cNvPr id="93" name="Text 63">
            <a:extLst>
              <a:ext uri="{FF2B5EF4-FFF2-40B4-BE49-F238E27FC236}">
                <a16:creationId xmlns:a16="http://schemas.microsoft.com/office/drawing/2014/main" id="{7E814AF6-948B-4345-8B6B-7FCDF0945E96}"/>
              </a:ext>
            </a:extLst>
          </p:cNvPr>
          <p:cNvSpPr/>
          <p:nvPr userDrawn="1"/>
        </p:nvSpPr>
        <p:spPr>
          <a:xfrm>
            <a:off x="10018228" y="2536197"/>
            <a:ext cx="3260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#FFA171</a:t>
            </a:r>
            <a:endParaRPr lang="en-US" sz="651" dirty="0"/>
          </a:p>
        </p:txBody>
      </p:sp>
      <p:sp>
        <p:nvSpPr>
          <p:cNvPr id="94" name="Shape 64">
            <a:extLst>
              <a:ext uri="{FF2B5EF4-FFF2-40B4-BE49-F238E27FC236}">
                <a16:creationId xmlns:a16="http://schemas.microsoft.com/office/drawing/2014/main" id="{34AB0EBC-ECA3-4FB5-A27B-64743604E491}"/>
              </a:ext>
            </a:extLst>
          </p:cNvPr>
          <p:cNvSpPr/>
          <p:nvPr userDrawn="1"/>
        </p:nvSpPr>
        <p:spPr>
          <a:xfrm>
            <a:off x="10797618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</p:sp>
      <p:sp>
        <p:nvSpPr>
          <p:cNvPr id="95" name="Text 65">
            <a:extLst>
              <a:ext uri="{FF2B5EF4-FFF2-40B4-BE49-F238E27FC236}">
                <a16:creationId xmlns:a16="http://schemas.microsoft.com/office/drawing/2014/main" id="{5E176CB0-4AC0-ECFD-7467-A7E80EB5A64B}"/>
              </a:ext>
            </a:extLst>
          </p:cNvPr>
          <p:cNvSpPr/>
          <p:nvPr userDrawn="1"/>
        </p:nvSpPr>
        <p:spPr>
          <a:xfrm>
            <a:off x="10880281" y="2536197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#FF662C</a:t>
            </a:r>
            <a:endParaRPr lang="en-US" sz="651" dirty="0"/>
          </a:p>
        </p:txBody>
      </p:sp>
      <p:sp>
        <p:nvSpPr>
          <p:cNvPr id="96" name="Shape 66">
            <a:extLst>
              <a:ext uri="{FF2B5EF4-FFF2-40B4-BE49-F238E27FC236}">
                <a16:creationId xmlns:a16="http://schemas.microsoft.com/office/drawing/2014/main" id="{257745AA-F3D5-234C-4F73-44371A73A766}"/>
              </a:ext>
            </a:extLst>
          </p:cNvPr>
          <p:cNvSpPr/>
          <p:nvPr userDrawn="1"/>
        </p:nvSpPr>
        <p:spPr>
          <a:xfrm>
            <a:off x="4704203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97" name="Shape 67">
            <a:extLst>
              <a:ext uri="{FF2B5EF4-FFF2-40B4-BE49-F238E27FC236}">
                <a16:creationId xmlns:a16="http://schemas.microsoft.com/office/drawing/2014/main" id="{DD19F792-21FD-FEDF-FADE-DB9976FDCCB6}"/>
              </a:ext>
            </a:extLst>
          </p:cNvPr>
          <p:cNvSpPr/>
          <p:nvPr userDrawn="1"/>
        </p:nvSpPr>
        <p:spPr>
          <a:xfrm>
            <a:off x="4704203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4"/>
          </a:solidFill>
          <a:ln/>
        </p:spPr>
      </p:sp>
      <p:sp>
        <p:nvSpPr>
          <p:cNvPr id="98" name="Text 69">
            <a:extLst>
              <a:ext uri="{FF2B5EF4-FFF2-40B4-BE49-F238E27FC236}">
                <a16:creationId xmlns:a16="http://schemas.microsoft.com/office/drawing/2014/main" id="{1227152E-C747-D932-E7F2-31540D4C3743}"/>
              </a:ext>
            </a:extLst>
          </p:cNvPr>
          <p:cNvSpPr/>
          <p:nvPr userDrawn="1"/>
        </p:nvSpPr>
        <p:spPr>
          <a:xfrm>
            <a:off x="4822293" y="3018637"/>
            <a:ext cx="1120380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Lime</a:t>
            </a:r>
            <a:endParaRPr lang="en-US" sz="1116" dirty="0"/>
          </a:p>
        </p:txBody>
      </p:sp>
      <p:sp>
        <p:nvSpPr>
          <p:cNvPr id="99" name="Text 71">
            <a:extLst>
              <a:ext uri="{FF2B5EF4-FFF2-40B4-BE49-F238E27FC236}">
                <a16:creationId xmlns:a16="http://schemas.microsoft.com/office/drawing/2014/main" id="{A500065B-D34D-7E83-C555-821E6B82B7A6}"/>
              </a:ext>
            </a:extLst>
          </p:cNvPr>
          <p:cNvSpPr/>
          <p:nvPr userDrawn="1"/>
        </p:nvSpPr>
        <p:spPr>
          <a:xfrm>
            <a:off x="4822293" y="3236432"/>
            <a:ext cx="4124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lang="en-US" sz="744" dirty="0"/>
          </a:p>
        </p:txBody>
      </p:sp>
      <p:sp>
        <p:nvSpPr>
          <p:cNvPr id="100" name="Text 72">
            <a:extLst>
              <a:ext uri="{FF2B5EF4-FFF2-40B4-BE49-F238E27FC236}">
                <a16:creationId xmlns:a16="http://schemas.microsoft.com/office/drawing/2014/main" id="{63E3FF30-ED22-FAB7-CD9B-BF261388E0F4}"/>
              </a:ext>
            </a:extLst>
          </p:cNvPr>
          <p:cNvSpPr/>
          <p:nvPr userDrawn="1"/>
        </p:nvSpPr>
        <p:spPr>
          <a:xfrm>
            <a:off x="4822292" y="3361651"/>
            <a:ext cx="7871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227 255 124 </a:t>
            </a:r>
            <a:endParaRPr lang="en-US" sz="744" dirty="0"/>
          </a:p>
        </p:txBody>
      </p:sp>
      <p:sp>
        <p:nvSpPr>
          <p:cNvPr id="101" name="Shape 74">
            <a:extLst>
              <a:ext uri="{FF2B5EF4-FFF2-40B4-BE49-F238E27FC236}">
                <a16:creationId xmlns:a16="http://schemas.microsoft.com/office/drawing/2014/main" id="{0013C1EC-04F6-C07E-8FE8-F3C5C2A49DF0}"/>
              </a:ext>
            </a:extLst>
          </p:cNvPr>
          <p:cNvSpPr/>
          <p:nvPr userDrawn="1"/>
        </p:nvSpPr>
        <p:spPr>
          <a:xfrm>
            <a:off x="4704203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</p:sp>
      <p:sp>
        <p:nvSpPr>
          <p:cNvPr id="102" name="Text 75">
            <a:extLst>
              <a:ext uri="{FF2B5EF4-FFF2-40B4-BE49-F238E27FC236}">
                <a16:creationId xmlns:a16="http://schemas.microsoft.com/office/drawing/2014/main" id="{6FA2713A-A29B-D192-6FC6-BA72B03190C5}"/>
              </a:ext>
            </a:extLst>
          </p:cNvPr>
          <p:cNvSpPr/>
          <p:nvPr userDrawn="1"/>
        </p:nvSpPr>
        <p:spPr>
          <a:xfrm>
            <a:off x="4786866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#F4FFC8</a:t>
            </a:r>
            <a:endParaRPr lang="en-US" sz="651" dirty="0"/>
          </a:p>
        </p:txBody>
      </p:sp>
      <p:sp>
        <p:nvSpPr>
          <p:cNvPr id="103" name="Shape 76">
            <a:extLst>
              <a:ext uri="{FF2B5EF4-FFF2-40B4-BE49-F238E27FC236}">
                <a16:creationId xmlns:a16="http://schemas.microsoft.com/office/drawing/2014/main" id="{346FC109-AD75-EB85-E50E-5B82E938F11B}"/>
              </a:ext>
            </a:extLst>
          </p:cNvPr>
          <p:cNvSpPr/>
          <p:nvPr userDrawn="1"/>
        </p:nvSpPr>
        <p:spPr>
          <a:xfrm>
            <a:off x="556625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</p:sp>
      <p:sp>
        <p:nvSpPr>
          <p:cNvPr id="104" name="Text 77">
            <a:extLst>
              <a:ext uri="{FF2B5EF4-FFF2-40B4-BE49-F238E27FC236}">
                <a16:creationId xmlns:a16="http://schemas.microsoft.com/office/drawing/2014/main" id="{1909D647-A8B9-D4E7-EEC3-0F65A380C9DC}"/>
              </a:ext>
            </a:extLst>
          </p:cNvPr>
          <p:cNvSpPr/>
          <p:nvPr userDrawn="1"/>
        </p:nvSpPr>
        <p:spPr>
          <a:xfrm>
            <a:off x="5648919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#E3FF7C</a:t>
            </a:r>
            <a:endParaRPr lang="en-US" sz="651" dirty="0"/>
          </a:p>
        </p:txBody>
      </p:sp>
      <p:sp>
        <p:nvSpPr>
          <p:cNvPr id="105" name="Shape 78">
            <a:extLst>
              <a:ext uri="{FF2B5EF4-FFF2-40B4-BE49-F238E27FC236}">
                <a16:creationId xmlns:a16="http://schemas.microsoft.com/office/drawing/2014/main" id="{8C75D80F-79FC-6D6C-5CEB-69A66599C8F7}"/>
              </a:ext>
            </a:extLst>
          </p:cNvPr>
          <p:cNvSpPr/>
          <p:nvPr userDrawn="1"/>
        </p:nvSpPr>
        <p:spPr>
          <a:xfrm>
            <a:off x="6428309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</p:sp>
      <p:sp>
        <p:nvSpPr>
          <p:cNvPr id="106" name="Text 79">
            <a:extLst>
              <a:ext uri="{FF2B5EF4-FFF2-40B4-BE49-F238E27FC236}">
                <a16:creationId xmlns:a16="http://schemas.microsoft.com/office/drawing/2014/main" id="{4D0AACFB-DDD7-49E8-DFD0-90D29262904C}"/>
              </a:ext>
            </a:extLst>
          </p:cNvPr>
          <p:cNvSpPr/>
          <p:nvPr userDrawn="1"/>
        </p:nvSpPr>
        <p:spPr>
          <a:xfrm>
            <a:off x="6510972" y="3687575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#D5FB5B</a:t>
            </a:r>
            <a:endParaRPr lang="en-US" sz="651" dirty="0"/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78DA3D47-7C2E-1926-4BEA-2E222FE944B0}"/>
              </a:ext>
            </a:extLst>
          </p:cNvPr>
          <p:cNvSpPr/>
          <p:nvPr userDrawn="1"/>
        </p:nvSpPr>
        <p:spPr>
          <a:xfrm>
            <a:off x="729036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DE7BA38E-5AEB-4A8C-B24F-CA060372FA95}"/>
              </a:ext>
            </a:extLst>
          </p:cNvPr>
          <p:cNvSpPr/>
          <p:nvPr userDrawn="1"/>
        </p:nvSpPr>
        <p:spPr>
          <a:xfrm>
            <a:off x="7373025" y="3687575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#C1F229</a:t>
            </a:r>
            <a:endParaRPr lang="en-US" sz="651" dirty="0"/>
          </a:p>
        </p:txBody>
      </p:sp>
      <p:sp>
        <p:nvSpPr>
          <p:cNvPr id="109" name="Shape 82">
            <a:extLst>
              <a:ext uri="{FF2B5EF4-FFF2-40B4-BE49-F238E27FC236}">
                <a16:creationId xmlns:a16="http://schemas.microsoft.com/office/drawing/2014/main" id="{B22E1B73-6894-2735-557F-1F0DE5B2CE05}"/>
              </a:ext>
            </a:extLst>
          </p:cNvPr>
          <p:cNvSpPr/>
          <p:nvPr userDrawn="1"/>
        </p:nvSpPr>
        <p:spPr>
          <a:xfrm>
            <a:off x="8211459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10" name="Shape 83">
            <a:extLst>
              <a:ext uri="{FF2B5EF4-FFF2-40B4-BE49-F238E27FC236}">
                <a16:creationId xmlns:a16="http://schemas.microsoft.com/office/drawing/2014/main" id="{08BEDC8D-0286-7827-7F31-19DED1028F5E}"/>
              </a:ext>
            </a:extLst>
          </p:cNvPr>
          <p:cNvSpPr/>
          <p:nvPr userDrawn="1"/>
        </p:nvSpPr>
        <p:spPr>
          <a:xfrm>
            <a:off x="8211459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1" name="Text 85">
            <a:extLst>
              <a:ext uri="{FF2B5EF4-FFF2-40B4-BE49-F238E27FC236}">
                <a16:creationId xmlns:a16="http://schemas.microsoft.com/office/drawing/2014/main" id="{39D649CE-FF4D-F860-9BCA-BF28B66ECCC0}"/>
              </a:ext>
            </a:extLst>
          </p:cNvPr>
          <p:cNvSpPr/>
          <p:nvPr userDrawn="1"/>
        </p:nvSpPr>
        <p:spPr>
          <a:xfrm>
            <a:off x="8329548" y="3018637"/>
            <a:ext cx="1336279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Optimistic T-Yellow</a:t>
            </a:r>
            <a:endParaRPr lang="en-US" sz="1116" dirty="0"/>
          </a:p>
        </p:txBody>
      </p:sp>
      <p:sp>
        <p:nvSpPr>
          <p:cNvPr id="112" name="Text 87">
            <a:extLst>
              <a:ext uri="{FF2B5EF4-FFF2-40B4-BE49-F238E27FC236}">
                <a16:creationId xmlns:a16="http://schemas.microsoft.com/office/drawing/2014/main" id="{17360886-9C70-6157-E8C1-5D9A1F988B31}"/>
              </a:ext>
            </a:extLst>
          </p:cNvPr>
          <p:cNvSpPr/>
          <p:nvPr userDrawn="1"/>
        </p:nvSpPr>
        <p:spPr>
          <a:xfrm>
            <a:off x="8329549" y="3236432"/>
            <a:ext cx="4378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lang="en-US" sz="744" dirty="0"/>
          </a:p>
        </p:txBody>
      </p:sp>
      <p:sp>
        <p:nvSpPr>
          <p:cNvPr id="113" name="Text 88">
            <a:extLst>
              <a:ext uri="{FF2B5EF4-FFF2-40B4-BE49-F238E27FC236}">
                <a16:creationId xmlns:a16="http://schemas.microsoft.com/office/drawing/2014/main" id="{9B070E1A-4B30-F50D-CE65-2F96161CFA6D}"/>
              </a:ext>
            </a:extLst>
          </p:cNvPr>
          <p:cNvSpPr/>
          <p:nvPr userDrawn="1"/>
        </p:nvSpPr>
        <p:spPr>
          <a:xfrm>
            <a:off x="8329549" y="3361651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255 221 45 </a:t>
            </a:r>
            <a:endParaRPr lang="en-US" sz="744" dirty="0"/>
          </a:p>
        </p:txBody>
      </p:sp>
      <p:sp>
        <p:nvSpPr>
          <p:cNvPr id="114" name="Shape 90">
            <a:extLst>
              <a:ext uri="{FF2B5EF4-FFF2-40B4-BE49-F238E27FC236}">
                <a16:creationId xmlns:a16="http://schemas.microsoft.com/office/drawing/2014/main" id="{C7644EFC-ADD1-8C88-EA6D-D8688441DC09}"/>
              </a:ext>
            </a:extLst>
          </p:cNvPr>
          <p:cNvSpPr/>
          <p:nvPr userDrawn="1"/>
        </p:nvSpPr>
        <p:spPr>
          <a:xfrm>
            <a:off x="8211460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FAC2">
              <a:alpha val="100000"/>
            </a:srgbClr>
          </a:solidFill>
          <a:ln/>
        </p:spPr>
      </p:sp>
      <p:sp>
        <p:nvSpPr>
          <p:cNvPr id="115" name="Text 91">
            <a:extLst>
              <a:ext uri="{FF2B5EF4-FFF2-40B4-BE49-F238E27FC236}">
                <a16:creationId xmlns:a16="http://schemas.microsoft.com/office/drawing/2014/main" id="{6F45AF93-B74C-5803-7F37-3C2D1F85A0BE}"/>
              </a:ext>
            </a:extLst>
          </p:cNvPr>
          <p:cNvSpPr/>
          <p:nvPr userDrawn="1"/>
        </p:nvSpPr>
        <p:spPr>
          <a:xfrm>
            <a:off x="8294122" y="3687575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#FFFAC2</a:t>
            </a:r>
            <a:endParaRPr lang="en-US" sz="651" dirty="0"/>
          </a:p>
        </p:txBody>
      </p:sp>
      <p:sp>
        <p:nvSpPr>
          <p:cNvPr id="116" name="Shape 92">
            <a:extLst>
              <a:ext uri="{FF2B5EF4-FFF2-40B4-BE49-F238E27FC236}">
                <a16:creationId xmlns:a16="http://schemas.microsoft.com/office/drawing/2014/main" id="{2B0F9D81-1E86-A1E2-7C56-ECAEFCDECD48}"/>
              </a:ext>
            </a:extLst>
          </p:cNvPr>
          <p:cNvSpPr/>
          <p:nvPr userDrawn="1"/>
        </p:nvSpPr>
        <p:spPr>
          <a:xfrm>
            <a:off x="907351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F189">
              <a:alpha val="100000"/>
            </a:srgbClr>
          </a:solidFill>
          <a:ln/>
        </p:spPr>
      </p:sp>
      <p:sp>
        <p:nvSpPr>
          <p:cNvPr id="117" name="Text 93">
            <a:extLst>
              <a:ext uri="{FF2B5EF4-FFF2-40B4-BE49-F238E27FC236}">
                <a16:creationId xmlns:a16="http://schemas.microsoft.com/office/drawing/2014/main" id="{40C660B4-03C2-B865-58C9-C94325874761}"/>
              </a:ext>
            </a:extLst>
          </p:cNvPr>
          <p:cNvSpPr/>
          <p:nvPr userDrawn="1"/>
        </p:nvSpPr>
        <p:spPr>
          <a:xfrm>
            <a:off x="9156175" y="3687575"/>
            <a:ext cx="3387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#FFF189</a:t>
            </a:r>
            <a:endParaRPr lang="en-US" sz="651" dirty="0"/>
          </a:p>
        </p:txBody>
      </p:sp>
      <p:sp>
        <p:nvSpPr>
          <p:cNvPr id="118" name="Shape 94">
            <a:extLst>
              <a:ext uri="{FF2B5EF4-FFF2-40B4-BE49-F238E27FC236}">
                <a16:creationId xmlns:a16="http://schemas.microsoft.com/office/drawing/2014/main" id="{D9CDD04A-C755-1BAD-82CF-75FB36161D2F}"/>
              </a:ext>
            </a:extLst>
          </p:cNvPr>
          <p:cNvSpPr/>
          <p:nvPr userDrawn="1"/>
        </p:nvSpPr>
        <p:spPr>
          <a:xfrm>
            <a:off x="993556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DD2D">
              <a:alpha val="100000"/>
            </a:srgbClr>
          </a:solidFill>
          <a:ln/>
        </p:spPr>
      </p:sp>
      <p:sp>
        <p:nvSpPr>
          <p:cNvPr id="119" name="Text 95">
            <a:extLst>
              <a:ext uri="{FF2B5EF4-FFF2-40B4-BE49-F238E27FC236}">
                <a16:creationId xmlns:a16="http://schemas.microsoft.com/office/drawing/2014/main" id="{9870B57F-C380-996B-117A-F7F57212C701}"/>
              </a:ext>
            </a:extLst>
          </p:cNvPr>
          <p:cNvSpPr/>
          <p:nvPr userDrawn="1"/>
        </p:nvSpPr>
        <p:spPr>
          <a:xfrm>
            <a:off x="10018228" y="3687575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#FFDD2D</a:t>
            </a:r>
            <a:endParaRPr lang="en-US" sz="651" dirty="0"/>
          </a:p>
        </p:txBody>
      </p:sp>
      <p:sp>
        <p:nvSpPr>
          <p:cNvPr id="120" name="Shape 96">
            <a:extLst>
              <a:ext uri="{FF2B5EF4-FFF2-40B4-BE49-F238E27FC236}">
                <a16:creationId xmlns:a16="http://schemas.microsoft.com/office/drawing/2014/main" id="{8CFF7C92-EF8B-4EF6-3A63-151EE0F3F543}"/>
              </a:ext>
            </a:extLst>
          </p:cNvPr>
          <p:cNvSpPr/>
          <p:nvPr userDrawn="1"/>
        </p:nvSpPr>
        <p:spPr>
          <a:xfrm>
            <a:off x="10797618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DCD12">
              <a:alpha val="100000"/>
            </a:srgbClr>
          </a:solidFill>
          <a:ln/>
        </p:spPr>
      </p:sp>
      <p:sp>
        <p:nvSpPr>
          <p:cNvPr id="121" name="Text 97">
            <a:extLst>
              <a:ext uri="{FF2B5EF4-FFF2-40B4-BE49-F238E27FC236}">
                <a16:creationId xmlns:a16="http://schemas.microsoft.com/office/drawing/2014/main" id="{AB4E5D1D-210D-8B05-8BBD-8B95EEC4E718}"/>
              </a:ext>
            </a:extLst>
          </p:cNvPr>
          <p:cNvSpPr/>
          <p:nvPr userDrawn="1"/>
        </p:nvSpPr>
        <p:spPr>
          <a:xfrm>
            <a:off x="10880281" y="3687575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#FDCD12</a:t>
            </a:r>
            <a:endParaRPr lang="en-US" sz="651" dirty="0"/>
          </a:p>
        </p:txBody>
      </p:sp>
      <p:sp>
        <p:nvSpPr>
          <p:cNvPr id="122" name="Shape 98">
            <a:extLst>
              <a:ext uri="{FF2B5EF4-FFF2-40B4-BE49-F238E27FC236}">
                <a16:creationId xmlns:a16="http://schemas.microsoft.com/office/drawing/2014/main" id="{959AE423-D1F0-8AFB-FB87-AB3656C911FA}"/>
              </a:ext>
            </a:extLst>
          </p:cNvPr>
          <p:cNvSpPr/>
          <p:nvPr userDrawn="1"/>
        </p:nvSpPr>
        <p:spPr>
          <a:xfrm>
            <a:off x="4704203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23" name="Shape 99">
            <a:extLst>
              <a:ext uri="{FF2B5EF4-FFF2-40B4-BE49-F238E27FC236}">
                <a16:creationId xmlns:a16="http://schemas.microsoft.com/office/drawing/2014/main" id="{0CF82998-5132-096F-7777-4817E13E890C}"/>
              </a:ext>
            </a:extLst>
          </p:cNvPr>
          <p:cNvSpPr/>
          <p:nvPr userDrawn="1"/>
        </p:nvSpPr>
        <p:spPr>
          <a:xfrm>
            <a:off x="4704203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</p:sp>
      <p:sp>
        <p:nvSpPr>
          <p:cNvPr id="124" name="Text 101">
            <a:extLst>
              <a:ext uri="{FF2B5EF4-FFF2-40B4-BE49-F238E27FC236}">
                <a16:creationId xmlns:a16="http://schemas.microsoft.com/office/drawing/2014/main" id="{064E8EF6-0989-9F21-F1F4-160A493404F5}"/>
              </a:ext>
            </a:extLst>
          </p:cNvPr>
          <p:cNvSpPr/>
          <p:nvPr userDrawn="1"/>
        </p:nvSpPr>
        <p:spPr>
          <a:xfrm>
            <a:off x="4822292" y="4170015"/>
            <a:ext cx="6949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Blue</a:t>
            </a:r>
            <a:endParaRPr lang="en-US" sz="1116" dirty="0"/>
          </a:p>
        </p:txBody>
      </p:sp>
      <p:sp>
        <p:nvSpPr>
          <p:cNvPr id="125" name="Text 103">
            <a:extLst>
              <a:ext uri="{FF2B5EF4-FFF2-40B4-BE49-F238E27FC236}">
                <a16:creationId xmlns:a16="http://schemas.microsoft.com/office/drawing/2014/main" id="{3D66D891-8D67-9B13-D29D-4C870BC69401}"/>
              </a:ext>
            </a:extLst>
          </p:cNvPr>
          <p:cNvSpPr/>
          <p:nvPr userDrawn="1"/>
        </p:nvSpPr>
        <p:spPr>
          <a:xfrm>
            <a:off x="4822292" y="4387811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lang="en-US" sz="744" dirty="0"/>
          </a:p>
        </p:txBody>
      </p:sp>
      <p:sp>
        <p:nvSpPr>
          <p:cNvPr id="126" name="Text 104">
            <a:extLst>
              <a:ext uri="{FF2B5EF4-FFF2-40B4-BE49-F238E27FC236}">
                <a16:creationId xmlns:a16="http://schemas.microsoft.com/office/drawing/2014/main" id="{462A9726-BC3F-BD6B-963B-305200C11422}"/>
              </a:ext>
            </a:extLst>
          </p:cNvPr>
          <p:cNvSpPr/>
          <p:nvPr userDrawn="1"/>
        </p:nvSpPr>
        <p:spPr>
          <a:xfrm>
            <a:off x="4822292" y="4513029"/>
            <a:ext cx="7553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44 185 255 </a:t>
            </a:r>
            <a:endParaRPr lang="en-US" sz="744" dirty="0"/>
          </a:p>
        </p:txBody>
      </p:sp>
      <p:sp>
        <p:nvSpPr>
          <p:cNvPr id="127" name="Shape 106">
            <a:extLst>
              <a:ext uri="{FF2B5EF4-FFF2-40B4-BE49-F238E27FC236}">
                <a16:creationId xmlns:a16="http://schemas.microsoft.com/office/drawing/2014/main" id="{43B6D203-0286-1926-9270-48279F8FF8E9}"/>
              </a:ext>
            </a:extLst>
          </p:cNvPr>
          <p:cNvSpPr/>
          <p:nvPr userDrawn="1"/>
        </p:nvSpPr>
        <p:spPr>
          <a:xfrm>
            <a:off x="4704203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</p:sp>
      <p:sp>
        <p:nvSpPr>
          <p:cNvPr id="128" name="Text 107">
            <a:extLst>
              <a:ext uri="{FF2B5EF4-FFF2-40B4-BE49-F238E27FC236}">
                <a16:creationId xmlns:a16="http://schemas.microsoft.com/office/drawing/2014/main" id="{473AA59D-8F2F-25FD-BC5D-801EC32FB60B}"/>
              </a:ext>
            </a:extLst>
          </p:cNvPr>
          <p:cNvSpPr/>
          <p:nvPr userDrawn="1"/>
        </p:nvSpPr>
        <p:spPr>
          <a:xfrm>
            <a:off x="4786866" y="4838953"/>
            <a:ext cx="34505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#DEF1FF</a:t>
            </a:r>
            <a:endParaRPr lang="en-US" sz="651" dirty="0"/>
          </a:p>
        </p:txBody>
      </p:sp>
      <p:sp>
        <p:nvSpPr>
          <p:cNvPr id="129" name="Shape 108">
            <a:extLst>
              <a:ext uri="{FF2B5EF4-FFF2-40B4-BE49-F238E27FC236}">
                <a16:creationId xmlns:a16="http://schemas.microsoft.com/office/drawing/2014/main" id="{2D87D5C0-6A38-88D2-2F5C-2B89580AFB35}"/>
              </a:ext>
            </a:extLst>
          </p:cNvPr>
          <p:cNvSpPr/>
          <p:nvPr userDrawn="1"/>
        </p:nvSpPr>
        <p:spPr>
          <a:xfrm>
            <a:off x="556625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</p:sp>
      <p:sp>
        <p:nvSpPr>
          <p:cNvPr id="130" name="Text 109">
            <a:extLst>
              <a:ext uri="{FF2B5EF4-FFF2-40B4-BE49-F238E27FC236}">
                <a16:creationId xmlns:a16="http://schemas.microsoft.com/office/drawing/2014/main" id="{15F8EB6C-1C72-843F-D12E-AF28071A1179}"/>
              </a:ext>
            </a:extLst>
          </p:cNvPr>
          <p:cNvSpPr/>
          <p:nvPr userDrawn="1"/>
        </p:nvSpPr>
        <p:spPr>
          <a:xfrm>
            <a:off x="5648919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#B6E4FF</a:t>
            </a:r>
            <a:endParaRPr lang="en-US" sz="651" dirty="0"/>
          </a:p>
        </p:txBody>
      </p:sp>
      <p:sp>
        <p:nvSpPr>
          <p:cNvPr id="131" name="Shape 110">
            <a:extLst>
              <a:ext uri="{FF2B5EF4-FFF2-40B4-BE49-F238E27FC236}">
                <a16:creationId xmlns:a16="http://schemas.microsoft.com/office/drawing/2014/main" id="{3E3C4813-BDE9-7183-9F42-124709AC03BB}"/>
              </a:ext>
            </a:extLst>
          </p:cNvPr>
          <p:cNvSpPr/>
          <p:nvPr userDrawn="1"/>
        </p:nvSpPr>
        <p:spPr>
          <a:xfrm>
            <a:off x="6428309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</p:sp>
      <p:sp>
        <p:nvSpPr>
          <p:cNvPr id="132" name="Text 111">
            <a:extLst>
              <a:ext uri="{FF2B5EF4-FFF2-40B4-BE49-F238E27FC236}">
                <a16:creationId xmlns:a16="http://schemas.microsoft.com/office/drawing/2014/main" id="{418C76B9-D420-C9D1-0712-D81F5FF155B6}"/>
              </a:ext>
            </a:extLst>
          </p:cNvPr>
          <p:cNvSpPr/>
          <p:nvPr userDrawn="1"/>
        </p:nvSpPr>
        <p:spPr>
          <a:xfrm>
            <a:off x="6510972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#75D0FF</a:t>
            </a:r>
            <a:endParaRPr lang="en-US" sz="651" dirty="0"/>
          </a:p>
        </p:txBody>
      </p:sp>
      <p:sp>
        <p:nvSpPr>
          <p:cNvPr id="133" name="Shape 112">
            <a:extLst>
              <a:ext uri="{FF2B5EF4-FFF2-40B4-BE49-F238E27FC236}">
                <a16:creationId xmlns:a16="http://schemas.microsoft.com/office/drawing/2014/main" id="{41713454-9DC5-B22E-D563-F1CA0E5C1CA4}"/>
              </a:ext>
            </a:extLst>
          </p:cNvPr>
          <p:cNvSpPr/>
          <p:nvPr userDrawn="1"/>
        </p:nvSpPr>
        <p:spPr>
          <a:xfrm>
            <a:off x="729036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</p:sp>
      <p:sp>
        <p:nvSpPr>
          <p:cNvPr id="134" name="Text 113">
            <a:extLst>
              <a:ext uri="{FF2B5EF4-FFF2-40B4-BE49-F238E27FC236}">
                <a16:creationId xmlns:a16="http://schemas.microsoft.com/office/drawing/2014/main" id="{A4157D4D-BC3D-9698-908B-BA1BCEEC9072}"/>
              </a:ext>
            </a:extLst>
          </p:cNvPr>
          <p:cNvSpPr/>
          <p:nvPr userDrawn="1"/>
        </p:nvSpPr>
        <p:spPr>
          <a:xfrm>
            <a:off x="7373025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#2CB9FF</a:t>
            </a:r>
            <a:endParaRPr lang="en-US" sz="651" dirty="0"/>
          </a:p>
        </p:txBody>
      </p:sp>
      <p:sp>
        <p:nvSpPr>
          <p:cNvPr id="135" name="Shape 114">
            <a:extLst>
              <a:ext uri="{FF2B5EF4-FFF2-40B4-BE49-F238E27FC236}">
                <a16:creationId xmlns:a16="http://schemas.microsoft.com/office/drawing/2014/main" id="{213E04C1-C03B-B74B-4AEA-D5324053B334}"/>
              </a:ext>
            </a:extLst>
          </p:cNvPr>
          <p:cNvSpPr/>
          <p:nvPr userDrawn="1"/>
        </p:nvSpPr>
        <p:spPr>
          <a:xfrm>
            <a:off x="8211459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36" name="Shape 115">
            <a:extLst>
              <a:ext uri="{FF2B5EF4-FFF2-40B4-BE49-F238E27FC236}">
                <a16:creationId xmlns:a16="http://schemas.microsoft.com/office/drawing/2014/main" id="{A2A1355F-296D-A623-7C53-D77BC5D866F2}"/>
              </a:ext>
            </a:extLst>
          </p:cNvPr>
          <p:cNvSpPr/>
          <p:nvPr userDrawn="1"/>
        </p:nvSpPr>
        <p:spPr>
          <a:xfrm>
            <a:off x="8211459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</p:sp>
      <p:sp>
        <p:nvSpPr>
          <p:cNvPr id="137" name="Text 117">
            <a:extLst>
              <a:ext uri="{FF2B5EF4-FFF2-40B4-BE49-F238E27FC236}">
                <a16:creationId xmlns:a16="http://schemas.microsoft.com/office/drawing/2014/main" id="{85A883CA-5A48-BF7B-AAFA-1DB206A2F317}"/>
              </a:ext>
            </a:extLst>
          </p:cNvPr>
          <p:cNvSpPr/>
          <p:nvPr userDrawn="1"/>
        </p:nvSpPr>
        <p:spPr>
          <a:xfrm>
            <a:off x="8329549" y="4170015"/>
            <a:ext cx="6822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Sure Pink</a:t>
            </a:r>
            <a:endParaRPr lang="en-US" sz="1116" dirty="0"/>
          </a:p>
        </p:txBody>
      </p:sp>
      <p:sp>
        <p:nvSpPr>
          <p:cNvPr id="138" name="Text 119">
            <a:extLst>
              <a:ext uri="{FF2B5EF4-FFF2-40B4-BE49-F238E27FC236}">
                <a16:creationId xmlns:a16="http://schemas.microsoft.com/office/drawing/2014/main" id="{ED8D0567-7598-A0E9-0882-0C0D6C594E39}"/>
              </a:ext>
            </a:extLst>
          </p:cNvPr>
          <p:cNvSpPr/>
          <p:nvPr userDrawn="1"/>
        </p:nvSpPr>
        <p:spPr>
          <a:xfrm>
            <a:off x="8329549" y="4387811"/>
            <a:ext cx="41883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lang="en-US" sz="744" dirty="0"/>
          </a:p>
        </p:txBody>
      </p:sp>
      <p:sp>
        <p:nvSpPr>
          <p:cNvPr id="139" name="Text 120">
            <a:extLst>
              <a:ext uri="{FF2B5EF4-FFF2-40B4-BE49-F238E27FC236}">
                <a16:creationId xmlns:a16="http://schemas.microsoft.com/office/drawing/2014/main" id="{F2CD4B62-9620-BAE8-B9D8-9212FFDC5B56}"/>
              </a:ext>
            </a:extLst>
          </p:cNvPr>
          <p:cNvSpPr/>
          <p:nvPr userDrawn="1"/>
        </p:nvSpPr>
        <p:spPr>
          <a:xfrm>
            <a:off x="8329549" y="4513029"/>
            <a:ext cx="79983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254 104 185 </a:t>
            </a:r>
            <a:endParaRPr lang="en-US" sz="744" dirty="0"/>
          </a:p>
        </p:txBody>
      </p:sp>
      <p:sp>
        <p:nvSpPr>
          <p:cNvPr id="140" name="Shape 122">
            <a:extLst>
              <a:ext uri="{FF2B5EF4-FFF2-40B4-BE49-F238E27FC236}">
                <a16:creationId xmlns:a16="http://schemas.microsoft.com/office/drawing/2014/main" id="{A1B4C5CB-DB86-E62C-EFFA-2AD827783FA0}"/>
              </a:ext>
            </a:extLst>
          </p:cNvPr>
          <p:cNvSpPr/>
          <p:nvPr userDrawn="1"/>
        </p:nvSpPr>
        <p:spPr>
          <a:xfrm>
            <a:off x="8211460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</p:sp>
      <p:sp>
        <p:nvSpPr>
          <p:cNvPr id="141" name="Text 123">
            <a:extLst>
              <a:ext uri="{FF2B5EF4-FFF2-40B4-BE49-F238E27FC236}">
                <a16:creationId xmlns:a16="http://schemas.microsoft.com/office/drawing/2014/main" id="{8A62644D-DF4E-3F94-8894-FA87CDDBF33E}"/>
              </a:ext>
            </a:extLst>
          </p:cNvPr>
          <p:cNvSpPr/>
          <p:nvPr userDrawn="1"/>
        </p:nvSpPr>
        <p:spPr>
          <a:xfrm>
            <a:off x="8294122" y="4838953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#FEE5F4</a:t>
            </a:r>
            <a:endParaRPr lang="en-US" sz="651" dirty="0"/>
          </a:p>
        </p:txBody>
      </p:sp>
      <p:sp>
        <p:nvSpPr>
          <p:cNvPr id="142" name="Shape 124">
            <a:extLst>
              <a:ext uri="{FF2B5EF4-FFF2-40B4-BE49-F238E27FC236}">
                <a16:creationId xmlns:a16="http://schemas.microsoft.com/office/drawing/2014/main" id="{843B99F3-234E-187F-B092-3BC8BA9BCEB4}"/>
              </a:ext>
            </a:extLst>
          </p:cNvPr>
          <p:cNvSpPr/>
          <p:nvPr userDrawn="1"/>
        </p:nvSpPr>
        <p:spPr>
          <a:xfrm>
            <a:off x="907351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</p:sp>
      <p:sp>
        <p:nvSpPr>
          <p:cNvPr id="143" name="Text 125">
            <a:extLst>
              <a:ext uri="{FF2B5EF4-FFF2-40B4-BE49-F238E27FC236}">
                <a16:creationId xmlns:a16="http://schemas.microsoft.com/office/drawing/2014/main" id="{AF795A68-5318-AD83-BF31-4A93B945D2E5}"/>
              </a:ext>
            </a:extLst>
          </p:cNvPr>
          <p:cNvSpPr/>
          <p:nvPr userDrawn="1"/>
        </p:nvSpPr>
        <p:spPr>
          <a:xfrm>
            <a:off x="9156175" y="4838953"/>
            <a:ext cx="3831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#FECCE9</a:t>
            </a:r>
            <a:endParaRPr lang="en-US" sz="651" dirty="0"/>
          </a:p>
        </p:txBody>
      </p:sp>
      <p:sp>
        <p:nvSpPr>
          <p:cNvPr id="144" name="Shape 126">
            <a:extLst>
              <a:ext uri="{FF2B5EF4-FFF2-40B4-BE49-F238E27FC236}">
                <a16:creationId xmlns:a16="http://schemas.microsoft.com/office/drawing/2014/main" id="{A4C83A8C-68FE-A201-D4D1-054C3CD87DBE}"/>
              </a:ext>
            </a:extLst>
          </p:cNvPr>
          <p:cNvSpPr/>
          <p:nvPr userDrawn="1"/>
        </p:nvSpPr>
        <p:spPr>
          <a:xfrm>
            <a:off x="993556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</p:sp>
      <p:sp>
        <p:nvSpPr>
          <p:cNvPr id="145" name="Text 127">
            <a:extLst>
              <a:ext uri="{FF2B5EF4-FFF2-40B4-BE49-F238E27FC236}">
                <a16:creationId xmlns:a16="http://schemas.microsoft.com/office/drawing/2014/main" id="{1AD5A45D-D95F-4540-DD51-FB7F2031249B}"/>
              </a:ext>
            </a:extLst>
          </p:cNvPr>
          <p:cNvSpPr/>
          <p:nvPr userDrawn="1"/>
        </p:nvSpPr>
        <p:spPr>
          <a:xfrm>
            <a:off x="10018228" y="4838953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#FFA3D7</a:t>
            </a:r>
            <a:endParaRPr lang="en-US" sz="651" dirty="0"/>
          </a:p>
        </p:txBody>
      </p:sp>
      <p:sp>
        <p:nvSpPr>
          <p:cNvPr id="146" name="Shape 128">
            <a:extLst>
              <a:ext uri="{FF2B5EF4-FFF2-40B4-BE49-F238E27FC236}">
                <a16:creationId xmlns:a16="http://schemas.microsoft.com/office/drawing/2014/main" id="{AE317090-7049-6217-7AAB-E34DEC94F0C0}"/>
              </a:ext>
            </a:extLst>
          </p:cNvPr>
          <p:cNvSpPr/>
          <p:nvPr userDrawn="1"/>
        </p:nvSpPr>
        <p:spPr>
          <a:xfrm>
            <a:off x="10797618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</p:sp>
      <p:sp>
        <p:nvSpPr>
          <p:cNvPr id="147" name="Text 129">
            <a:extLst>
              <a:ext uri="{FF2B5EF4-FFF2-40B4-BE49-F238E27FC236}">
                <a16:creationId xmlns:a16="http://schemas.microsoft.com/office/drawing/2014/main" id="{41716D5B-1B22-3770-44B3-60D534DDBFE0}"/>
              </a:ext>
            </a:extLst>
          </p:cNvPr>
          <p:cNvSpPr/>
          <p:nvPr userDrawn="1"/>
        </p:nvSpPr>
        <p:spPr>
          <a:xfrm>
            <a:off x="10880281" y="4838953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#FE68B9</a:t>
            </a:r>
            <a:endParaRPr lang="en-US" sz="651" dirty="0"/>
          </a:p>
        </p:txBody>
      </p:sp>
      <p:sp>
        <p:nvSpPr>
          <p:cNvPr id="148" name="Shape 130">
            <a:extLst>
              <a:ext uri="{FF2B5EF4-FFF2-40B4-BE49-F238E27FC236}">
                <a16:creationId xmlns:a16="http://schemas.microsoft.com/office/drawing/2014/main" id="{A60B739A-2C78-0BFA-3242-508E63BF4ABF}"/>
              </a:ext>
            </a:extLst>
          </p:cNvPr>
          <p:cNvSpPr/>
          <p:nvPr userDrawn="1"/>
        </p:nvSpPr>
        <p:spPr>
          <a:xfrm>
            <a:off x="4704203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49" name="Shape 131">
            <a:extLst>
              <a:ext uri="{FF2B5EF4-FFF2-40B4-BE49-F238E27FC236}">
                <a16:creationId xmlns:a16="http://schemas.microsoft.com/office/drawing/2014/main" id="{F35E837E-CEA0-9F0C-78EC-18BA530BEA7E}"/>
              </a:ext>
            </a:extLst>
          </p:cNvPr>
          <p:cNvSpPr/>
          <p:nvPr userDrawn="1"/>
        </p:nvSpPr>
        <p:spPr>
          <a:xfrm>
            <a:off x="4704203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0" name="Text 133">
            <a:extLst>
              <a:ext uri="{FF2B5EF4-FFF2-40B4-BE49-F238E27FC236}">
                <a16:creationId xmlns:a16="http://schemas.microsoft.com/office/drawing/2014/main" id="{3AD20FF3-71FC-E689-08B1-05087E3D629D}"/>
              </a:ext>
            </a:extLst>
          </p:cNvPr>
          <p:cNvSpPr/>
          <p:nvPr userDrawn="1"/>
        </p:nvSpPr>
        <p:spPr>
          <a:xfrm>
            <a:off x="4822293" y="5321394"/>
            <a:ext cx="6885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Tiny</a:t>
            </a:r>
            <a:endParaRPr lang="en-US" sz="1116" dirty="0"/>
          </a:p>
        </p:txBody>
      </p:sp>
      <p:sp>
        <p:nvSpPr>
          <p:cNvPr id="151" name="Text 135">
            <a:extLst>
              <a:ext uri="{FF2B5EF4-FFF2-40B4-BE49-F238E27FC236}">
                <a16:creationId xmlns:a16="http://schemas.microsoft.com/office/drawing/2014/main" id="{1E097178-29D4-CD52-3D22-FD31EAC6BDAD}"/>
              </a:ext>
            </a:extLst>
          </p:cNvPr>
          <p:cNvSpPr/>
          <p:nvPr userDrawn="1"/>
        </p:nvSpPr>
        <p:spPr>
          <a:xfrm>
            <a:off x="4822292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lang="en-US" sz="744" dirty="0"/>
          </a:p>
        </p:txBody>
      </p:sp>
      <p:sp>
        <p:nvSpPr>
          <p:cNvPr id="152" name="Text 136">
            <a:extLst>
              <a:ext uri="{FF2B5EF4-FFF2-40B4-BE49-F238E27FC236}">
                <a16:creationId xmlns:a16="http://schemas.microsoft.com/office/drawing/2014/main" id="{0ED335B1-5BFD-8541-FE04-316286627C9D}"/>
              </a:ext>
            </a:extLst>
          </p:cNvPr>
          <p:cNvSpPr/>
          <p:nvPr userDrawn="1"/>
        </p:nvSpPr>
        <p:spPr>
          <a:xfrm>
            <a:off x="4822293" y="5664407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119 90 255 </a:t>
            </a:r>
            <a:endParaRPr lang="en-US" sz="744" dirty="0"/>
          </a:p>
        </p:txBody>
      </p:sp>
      <p:sp>
        <p:nvSpPr>
          <p:cNvPr id="153" name="Shape 138">
            <a:extLst>
              <a:ext uri="{FF2B5EF4-FFF2-40B4-BE49-F238E27FC236}">
                <a16:creationId xmlns:a16="http://schemas.microsoft.com/office/drawing/2014/main" id="{914C1DF2-F101-4754-293C-9C9E0397B477}"/>
              </a:ext>
            </a:extLst>
          </p:cNvPr>
          <p:cNvSpPr/>
          <p:nvPr userDrawn="1"/>
        </p:nvSpPr>
        <p:spPr>
          <a:xfrm>
            <a:off x="4704203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</p:sp>
      <p:sp>
        <p:nvSpPr>
          <p:cNvPr id="154" name="Text 139">
            <a:extLst>
              <a:ext uri="{FF2B5EF4-FFF2-40B4-BE49-F238E27FC236}">
                <a16:creationId xmlns:a16="http://schemas.microsoft.com/office/drawing/2014/main" id="{06EE32B1-55FA-6C3B-D8E5-1603671578C5}"/>
              </a:ext>
            </a:extLst>
          </p:cNvPr>
          <p:cNvSpPr/>
          <p:nvPr userDrawn="1"/>
        </p:nvSpPr>
        <p:spPr>
          <a:xfrm>
            <a:off x="4786866" y="5990331"/>
            <a:ext cx="3514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#DBF1F2</a:t>
            </a:r>
            <a:endParaRPr lang="en-US" sz="651" dirty="0"/>
          </a:p>
        </p:txBody>
      </p:sp>
      <p:sp>
        <p:nvSpPr>
          <p:cNvPr id="155" name="Shape 140">
            <a:extLst>
              <a:ext uri="{FF2B5EF4-FFF2-40B4-BE49-F238E27FC236}">
                <a16:creationId xmlns:a16="http://schemas.microsoft.com/office/drawing/2014/main" id="{75EA7F55-8D9A-34A4-8806-BE7A9EF3BB10}"/>
              </a:ext>
            </a:extLst>
          </p:cNvPr>
          <p:cNvSpPr/>
          <p:nvPr userDrawn="1"/>
        </p:nvSpPr>
        <p:spPr>
          <a:xfrm>
            <a:off x="556625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</p:sp>
      <p:sp>
        <p:nvSpPr>
          <p:cNvPr id="156" name="Text 141">
            <a:extLst>
              <a:ext uri="{FF2B5EF4-FFF2-40B4-BE49-F238E27FC236}">
                <a16:creationId xmlns:a16="http://schemas.microsoft.com/office/drawing/2014/main" id="{F5D5056A-0FEE-D1ED-5EA4-CB47187E5D3E}"/>
              </a:ext>
            </a:extLst>
          </p:cNvPr>
          <p:cNvSpPr/>
          <p:nvPr userDrawn="1"/>
        </p:nvSpPr>
        <p:spPr>
          <a:xfrm>
            <a:off x="5648919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#BBE3E6</a:t>
            </a:r>
            <a:endParaRPr lang="en-US" sz="651" dirty="0"/>
          </a:p>
        </p:txBody>
      </p:sp>
      <p:sp>
        <p:nvSpPr>
          <p:cNvPr id="157" name="Shape 142">
            <a:extLst>
              <a:ext uri="{FF2B5EF4-FFF2-40B4-BE49-F238E27FC236}">
                <a16:creationId xmlns:a16="http://schemas.microsoft.com/office/drawing/2014/main" id="{0633FFC5-6109-459C-A1B5-B72F0AAF30DD}"/>
              </a:ext>
            </a:extLst>
          </p:cNvPr>
          <p:cNvSpPr/>
          <p:nvPr userDrawn="1"/>
        </p:nvSpPr>
        <p:spPr>
          <a:xfrm>
            <a:off x="6428309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</p:sp>
      <p:sp>
        <p:nvSpPr>
          <p:cNvPr id="158" name="Text 143">
            <a:extLst>
              <a:ext uri="{FF2B5EF4-FFF2-40B4-BE49-F238E27FC236}">
                <a16:creationId xmlns:a16="http://schemas.microsoft.com/office/drawing/2014/main" id="{42C6A148-548E-38D6-65E6-7C7E7EE92881}"/>
              </a:ext>
            </a:extLst>
          </p:cNvPr>
          <p:cNvSpPr/>
          <p:nvPr userDrawn="1"/>
        </p:nvSpPr>
        <p:spPr>
          <a:xfrm>
            <a:off x="6510972" y="5990331"/>
            <a:ext cx="3704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#71C3CB</a:t>
            </a:r>
            <a:endParaRPr lang="en-US" sz="651" dirty="0"/>
          </a:p>
        </p:txBody>
      </p:sp>
      <p:sp>
        <p:nvSpPr>
          <p:cNvPr id="159" name="Shape 144">
            <a:extLst>
              <a:ext uri="{FF2B5EF4-FFF2-40B4-BE49-F238E27FC236}">
                <a16:creationId xmlns:a16="http://schemas.microsoft.com/office/drawing/2014/main" id="{6B210F70-502B-8AC9-8FDC-23707DAD9F05}"/>
              </a:ext>
            </a:extLst>
          </p:cNvPr>
          <p:cNvSpPr/>
          <p:nvPr userDrawn="1"/>
        </p:nvSpPr>
        <p:spPr>
          <a:xfrm>
            <a:off x="729036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</p:sp>
      <p:sp>
        <p:nvSpPr>
          <p:cNvPr id="160" name="Text 145">
            <a:extLst>
              <a:ext uri="{FF2B5EF4-FFF2-40B4-BE49-F238E27FC236}">
                <a16:creationId xmlns:a16="http://schemas.microsoft.com/office/drawing/2014/main" id="{7D9F9F3F-F1E2-09E3-4F31-084A8ACFA9EA}"/>
              </a:ext>
            </a:extLst>
          </p:cNvPr>
          <p:cNvSpPr/>
          <p:nvPr userDrawn="1"/>
        </p:nvSpPr>
        <p:spPr>
          <a:xfrm>
            <a:off x="7373025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#55B1BB</a:t>
            </a:r>
            <a:endParaRPr lang="en-US" sz="651" dirty="0"/>
          </a:p>
        </p:txBody>
      </p:sp>
      <p:sp>
        <p:nvSpPr>
          <p:cNvPr id="161" name="Shape 146">
            <a:extLst>
              <a:ext uri="{FF2B5EF4-FFF2-40B4-BE49-F238E27FC236}">
                <a16:creationId xmlns:a16="http://schemas.microsoft.com/office/drawing/2014/main" id="{D532AA31-B648-C93A-A751-B6C949BAEA91}"/>
              </a:ext>
            </a:extLst>
          </p:cNvPr>
          <p:cNvSpPr/>
          <p:nvPr userDrawn="1"/>
        </p:nvSpPr>
        <p:spPr>
          <a:xfrm>
            <a:off x="8211459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</p:sp>
      <p:sp>
        <p:nvSpPr>
          <p:cNvPr id="162" name="Shape 147">
            <a:extLst>
              <a:ext uri="{FF2B5EF4-FFF2-40B4-BE49-F238E27FC236}">
                <a16:creationId xmlns:a16="http://schemas.microsoft.com/office/drawing/2014/main" id="{71D9E350-1824-B212-1825-AF671A0E61D9}"/>
              </a:ext>
            </a:extLst>
          </p:cNvPr>
          <p:cNvSpPr/>
          <p:nvPr userDrawn="1"/>
        </p:nvSpPr>
        <p:spPr>
          <a:xfrm>
            <a:off x="8211459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63" name="Text 149">
            <a:extLst>
              <a:ext uri="{FF2B5EF4-FFF2-40B4-BE49-F238E27FC236}">
                <a16:creationId xmlns:a16="http://schemas.microsoft.com/office/drawing/2014/main" id="{CCE1BCCE-0484-40D6-617E-92C8D01E1AAF}"/>
              </a:ext>
            </a:extLst>
          </p:cNvPr>
          <p:cNvSpPr/>
          <p:nvPr userDrawn="1"/>
        </p:nvSpPr>
        <p:spPr>
          <a:xfrm>
            <a:off x="8329549" y="5321394"/>
            <a:ext cx="79653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Care Violet</a:t>
            </a:r>
            <a:endParaRPr lang="en-US" sz="1116" dirty="0"/>
          </a:p>
        </p:txBody>
      </p:sp>
      <p:sp>
        <p:nvSpPr>
          <p:cNvPr id="164" name="Text 151">
            <a:extLst>
              <a:ext uri="{FF2B5EF4-FFF2-40B4-BE49-F238E27FC236}">
                <a16:creationId xmlns:a16="http://schemas.microsoft.com/office/drawing/2014/main" id="{FE68400E-C08B-4F0F-C167-A580D0C51588}"/>
              </a:ext>
            </a:extLst>
          </p:cNvPr>
          <p:cNvSpPr/>
          <p:nvPr userDrawn="1"/>
        </p:nvSpPr>
        <p:spPr>
          <a:xfrm>
            <a:off x="8329548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lang="en-US" sz="744" dirty="0"/>
          </a:p>
        </p:txBody>
      </p:sp>
      <p:sp>
        <p:nvSpPr>
          <p:cNvPr id="165" name="Text 152">
            <a:extLst>
              <a:ext uri="{FF2B5EF4-FFF2-40B4-BE49-F238E27FC236}">
                <a16:creationId xmlns:a16="http://schemas.microsoft.com/office/drawing/2014/main" id="{B82E4BB5-4ECE-D1A1-7027-72B066366B50}"/>
              </a:ext>
            </a:extLst>
          </p:cNvPr>
          <p:cNvSpPr/>
          <p:nvPr userDrawn="1"/>
        </p:nvSpPr>
        <p:spPr>
          <a:xfrm>
            <a:off x="8329549" y="5664407"/>
            <a:ext cx="7807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RGB: 217 184 254</a:t>
            </a:r>
            <a:endParaRPr lang="en-US" sz="744" dirty="0"/>
          </a:p>
        </p:txBody>
      </p:sp>
      <p:sp>
        <p:nvSpPr>
          <p:cNvPr id="166" name="Shape 154">
            <a:extLst>
              <a:ext uri="{FF2B5EF4-FFF2-40B4-BE49-F238E27FC236}">
                <a16:creationId xmlns:a16="http://schemas.microsoft.com/office/drawing/2014/main" id="{DC911CA6-A3EE-0CE9-C5BA-B6C42A2E2293}"/>
              </a:ext>
            </a:extLst>
          </p:cNvPr>
          <p:cNvSpPr/>
          <p:nvPr userDrawn="1"/>
        </p:nvSpPr>
        <p:spPr>
          <a:xfrm>
            <a:off x="8211460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</p:sp>
      <p:sp>
        <p:nvSpPr>
          <p:cNvPr id="167" name="Text 155">
            <a:extLst>
              <a:ext uri="{FF2B5EF4-FFF2-40B4-BE49-F238E27FC236}">
                <a16:creationId xmlns:a16="http://schemas.microsoft.com/office/drawing/2014/main" id="{2DD0D843-5F8B-D36F-C876-CA865F2F6C67}"/>
              </a:ext>
            </a:extLst>
          </p:cNvPr>
          <p:cNvSpPr/>
          <p:nvPr userDrawn="1"/>
        </p:nvSpPr>
        <p:spPr>
          <a:xfrm>
            <a:off x="8294122" y="5990331"/>
            <a:ext cx="35775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100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#F3E8FF</a:t>
            </a:r>
            <a:endParaRPr lang="en-US" sz="651" dirty="0"/>
          </a:p>
        </p:txBody>
      </p:sp>
      <p:sp>
        <p:nvSpPr>
          <p:cNvPr id="168" name="Shape 156">
            <a:extLst>
              <a:ext uri="{FF2B5EF4-FFF2-40B4-BE49-F238E27FC236}">
                <a16:creationId xmlns:a16="http://schemas.microsoft.com/office/drawing/2014/main" id="{0ADF1F7C-9848-82EC-7005-1AE8D63CD8DD}"/>
              </a:ext>
            </a:extLst>
          </p:cNvPr>
          <p:cNvSpPr/>
          <p:nvPr userDrawn="1"/>
        </p:nvSpPr>
        <p:spPr>
          <a:xfrm>
            <a:off x="907351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</p:sp>
      <p:sp>
        <p:nvSpPr>
          <p:cNvPr id="169" name="Text 157">
            <a:extLst>
              <a:ext uri="{FF2B5EF4-FFF2-40B4-BE49-F238E27FC236}">
                <a16:creationId xmlns:a16="http://schemas.microsoft.com/office/drawing/2014/main" id="{E1EBA44A-97A9-472D-CC1B-DB370DE8C782}"/>
              </a:ext>
            </a:extLst>
          </p:cNvPr>
          <p:cNvSpPr/>
          <p:nvPr userDrawn="1"/>
        </p:nvSpPr>
        <p:spPr>
          <a:xfrm>
            <a:off x="9156175" y="5990331"/>
            <a:ext cx="36410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200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#E8D5FF</a:t>
            </a:r>
            <a:endParaRPr lang="en-US" sz="651" dirty="0"/>
          </a:p>
        </p:txBody>
      </p:sp>
      <p:sp>
        <p:nvSpPr>
          <p:cNvPr id="170" name="Shape 158">
            <a:extLst>
              <a:ext uri="{FF2B5EF4-FFF2-40B4-BE49-F238E27FC236}">
                <a16:creationId xmlns:a16="http://schemas.microsoft.com/office/drawing/2014/main" id="{6E5ACFF1-C143-EB60-6904-032B5E063143}"/>
              </a:ext>
            </a:extLst>
          </p:cNvPr>
          <p:cNvSpPr/>
          <p:nvPr userDrawn="1"/>
        </p:nvSpPr>
        <p:spPr>
          <a:xfrm>
            <a:off x="993556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</p:sp>
      <p:sp>
        <p:nvSpPr>
          <p:cNvPr id="171" name="Text 159">
            <a:extLst>
              <a:ext uri="{FF2B5EF4-FFF2-40B4-BE49-F238E27FC236}">
                <a16:creationId xmlns:a16="http://schemas.microsoft.com/office/drawing/2014/main" id="{405F90EF-F18E-BAE5-45B8-51D5118A8FD9}"/>
              </a:ext>
            </a:extLst>
          </p:cNvPr>
          <p:cNvSpPr/>
          <p:nvPr userDrawn="1"/>
        </p:nvSpPr>
        <p:spPr>
          <a:xfrm>
            <a:off x="10018229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300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#D9B8FE</a:t>
            </a:r>
            <a:endParaRPr lang="en-US" sz="651" dirty="0"/>
          </a:p>
        </p:txBody>
      </p:sp>
      <p:sp>
        <p:nvSpPr>
          <p:cNvPr id="172" name="Shape 160">
            <a:extLst>
              <a:ext uri="{FF2B5EF4-FFF2-40B4-BE49-F238E27FC236}">
                <a16:creationId xmlns:a16="http://schemas.microsoft.com/office/drawing/2014/main" id="{E59D1701-D63B-2D9B-F71A-0978B8BBC4BD}"/>
              </a:ext>
            </a:extLst>
          </p:cNvPr>
          <p:cNvSpPr/>
          <p:nvPr userDrawn="1"/>
        </p:nvSpPr>
        <p:spPr>
          <a:xfrm>
            <a:off x="10797618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</p:sp>
      <p:sp>
        <p:nvSpPr>
          <p:cNvPr id="173" name="Text 161">
            <a:extLst>
              <a:ext uri="{FF2B5EF4-FFF2-40B4-BE49-F238E27FC236}">
                <a16:creationId xmlns:a16="http://schemas.microsoft.com/office/drawing/2014/main" id="{7EFF6A79-062A-8896-1EB1-602AC5202960}"/>
              </a:ext>
            </a:extLst>
          </p:cNvPr>
          <p:cNvSpPr/>
          <p:nvPr userDrawn="1"/>
        </p:nvSpPr>
        <p:spPr>
          <a:xfrm>
            <a:off x="10880281" y="5990331"/>
            <a:ext cx="37680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400</a:t>
            </a:r>
            <a:endParaRPr lang="en-US" sz="651" dirty="0"/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#BE84FC</a:t>
            </a:r>
            <a:endParaRPr lang="en-US" sz="651" dirty="0"/>
          </a:p>
        </p:txBody>
      </p:sp>
    </p:spTree>
    <p:extLst>
      <p:ext uri="{BB962C8B-B14F-4D97-AF65-F5344CB8AC3E}">
        <p14:creationId xmlns:p14="http://schemas.microsoft.com/office/powerpoint/2010/main" val="3781920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62348-1E0A-BC84-C558-C8C650F997C9}"/>
              </a:ext>
            </a:extLst>
          </p:cNvPr>
          <p:cNvSpPr/>
          <p:nvPr userDrawn="1"/>
        </p:nvSpPr>
        <p:spPr>
          <a:xfrm>
            <a:off x="609597" y="408890"/>
            <a:ext cx="469323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6924B-C804-6BF0-9D05-224C1C7685B0}"/>
              </a:ext>
            </a:extLst>
          </p:cNvPr>
          <p:cNvSpPr txBox="1"/>
          <p:nvPr userDrawn="1"/>
        </p:nvSpPr>
        <p:spPr>
          <a:xfrm>
            <a:off x="609597" y="693984"/>
            <a:ext cx="8533213" cy="1317733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5399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6C5D6-EB06-3485-7137-950175E79897}"/>
              </a:ext>
            </a:extLst>
          </p:cNvPr>
          <p:cNvSpPr txBox="1"/>
          <p:nvPr userDrawn="1"/>
        </p:nvSpPr>
        <p:spPr>
          <a:xfrm>
            <a:off x="609597" y="2281658"/>
            <a:ext cx="8533213" cy="38593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426900D-34E2-BCCF-F8F8-F5A2B7A40987}"/>
              </a:ext>
            </a:extLst>
          </p:cNvPr>
          <p:cNvSpPr/>
          <p:nvPr userDrawn="1"/>
        </p:nvSpPr>
        <p:spPr>
          <a:xfrm>
            <a:off x="609597" y="2930843"/>
            <a:ext cx="469323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88A57-C3B1-A035-0A26-8A924A98B158}"/>
              </a:ext>
            </a:extLst>
          </p:cNvPr>
          <p:cNvSpPr txBox="1"/>
          <p:nvPr userDrawn="1"/>
        </p:nvSpPr>
        <p:spPr>
          <a:xfrm>
            <a:off x="609597" y="4462719"/>
            <a:ext cx="2838004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sz="1800" dirty="0"/>
              <a:t>Подзаголовок слайда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4F175-D976-E073-61EB-17F939DFD660}"/>
              </a:ext>
            </a:extLst>
          </p:cNvPr>
          <p:cNvSpPr txBox="1"/>
          <p:nvPr userDrawn="1"/>
        </p:nvSpPr>
        <p:spPr>
          <a:xfrm>
            <a:off x="609597" y="5144154"/>
            <a:ext cx="2838004" cy="4355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500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23D9D-2B9A-37DF-72F5-392581FC5AC9}"/>
              </a:ext>
            </a:extLst>
          </p:cNvPr>
          <p:cNvSpPr txBox="1"/>
          <p:nvPr userDrawn="1"/>
        </p:nvSpPr>
        <p:spPr>
          <a:xfrm>
            <a:off x="609597" y="5837995"/>
            <a:ext cx="2838004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ru-RU" sz="1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B6BB9FE-40E7-6C3B-D234-458AF817A18C}"/>
              </a:ext>
            </a:extLst>
          </p:cNvPr>
          <p:cNvGrpSpPr/>
          <p:nvPr userDrawn="1"/>
        </p:nvGrpSpPr>
        <p:grpSpPr>
          <a:xfrm>
            <a:off x="6356733" y="5714591"/>
            <a:ext cx="1431209" cy="419100"/>
            <a:chOff x="1430871" y="9337422"/>
            <a:chExt cx="2862791" cy="83820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D16A36F-AF7F-1763-EADA-B8BBF6F7E956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b="0" i="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25A2A18-6D3F-FCEF-54EF-F1D5797ED087}"/>
                </a:ext>
              </a:extLst>
            </p:cNvPr>
            <p:cNvSpPr/>
            <p:nvPr/>
          </p:nvSpPr>
          <p:spPr>
            <a:xfrm>
              <a:off x="1723925" y="9506518"/>
              <a:ext cx="2276681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ru-RU" sz="1500" b="1" spc="150" dirty="0">
                  <a:solidFill>
                    <a:schemeClr val="bg1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1500" b="1" spc="150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E9B4A5C-D113-56EC-3FE7-BDB5FAD7DCA6}"/>
              </a:ext>
            </a:extLst>
          </p:cNvPr>
          <p:cNvSpPr txBox="1"/>
          <p:nvPr userDrawn="1"/>
        </p:nvSpPr>
        <p:spPr>
          <a:xfrm>
            <a:off x="9924995" y="1402575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</a:t>
            </a:r>
            <a:r>
              <a:rPr lang="en" sz="1000" dirty="0" err="1"/>
              <a:t>Semibold</a:t>
            </a:r>
            <a:br>
              <a:rPr lang="en" sz="1000" dirty="0"/>
            </a:br>
            <a:r>
              <a:rPr lang="ru-RU" sz="1000" dirty="0"/>
              <a:t>Размер: 108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D70E188F-C5F1-271B-AE5B-1E2C129D91CE}"/>
              </a:ext>
            </a:extLst>
          </p:cNvPr>
          <p:cNvCxnSpPr>
            <a:cxnSpLocks/>
          </p:cNvCxnSpPr>
          <p:nvPr userDrawn="1"/>
        </p:nvCxnSpPr>
        <p:spPr>
          <a:xfrm>
            <a:off x="609597" y="2101458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C7C7E9-0BCD-CB50-FBC4-23EFB0918888}"/>
              </a:ext>
            </a:extLst>
          </p:cNvPr>
          <p:cNvCxnSpPr>
            <a:cxnSpLocks/>
          </p:cNvCxnSpPr>
          <p:nvPr userDrawn="1"/>
        </p:nvCxnSpPr>
        <p:spPr>
          <a:xfrm>
            <a:off x="609597" y="2861806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5EB302B-9424-3CF6-F08C-B1E2CD40FB18}"/>
              </a:ext>
            </a:extLst>
          </p:cNvPr>
          <p:cNvCxnSpPr>
            <a:cxnSpLocks/>
          </p:cNvCxnSpPr>
          <p:nvPr userDrawn="1"/>
        </p:nvCxnSpPr>
        <p:spPr>
          <a:xfrm>
            <a:off x="609597" y="426712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7E7E745-4FFF-E5F0-C1C9-481308C55322}"/>
              </a:ext>
            </a:extLst>
          </p:cNvPr>
          <p:cNvCxnSpPr>
            <a:cxnSpLocks/>
          </p:cNvCxnSpPr>
          <p:nvPr userDrawn="1"/>
        </p:nvCxnSpPr>
        <p:spPr>
          <a:xfrm>
            <a:off x="609597" y="4929929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58BFACCC-6875-F12A-69CD-B8A15C6DBB51}"/>
              </a:ext>
            </a:extLst>
          </p:cNvPr>
          <p:cNvCxnSpPr>
            <a:cxnSpLocks/>
          </p:cNvCxnSpPr>
          <p:nvPr userDrawn="1"/>
        </p:nvCxnSpPr>
        <p:spPr>
          <a:xfrm>
            <a:off x="609597" y="5592737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D0E3626-1DC7-7D37-5596-0C9C14376C4D}"/>
              </a:ext>
            </a:extLst>
          </p:cNvPr>
          <p:cNvCxnSpPr>
            <a:cxnSpLocks/>
          </p:cNvCxnSpPr>
          <p:nvPr userDrawn="1"/>
        </p:nvCxnSpPr>
        <p:spPr>
          <a:xfrm>
            <a:off x="609597" y="6255544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B67295F-3EE6-E679-BCF9-224A59A44E8F}"/>
              </a:ext>
            </a:extLst>
          </p:cNvPr>
          <p:cNvSpPr txBox="1"/>
          <p:nvPr userDrawn="1"/>
        </p:nvSpPr>
        <p:spPr>
          <a:xfrm>
            <a:off x="9924995" y="225079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Medium</a:t>
            </a:r>
            <a:br>
              <a:rPr lang="en" sz="1000" dirty="0"/>
            </a:br>
            <a:r>
              <a:rPr lang="ru-RU" sz="1000" dirty="0"/>
              <a:t>Размер: 48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AE480-682C-6575-AC67-5BEE736495E7}"/>
              </a:ext>
            </a:extLst>
          </p:cNvPr>
          <p:cNvSpPr txBox="1"/>
          <p:nvPr userDrawn="1"/>
        </p:nvSpPr>
        <p:spPr>
          <a:xfrm>
            <a:off x="9924995" y="298855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</a:t>
            </a:r>
            <a:r>
              <a:rPr lang="en" sz="1000" dirty="0" err="1"/>
              <a:t>Semibold</a:t>
            </a:r>
            <a:br>
              <a:rPr lang="en" sz="1000" dirty="0"/>
            </a:br>
            <a:r>
              <a:rPr lang="ru-RU" sz="1000" dirty="0"/>
              <a:t>Размер: 80</a:t>
            </a:r>
            <a:r>
              <a:rPr lang="en-US" sz="1000" dirty="0"/>
              <a:t>-70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D553D9-A959-D5B7-77A7-3E0C8FB66C63}"/>
              </a:ext>
            </a:extLst>
          </p:cNvPr>
          <p:cNvSpPr txBox="1"/>
          <p:nvPr userDrawn="1"/>
        </p:nvSpPr>
        <p:spPr>
          <a:xfrm>
            <a:off x="4233596" y="4367693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Medium</a:t>
            </a:r>
            <a:br>
              <a:rPr lang="en" sz="1000" dirty="0"/>
            </a:br>
            <a:r>
              <a:rPr lang="ru-RU" sz="1000" dirty="0"/>
              <a:t>Размер: 4</a:t>
            </a:r>
            <a:r>
              <a:rPr lang="en-US" sz="1000" dirty="0"/>
              <a:t>0-36-30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C280A-56B3-3344-B096-246B6C19616E}"/>
              </a:ext>
            </a:extLst>
          </p:cNvPr>
          <p:cNvSpPr txBox="1"/>
          <p:nvPr userDrawn="1"/>
        </p:nvSpPr>
        <p:spPr>
          <a:xfrm>
            <a:off x="4233596" y="503050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</a:t>
            </a:r>
            <a:r>
              <a:rPr lang="en-US" sz="1000" dirty="0"/>
              <a:t>Regular</a:t>
            </a:r>
            <a:br>
              <a:rPr lang="en" sz="1000" dirty="0"/>
            </a:br>
            <a:r>
              <a:rPr lang="ru-RU" sz="1000" dirty="0"/>
              <a:t>Размер: </a:t>
            </a:r>
            <a:r>
              <a:rPr lang="en-US" sz="1000" dirty="0"/>
              <a:t>30-24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5F571D-1F22-400E-D5CC-502415B806C1}"/>
              </a:ext>
            </a:extLst>
          </p:cNvPr>
          <p:cNvSpPr txBox="1"/>
          <p:nvPr userDrawn="1"/>
        </p:nvSpPr>
        <p:spPr>
          <a:xfrm>
            <a:off x="4233596" y="569330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</a:t>
            </a:r>
            <a:r>
              <a:rPr lang="en-US" sz="1000" dirty="0"/>
              <a:t>Regular</a:t>
            </a:r>
            <a:br>
              <a:rPr lang="en" sz="1000" dirty="0"/>
            </a:br>
            <a:r>
              <a:rPr lang="ru-RU" sz="1000" dirty="0"/>
              <a:t>Размер: </a:t>
            </a:r>
            <a:r>
              <a:rPr lang="en-US" sz="1000" dirty="0"/>
              <a:t>20-18</a:t>
            </a:r>
            <a:br>
              <a:rPr lang="ru-RU" sz="1000" dirty="0"/>
            </a:br>
            <a:r>
              <a:rPr lang="ru-RU" sz="1000" dirty="0"/>
              <a:t>Интерлиньяж: кегль + </a:t>
            </a:r>
            <a:r>
              <a:rPr lang="en-US" sz="1000" dirty="0"/>
              <a:t>5</a:t>
            </a:r>
            <a:r>
              <a:rPr lang="ru-RU" sz="1000" dirty="0"/>
              <a:t> </a:t>
            </a:r>
            <a:r>
              <a:rPr lang="ru-RU" sz="1000" dirty="0" err="1"/>
              <a:t>пт</a:t>
            </a:r>
            <a:endParaRPr lang="ru-RU" sz="1000" dirty="0"/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7CA4FF76-4CF2-3280-8E0A-CDADB0F5E32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267121"/>
            <a:ext cx="0" cy="19884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65058C-CC87-F907-55D3-D7AF72B4540C}"/>
              </a:ext>
            </a:extLst>
          </p:cNvPr>
          <p:cNvSpPr txBox="1"/>
          <p:nvPr userDrawn="1"/>
        </p:nvSpPr>
        <p:spPr>
          <a:xfrm>
            <a:off x="6356733" y="5169000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sz="1300" dirty="0"/>
              <a:t>Математический шрифт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70350-52EA-74C3-A9C3-7BDFBEB6E495}"/>
              </a:ext>
            </a:extLst>
          </p:cNvPr>
          <p:cNvSpPr txBox="1"/>
          <p:nvPr userDrawn="1"/>
        </p:nvSpPr>
        <p:spPr>
          <a:xfrm>
            <a:off x="9924995" y="5030501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/>
              <a:t>STIX Two Math</a:t>
            </a:r>
            <a:br>
              <a:rPr lang="en" sz="1000" dirty="0"/>
            </a:br>
            <a:r>
              <a:rPr lang="ru-RU" sz="1000" dirty="0"/>
              <a:t>Размер: 26</a:t>
            </a:r>
            <a:br>
              <a:rPr lang="ru-RU" sz="1000" dirty="0"/>
            </a:br>
            <a:r>
              <a:rPr lang="ru-RU" sz="1000" dirty="0"/>
              <a:t>Интерлиньяж: кегль + 5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0FF324-C145-786B-7B3B-63AED0F7AA14}"/>
              </a:ext>
            </a:extLst>
          </p:cNvPr>
          <p:cNvSpPr txBox="1"/>
          <p:nvPr userDrawn="1"/>
        </p:nvSpPr>
        <p:spPr>
          <a:xfrm>
            <a:off x="6356733" y="4506192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E6FB85-8A6F-C2FE-9CAB-431A5BA66857}"/>
              </a:ext>
            </a:extLst>
          </p:cNvPr>
          <p:cNvSpPr txBox="1"/>
          <p:nvPr userDrawn="1"/>
        </p:nvSpPr>
        <p:spPr>
          <a:xfrm>
            <a:off x="9924995" y="4367693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/>
              <a:t>Courier New</a:t>
            </a:r>
            <a:br>
              <a:rPr lang="en" sz="1000" dirty="0"/>
            </a:br>
            <a:r>
              <a:rPr lang="ru-RU" sz="1000" dirty="0"/>
              <a:t>Размер: 26-20</a:t>
            </a:r>
            <a:br>
              <a:rPr lang="ru-RU" sz="1000" dirty="0"/>
            </a:br>
            <a:r>
              <a:rPr lang="ru-RU" sz="1000" dirty="0"/>
              <a:t>Интерлиньяж: кегль + 5 </a:t>
            </a:r>
            <a:r>
              <a:rPr lang="ru-RU" sz="1000" dirty="0" err="1"/>
              <a:t>пт</a:t>
            </a:r>
            <a:endParaRPr lang="ru-RU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861CA-F283-EF50-C5DE-FB067A82EEB5}"/>
              </a:ext>
            </a:extLst>
          </p:cNvPr>
          <p:cNvSpPr txBox="1"/>
          <p:nvPr userDrawn="1"/>
        </p:nvSpPr>
        <p:spPr>
          <a:xfrm>
            <a:off x="9924995" y="5693309"/>
            <a:ext cx="1660659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 err="1"/>
              <a:t>Graphik</a:t>
            </a:r>
            <a:r>
              <a:rPr lang="en" sz="1000" dirty="0"/>
              <a:t> </a:t>
            </a:r>
            <a:r>
              <a:rPr lang="en" sz="1000" dirty="0" err="1"/>
              <a:t>Semibold</a:t>
            </a:r>
            <a:br>
              <a:rPr lang="en" sz="1000" dirty="0"/>
            </a:br>
            <a:r>
              <a:rPr lang="ru-RU" sz="1000" dirty="0"/>
              <a:t>Размер: 30</a:t>
            </a:r>
            <a:br>
              <a:rPr lang="ru-RU" sz="1000" dirty="0"/>
            </a:br>
            <a:r>
              <a:rPr lang="ru-RU" sz="1000" dirty="0"/>
              <a:t>Интерлиньяж: кегль + 10 </a:t>
            </a:r>
            <a:r>
              <a:rPr lang="ru-RU" sz="1000" dirty="0" err="1"/>
              <a:t>пт</a:t>
            </a:r>
            <a:endParaRPr lang="ru-RU" sz="1000" dirty="0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DA887BCB-9CE5-17F7-AAFC-6050B165B5AB}"/>
              </a:ext>
            </a:extLst>
          </p:cNvPr>
          <p:cNvCxnSpPr>
            <a:cxnSpLocks/>
          </p:cNvCxnSpPr>
          <p:nvPr userDrawn="1"/>
        </p:nvCxnSpPr>
        <p:spPr>
          <a:xfrm>
            <a:off x="609597" y="1165358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EB5071-310C-765E-28A1-79C8BC7E4A61}"/>
              </a:ext>
            </a:extLst>
          </p:cNvPr>
          <p:cNvCxnSpPr>
            <a:cxnSpLocks/>
          </p:cNvCxnSpPr>
          <p:nvPr userDrawn="1"/>
        </p:nvCxnSpPr>
        <p:spPr>
          <a:xfrm>
            <a:off x="609597" y="357696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7EEFC3-48D8-92C8-8469-6A8E74B6F210}"/>
              </a:ext>
            </a:extLst>
          </p:cNvPr>
          <p:cNvSpPr txBox="1"/>
          <p:nvPr userDrawn="1"/>
        </p:nvSpPr>
        <p:spPr>
          <a:xfrm>
            <a:off x="9142810" y="3691209"/>
            <a:ext cx="244284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>
                <a:effectLst/>
              </a:rPr>
              <a:t>OFFORM</a:t>
            </a:r>
            <a:br>
              <a:rPr lang="ru-RU" sz="1000" dirty="0">
                <a:effectLst/>
              </a:rPr>
            </a:br>
            <a:r>
              <a:rPr lang="ru-RU" sz="1000" dirty="0">
                <a:effectLst/>
              </a:rPr>
              <a:t>акцидентный шрифт для больших </a:t>
            </a:r>
            <a:r>
              <a:rPr lang="ru-RU" sz="1000" dirty="0" err="1">
                <a:effectLst/>
              </a:rPr>
              <a:t>цирф</a:t>
            </a:r>
            <a:r>
              <a:rPr lang="ru-RU" sz="1000" dirty="0">
                <a:effectLst/>
              </a:rPr>
              <a:t> и крупных заголовков в одно слово</a:t>
            </a:r>
            <a:endParaRPr lang="ru-RU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25B00-DF08-7427-38D3-06E2E67C0A5A}"/>
              </a:ext>
            </a:extLst>
          </p:cNvPr>
          <p:cNvSpPr txBox="1"/>
          <p:nvPr userDrawn="1"/>
        </p:nvSpPr>
        <p:spPr>
          <a:xfrm>
            <a:off x="609596" y="3513712"/>
            <a:ext cx="1447536" cy="769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4999" dirty="0">
                <a:latin typeface="Ofform" pitchFamily="2" charset="0"/>
              </a:rPr>
              <a:t>00</a:t>
            </a:r>
            <a:endParaRPr lang="ru-RU" sz="4999" dirty="0"/>
          </a:p>
        </p:txBody>
      </p:sp>
    </p:spTree>
    <p:extLst>
      <p:ext uri="{BB962C8B-B14F-4D97-AF65-F5344CB8AC3E}">
        <p14:creationId xmlns:p14="http://schemas.microsoft.com/office/powerpoint/2010/main" val="3821964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DBDF12B-BD63-C522-912D-6F1AFEFDF11B}"/>
              </a:ext>
            </a:extLst>
          </p:cNvPr>
          <p:cNvSpPr/>
          <p:nvPr userDrawn="1"/>
        </p:nvSpPr>
        <p:spPr>
          <a:xfrm>
            <a:off x="609596" y="408890"/>
            <a:ext cx="636179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20FD-3350-F4C6-66D1-E0B65D6D2948}"/>
              </a:ext>
            </a:extLst>
          </p:cNvPr>
          <p:cNvSpPr txBox="1"/>
          <p:nvPr userDrawn="1"/>
        </p:nvSpPr>
        <p:spPr>
          <a:xfrm>
            <a:off x="609597" y="1166304"/>
            <a:ext cx="6095206" cy="2476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000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sz="1000" dirty="0"/>
              <a:t>Открывающий и закрывающий слайды – всегда темные</a:t>
            </a:r>
          </a:p>
          <a:p>
            <a:r>
              <a:rPr lang="ru-RU" sz="1000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sz="1000" dirty="0" err="1"/>
              <a:t>Перебивочные</a:t>
            </a:r>
            <a:r>
              <a:rPr lang="ru-RU" sz="1000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3280106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закрывающий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32FCC-FFA9-1201-2AAF-22649BBC1FEF}"/>
              </a:ext>
            </a:extLst>
          </p:cNvPr>
          <p:cNvSpPr/>
          <p:nvPr userDrawn="1"/>
        </p:nvSpPr>
        <p:spPr>
          <a:xfrm>
            <a:off x="609596" y="408890"/>
            <a:ext cx="636179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499"/>
              </a:lnSpc>
              <a:spcBef>
                <a:spcPct val="0"/>
              </a:spcBef>
            </a:pPr>
            <a:r>
              <a:rPr lang="ru-RU" sz="3999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3999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B107F-4F37-A678-BCA0-8194A61487F4}"/>
              </a:ext>
            </a:extLst>
          </p:cNvPr>
          <p:cNvSpPr txBox="1"/>
          <p:nvPr userDrawn="1"/>
        </p:nvSpPr>
        <p:spPr>
          <a:xfrm>
            <a:off x="609597" y="1166304"/>
            <a:ext cx="4036694" cy="12457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000" dirty="0"/>
              <a:t>Иконки используются в круге – размер 2,5 см</a:t>
            </a:r>
          </a:p>
          <a:p>
            <a:r>
              <a:rPr lang="ru-RU" sz="1000" dirty="0"/>
              <a:t>Для больших карточек может использоваться размер 3 см</a:t>
            </a:r>
          </a:p>
          <a:p>
            <a:r>
              <a:rPr lang="ru-RU" sz="1000" dirty="0"/>
              <a:t>Толщина линии – 2 </a:t>
            </a:r>
            <a:r>
              <a:rPr lang="ru-RU" sz="1000" dirty="0" err="1"/>
              <a:t>пт</a:t>
            </a:r>
            <a:endParaRPr lang="ru-RU" sz="10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11623E-1582-7DA9-DCD7-AFE7A689A499}"/>
              </a:ext>
            </a:extLst>
          </p:cNvPr>
          <p:cNvGrpSpPr/>
          <p:nvPr userDrawn="1"/>
        </p:nvGrpSpPr>
        <p:grpSpPr>
          <a:xfrm>
            <a:off x="3226460" y="2278971"/>
            <a:ext cx="449941" cy="45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00624EAC-D5FC-A53C-B5C4-4E86D15F41B7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C2AE46D0-1A77-30A9-1D7C-B633BA54AB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512695C-F97D-7D48-4C31-430F6A1FD775}"/>
              </a:ext>
            </a:extLst>
          </p:cNvPr>
          <p:cNvGrpSpPr/>
          <p:nvPr userDrawn="1"/>
        </p:nvGrpSpPr>
        <p:grpSpPr>
          <a:xfrm>
            <a:off x="3226460" y="2981979"/>
            <a:ext cx="449941" cy="450000"/>
            <a:chOff x="7828984" y="8625567"/>
            <a:chExt cx="1440000" cy="1440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799D145-7D46-8765-3F9B-023396CB05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1CAE97E5-35CE-05DD-1381-13DA3ECF6D8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06E86DD-E5C0-C65E-3A60-E1B4DE35CC5F}"/>
              </a:ext>
            </a:extLst>
          </p:cNvPr>
          <p:cNvGrpSpPr/>
          <p:nvPr userDrawn="1"/>
        </p:nvGrpSpPr>
        <p:grpSpPr>
          <a:xfrm>
            <a:off x="3226460" y="3684988"/>
            <a:ext cx="449941" cy="450000"/>
            <a:chOff x="10133872" y="6891770"/>
            <a:chExt cx="1440000" cy="1440000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988244FB-62FB-BFAC-7938-96292543D9C1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D1D424C-091D-0CBC-2AFF-DCCE7081F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A84E6A7-6B74-B9D3-BB49-86E1F2AFE54E}"/>
              </a:ext>
            </a:extLst>
          </p:cNvPr>
          <p:cNvGrpSpPr/>
          <p:nvPr userDrawn="1"/>
        </p:nvGrpSpPr>
        <p:grpSpPr>
          <a:xfrm>
            <a:off x="3226460" y="4387996"/>
            <a:ext cx="449941" cy="450000"/>
            <a:chOff x="9729345" y="8625567"/>
            <a:chExt cx="1440000" cy="1440000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37D57351-98A2-AE6E-8B0E-42BD441D5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CE4971A-8BEA-3FC9-E846-FC37449FDB60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5BE94BB-A54E-1E13-9EAB-C7D7605ACD98}"/>
              </a:ext>
            </a:extLst>
          </p:cNvPr>
          <p:cNvGrpSpPr/>
          <p:nvPr userDrawn="1"/>
        </p:nvGrpSpPr>
        <p:grpSpPr>
          <a:xfrm>
            <a:off x="3226460" y="5091005"/>
            <a:ext cx="449941" cy="450000"/>
            <a:chOff x="9527999" y="5789636"/>
            <a:chExt cx="818181" cy="818181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1DC4D6F0-6278-997C-87BF-6BEBD5DD64B8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BBC5605-71DC-7446-DE15-48FAC8F7432C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4C90BB9-5F2B-834C-D8B9-EA5BC884E609}"/>
              </a:ext>
            </a:extLst>
          </p:cNvPr>
          <p:cNvGrpSpPr/>
          <p:nvPr userDrawn="1"/>
        </p:nvGrpSpPr>
        <p:grpSpPr>
          <a:xfrm>
            <a:off x="3226460" y="5794012"/>
            <a:ext cx="449941" cy="450000"/>
            <a:chOff x="12138591" y="8625567"/>
            <a:chExt cx="1440000" cy="1440000"/>
          </a:xfrm>
        </p:grpSpPr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55CC8A4B-9CA8-F283-8320-32E00011E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CC6C43E-4036-AE21-7F41-FF30AE8523DB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CCC2719-6355-79D7-0853-3F30F0F1DB0B}"/>
              </a:ext>
            </a:extLst>
          </p:cNvPr>
          <p:cNvGrpSpPr/>
          <p:nvPr userDrawn="1"/>
        </p:nvGrpSpPr>
        <p:grpSpPr>
          <a:xfrm>
            <a:off x="2527785" y="5091005"/>
            <a:ext cx="449941" cy="450000"/>
            <a:chOff x="13050442" y="8871148"/>
            <a:chExt cx="946509" cy="946509"/>
          </a:xfrm>
        </p:grpSpPr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75943874-EAEE-DDCC-9F65-6A0DB537962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9FB73D2-B686-4102-4F6F-32F2A7439A1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DF9DC05-5161-3541-D055-2D7F694F39B4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31456AC-1ABA-3276-FFA9-2AD27E3D0973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41DCB-77D5-1F01-9ED6-A663241325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6204" y="2408211"/>
            <a:ext cx="293103" cy="19151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793C111-3676-AA78-05DD-3FC1EFC370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7263" y="3042432"/>
            <a:ext cx="270984" cy="32909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B69189-C7C7-5EB5-C46D-E91524380E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293" y="3782478"/>
            <a:ext cx="270924" cy="25502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D1C0DEF-C455-6EF5-9141-DF2BB9FA4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8002" y="4496685"/>
            <a:ext cx="329506" cy="232623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22BCD0-7AAF-389F-1E77-C68FF40ED3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36134" y="5873216"/>
            <a:ext cx="233243" cy="291592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8E157D5-A94C-AF2F-459F-A919984BF601}"/>
              </a:ext>
            </a:extLst>
          </p:cNvPr>
          <p:cNvGrpSpPr/>
          <p:nvPr userDrawn="1"/>
        </p:nvGrpSpPr>
        <p:grpSpPr>
          <a:xfrm>
            <a:off x="5207484" y="3684988"/>
            <a:ext cx="449941" cy="4500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8DE680F-B793-B156-5980-F8BB69D1CD16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579DF66-2553-F88A-915C-F7DAB0DECA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0B0E09A-55E4-B13E-AB4C-032100920B98}"/>
              </a:ext>
            </a:extLst>
          </p:cNvPr>
          <p:cNvGrpSpPr/>
          <p:nvPr userDrawn="1"/>
        </p:nvGrpSpPr>
        <p:grpSpPr>
          <a:xfrm>
            <a:off x="5207484" y="2278971"/>
            <a:ext cx="449941" cy="450000"/>
            <a:chOff x="14780914" y="6891770"/>
            <a:chExt cx="1440000" cy="144000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0F5696C4-A7FB-1ACF-C5D7-FBC00898899F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4647BF6-18B6-DDA1-23DF-E8D5C7A35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82A36AA-65B2-477A-8DA6-82DD4692EF72}"/>
              </a:ext>
            </a:extLst>
          </p:cNvPr>
          <p:cNvGrpSpPr/>
          <p:nvPr userDrawn="1"/>
        </p:nvGrpSpPr>
        <p:grpSpPr>
          <a:xfrm>
            <a:off x="5207484" y="2981979"/>
            <a:ext cx="449941" cy="450000"/>
            <a:chOff x="14030453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0CC0BE5C-DD14-D257-30F5-74D6C18662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7CDB9DD1-7B0C-8F04-3742-35B55BADB436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ADE869F-338C-D669-F9CF-F9671374B03C}"/>
              </a:ext>
            </a:extLst>
          </p:cNvPr>
          <p:cNvGrpSpPr/>
          <p:nvPr userDrawn="1"/>
        </p:nvGrpSpPr>
        <p:grpSpPr>
          <a:xfrm>
            <a:off x="5207484" y="4387996"/>
            <a:ext cx="449941" cy="450000"/>
            <a:chOff x="16032673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A63500FA-6259-55A8-45BC-6CE0CBD68F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7497AE55-0401-D2B0-82F8-5F44C66DC320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8ABA1EEF-F181-0DA1-6EFB-933746679297}"/>
              </a:ext>
            </a:extLst>
          </p:cNvPr>
          <p:cNvGrpSpPr/>
          <p:nvPr userDrawn="1"/>
        </p:nvGrpSpPr>
        <p:grpSpPr>
          <a:xfrm>
            <a:off x="5207484" y="5794012"/>
            <a:ext cx="449941" cy="450000"/>
            <a:chOff x="14720471" y="7311893"/>
            <a:chExt cx="810000" cy="810000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1F9177B-C0A2-5C4A-AD60-BD6FCBA7F24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7E7B97-72C5-BC23-CC1F-6AD6FAEDC5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61FBC8ED-DFD4-D8BD-61BC-57FFE87D39E7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F960113-7306-5F5E-E537-BB8A9CCD0A2D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338CBC22-F525-2902-5BC9-5076EA367AAE}"/>
              </a:ext>
            </a:extLst>
          </p:cNvPr>
          <p:cNvGrpSpPr/>
          <p:nvPr userDrawn="1"/>
        </p:nvGrpSpPr>
        <p:grpSpPr>
          <a:xfrm>
            <a:off x="5207484" y="5091005"/>
            <a:ext cx="449941" cy="450000"/>
            <a:chOff x="14693106" y="6504339"/>
            <a:chExt cx="900000" cy="900000"/>
          </a:xfrm>
        </p:grpSpPr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360C70BE-6149-AFCE-79D8-E3050A31E946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F96AD2-6741-9443-EA76-06A010733F6A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DA561872-8F5D-4531-12AE-6A8C21FDCA82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5" name="Полилиния 54">
                <a:extLst>
                  <a:ext uri="{FF2B5EF4-FFF2-40B4-BE49-F238E27FC236}">
                    <a16:creationId xmlns:a16="http://schemas.microsoft.com/office/drawing/2014/main" id="{677C0FB4-384A-54C7-CB09-ACC64837A7A1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D15E6D3-690C-8D43-9012-26FE56C95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8322" y="3766608"/>
            <a:ext cx="261316" cy="28675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59743DE-E9B3-B903-53FD-814177C782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4849" y="2356059"/>
            <a:ext cx="277860" cy="295825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C2417B80-1DAA-70C2-4FE8-B5F65A4B2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1171" y="3081722"/>
            <a:ext cx="265216" cy="250515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831956D-3939-B0C2-EE55-55C2576C0B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86947" y="4507040"/>
            <a:ext cx="293664" cy="211912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E3374C6-3662-746F-A4B7-AEA827B2B58A}"/>
              </a:ext>
            </a:extLst>
          </p:cNvPr>
          <p:cNvGrpSpPr/>
          <p:nvPr userDrawn="1"/>
        </p:nvGrpSpPr>
        <p:grpSpPr>
          <a:xfrm>
            <a:off x="4621294" y="6006512"/>
            <a:ext cx="224971" cy="25000"/>
            <a:chOff x="14922971" y="7694393"/>
            <a:chExt cx="405000" cy="45000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0215B43-A76F-7B7E-CA09-915D992B3C39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887C640F-3305-7D79-AE66-7D2B545BD508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4188A412-1740-0F93-2C20-D631337DBC52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66C026D5-9A42-0EC3-BED3-FA784BF9A947}"/>
              </a:ext>
            </a:extLst>
          </p:cNvPr>
          <p:cNvGrpSpPr/>
          <p:nvPr userDrawn="1"/>
        </p:nvGrpSpPr>
        <p:grpSpPr>
          <a:xfrm>
            <a:off x="4597588" y="5162076"/>
            <a:ext cx="272384" cy="307859"/>
            <a:chOff x="14857167" y="2618468"/>
            <a:chExt cx="859616" cy="971444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DE6FEA24-3DA9-255D-7643-4A71AA46A1C6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0B44088A-AC9A-A23A-72E9-11D7D6F8646A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EBB2C5B-FDC3-3B75-8BF3-E3052E77A6A6}"/>
              </a:ext>
            </a:extLst>
          </p:cNvPr>
          <p:cNvGrpSpPr/>
          <p:nvPr userDrawn="1"/>
        </p:nvGrpSpPr>
        <p:grpSpPr>
          <a:xfrm>
            <a:off x="1245436" y="2278971"/>
            <a:ext cx="449941" cy="450000"/>
            <a:chOff x="2237196" y="2392685"/>
            <a:chExt cx="900000" cy="900000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E1B69BB-E538-0751-8CDF-521DAE4DCBC7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DE630A3B-56AC-2FEE-F60A-710F28AC6C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156AE014-B5B3-4071-1FE0-1E8BD871578B}"/>
              </a:ext>
            </a:extLst>
          </p:cNvPr>
          <p:cNvGrpSpPr/>
          <p:nvPr userDrawn="1"/>
        </p:nvGrpSpPr>
        <p:grpSpPr>
          <a:xfrm>
            <a:off x="1245436" y="2981979"/>
            <a:ext cx="449941" cy="450000"/>
            <a:chOff x="2771013" y="3798702"/>
            <a:chExt cx="900000" cy="900000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318ECD5C-369C-1380-D044-148FB0C97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2" name="Овал 71">
              <a:extLst>
                <a:ext uri="{FF2B5EF4-FFF2-40B4-BE49-F238E27FC236}">
                  <a16:creationId xmlns:a16="http://schemas.microsoft.com/office/drawing/2014/main" id="{26C51DFB-3DC3-3711-B4E9-5BD4B7B2F15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600BC511-3319-2FB8-4267-63013AB7D7CE}"/>
              </a:ext>
            </a:extLst>
          </p:cNvPr>
          <p:cNvGrpSpPr/>
          <p:nvPr userDrawn="1"/>
        </p:nvGrpSpPr>
        <p:grpSpPr>
          <a:xfrm>
            <a:off x="1245436" y="3684988"/>
            <a:ext cx="449941" cy="450000"/>
            <a:chOff x="2771013" y="5204719"/>
            <a:chExt cx="900000" cy="90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70EA65C0-5922-D232-EC77-01E3035C61D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BB843AA5-00C4-8B9A-1A7E-CE39BCBEF0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52CC45-2D16-26A7-072D-EA14A2878F04}"/>
              </a:ext>
            </a:extLst>
          </p:cNvPr>
          <p:cNvGrpSpPr/>
          <p:nvPr userDrawn="1"/>
        </p:nvGrpSpPr>
        <p:grpSpPr>
          <a:xfrm>
            <a:off x="1245436" y="4387996"/>
            <a:ext cx="449941" cy="450000"/>
            <a:chOff x="2771013" y="6610736"/>
            <a:chExt cx="900000" cy="900000"/>
          </a:xfrm>
        </p:grpSpPr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70E9075E-0B68-F82C-53C2-1DB9386CC8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8" name="Овал 77">
              <a:extLst>
                <a:ext uri="{FF2B5EF4-FFF2-40B4-BE49-F238E27FC236}">
                  <a16:creationId xmlns:a16="http://schemas.microsoft.com/office/drawing/2014/main" id="{811EE2B6-D658-F0F1-46DD-EEB63DCBF32D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0DF8E09-6FA0-2165-98ED-C5406CCD8E82}"/>
              </a:ext>
            </a:extLst>
          </p:cNvPr>
          <p:cNvGrpSpPr/>
          <p:nvPr userDrawn="1"/>
        </p:nvGrpSpPr>
        <p:grpSpPr>
          <a:xfrm>
            <a:off x="1245436" y="5091005"/>
            <a:ext cx="449941" cy="450000"/>
            <a:chOff x="2771013" y="8016753"/>
            <a:chExt cx="900000" cy="90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6786371-E03B-7D55-FE1C-E945AF694FD4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2EE51893-8766-E2DA-1C29-7CD6074355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307A3A2A-D656-8E7E-A8DB-A3D64E507AC8}"/>
              </a:ext>
            </a:extLst>
          </p:cNvPr>
          <p:cNvGrpSpPr/>
          <p:nvPr userDrawn="1"/>
        </p:nvGrpSpPr>
        <p:grpSpPr>
          <a:xfrm>
            <a:off x="1245436" y="5794012"/>
            <a:ext cx="449941" cy="450000"/>
            <a:chOff x="2771013" y="9422768"/>
            <a:chExt cx="900000" cy="900000"/>
          </a:xfrm>
        </p:grpSpPr>
        <p:pic>
          <p:nvPicPr>
            <p:cNvPr id="83" name="Рисунок 82">
              <a:extLst>
                <a:ext uri="{FF2B5EF4-FFF2-40B4-BE49-F238E27FC236}">
                  <a16:creationId xmlns:a16="http://schemas.microsoft.com/office/drawing/2014/main" id="{53EDE976-F05E-19C1-4092-E2050054A3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9BB030BD-6E4C-87E0-648C-12FF53F21914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0396ED1D-CE51-2A69-8587-E512F8C879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437" y="2382527"/>
            <a:ext cx="331166" cy="242887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4DE84F8E-856A-6BB5-D8E8-BE286BAF5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804" y="3058862"/>
            <a:ext cx="200431" cy="311822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40CAFC1-FCF5-18C2-BB71-5948ADF966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4412" y="3752261"/>
            <a:ext cx="218324" cy="32084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15842C0-3E62-2A03-AB37-00EDA9DCCD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975" y="4451391"/>
            <a:ext cx="328090" cy="30762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969C243E-499D-96A4-7540-6D9EF1F5AE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0428" y="5203624"/>
            <a:ext cx="267184" cy="235153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B459ED4-9E5F-7C6A-25DA-E6DC95327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7641" y="5895655"/>
            <a:ext cx="332758" cy="288428"/>
          </a:xfrm>
          <a:prstGeom prst="rect">
            <a:avLst/>
          </a:prstGeom>
        </p:spPr>
      </p:pic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8E7CF205-373F-A6C4-3FA1-18DB708CB89A}"/>
              </a:ext>
            </a:extLst>
          </p:cNvPr>
          <p:cNvGrpSpPr/>
          <p:nvPr userDrawn="1"/>
        </p:nvGrpSpPr>
        <p:grpSpPr>
          <a:xfrm>
            <a:off x="6489833" y="2278971"/>
            <a:ext cx="449941" cy="450000"/>
            <a:chOff x="12727355" y="2392685"/>
            <a:chExt cx="900000" cy="900000"/>
          </a:xfrm>
        </p:grpSpPr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0E32522-7B31-D8D0-32E5-94F5809C7719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F5C70A84-A935-FF8E-C4A3-53E061966D38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34BE71F-DFB2-0BF7-41E2-491A29CD6006}"/>
              </a:ext>
            </a:extLst>
          </p:cNvPr>
          <p:cNvGrpSpPr/>
          <p:nvPr userDrawn="1"/>
        </p:nvGrpSpPr>
        <p:grpSpPr>
          <a:xfrm>
            <a:off x="7188508" y="2278971"/>
            <a:ext cx="449941" cy="450000"/>
            <a:chOff x="14693106" y="4815321"/>
            <a:chExt cx="900000" cy="900000"/>
          </a:xfrm>
        </p:grpSpPr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DF81037F-616A-3411-6926-F8085FF4F696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43F9CAE-C525-EAD0-B162-0937EE6C4C8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CBAFB5C6-B344-9905-599C-6EFD59D42F90}"/>
              </a:ext>
            </a:extLst>
          </p:cNvPr>
          <p:cNvGrpSpPr/>
          <p:nvPr userDrawn="1"/>
        </p:nvGrpSpPr>
        <p:grpSpPr>
          <a:xfrm>
            <a:off x="7188508" y="2981979"/>
            <a:ext cx="449941" cy="450000"/>
            <a:chOff x="14124888" y="3798702"/>
            <a:chExt cx="900000" cy="900000"/>
          </a:xfrm>
        </p:grpSpPr>
        <p:pic>
          <p:nvPicPr>
            <p:cNvPr id="98" name="Рисунок 97">
              <a:extLst>
                <a:ext uri="{FF2B5EF4-FFF2-40B4-BE49-F238E27FC236}">
                  <a16:creationId xmlns:a16="http://schemas.microsoft.com/office/drawing/2014/main" id="{037501B7-334A-313F-2EED-6431E5E08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6FE03F64-CD91-8E71-941C-A531B5BDE038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2BAC1A6D-C233-0B4D-7AB9-58B99D1E3098}"/>
              </a:ext>
            </a:extLst>
          </p:cNvPr>
          <p:cNvGrpSpPr/>
          <p:nvPr userDrawn="1"/>
        </p:nvGrpSpPr>
        <p:grpSpPr>
          <a:xfrm>
            <a:off x="7188508" y="3684988"/>
            <a:ext cx="449941" cy="450000"/>
            <a:chOff x="14124888" y="5204719"/>
            <a:chExt cx="900000" cy="900000"/>
          </a:xfrm>
        </p:grpSpPr>
        <p:pic>
          <p:nvPicPr>
            <p:cNvPr id="101" name="Рисунок 100">
              <a:extLst>
                <a:ext uri="{FF2B5EF4-FFF2-40B4-BE49-F238E27FC236}">
                  <a16:creationId xmlns:a16="http://schemas.microsoft.com/office/drawing/2014/main" id="{6B886FA7-E540-5522-6C9D-24793A4CA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79803268-6B7A-FE14-50DA-130EF7387272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44EB8524-34C5-197E-301A-D2FDAF68D364}"/>
              </a:ext>
            </a:extLst>
          </p:cNvPr>
          <p:cNvGrpSpPr/>
          <p:nvPr userDrawn="1"/>
        </p:nvGrpSpPr>
        <p:grpSpPr>
          <a:xfrm>
            <a:off x="7188508" y="4387996"/>
            <a:ext cx="449941" cy="450000"/>
            <a:chOff x="14124888" y="6610736"/>
            <a:chExt cx="900000" cy="900000"/>
          </a:xfrm>
        </p:grpSpPr>
        <p:sp>
          <p:nvSpPr>
            <p:cNvPr id="104" name="Рисунок 26">
              <a:extLst>
                <a:ext uri="{FF2B5EF4-FFF2-40B4-BE49-F238E27FC236}">
                  <a16:creationId xmlns:a16="http://schemas.microsoft.com/office/drawing/2014/main" id="{C8FB234B-1281-587C-B767-39D03BCF9312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61EE0E80-EDB1-3CF4-B5DE-AE420D702F1F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2F674A25-02C4-F648-F914-03ED059B8F30}"/>
              </a:ext>
            </a:extLst>
          </p:cNvPr>
          <p:cNvGrpSpPr/>
          <p:nvPr userDrawn="1"/>
        </p:nvGrpSpPr>
        <p:grpSpPr>
          <a:xfrm>
            <a:off x="7188508" y="5091005"/>
            <a:ext cx="449941" cy="450000"/>
            <a:chOff x="14124888" y="8016753"/>
            <a:chExt cx="900000" cy="900000"/>
          </a:xfrm>
        </p:grpSpPr>
        <p:pic>
          <p:nvPicPr>
            <p:cNvPr id="107" name="Рисунок 106">
              <a:extLst>
                <a:ext uri="{FF2B5EF4-FFF2-40B4-BE49-F238E27FC236}">
                  <a16:creationId xmlns:a16="http://schemas.microsoft.com/office/drawing/2014/main" id="{A2DD94FF-B138-3813-4388-AA838377DB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659B0E53-7B1A-4CDD-3F61-D4D18FC712AA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0DDA20-13EB-BBCE-2DA7-70FCB58E2A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59786" y="3082950"/>
            <a:ext cx="310034" cy="248060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09447578-A936-1B07-2AC2-7508BB7B0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67547" y="3752192"/>
            <a:ext cx="294514" cy="315592"/>
          </a:xfrm>
          <a:prstGeom prst="rect">
            <a:avLst/>
          </a:prstGeom>
        </p:spPr>
      </p:pic>
      <p:sp>
        <p:nvSpPr>
          <p:cNvPr id="111" name="Рисунок 26">
            <a:extLst>
              <a:ext uri="{FF2B5EF4-FFF2-40B4-BE49-F238E27FC236}">
                <a16:creationId xmlns:a16="http://schemas.microsoft.com/office/drawing/2014/main" id="{1B9D9FBE-6C57-64BA-1B25-942150CB672B}"/>
              </a:ext>
            </a:extLst>
          </p:cNvPr>
          <p:cNvSpPr/>
          <p:nvPr userDrawn="1"/>
        </p:nvSpPr>
        <p:spPr>
          <a:xfrm>
            <a:off x="6617527" y="4485503"/>
            <a:ext cx="194553" cy="26233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1DB513E2-22D2-7D36-2016-31BDA4CE73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92052" y="5152316"/>
            <a:ext cx="245502" cy="327379"/>
          </a:xfrm>
          <a:prstGeom prst="rect">
            <a:avLst/>
          </a:prstGeom>
        </p:spPr>
      </p:pic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734998DE-CB4C-3BD4-6E8E-B789D15E768C}"/>
              </a:ext>
            </a:extLst>
          </p:cNvPr>
          <p:cNvGrpSpPr/>
          <p:nvPr userDrawn="1"/>
        </p:nvGrpSpPr>
        <p:grpSpPr>
          <a:xfrm>
            <a:off x="7188508" y="5794012"/>
            <a:ext cx="449941" cy="450000"/>
            <a:chOff x="839608" y="7340770"/>
            <a:chExt cx="918854" cy="918854"/>
          </a:xfrm>
        </p:grpSpPr>
        <p:sp>
          <p:nvSpPr>
            <p:cNvPr id="114" name="Овал 113">
              <a:extLst>
                <a:ext uri="{FF2B5EF4-FFF2-40B4-BE49-F238E27FC236}">
                  <a16:creationId xmlns:a16="http://schemas.microsoft.com/office/drawing/2014/main" id="{85C9E7BB-107D-77C2-2B88-77D5E630795A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38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5" name="Рисунок 114">
              <a:extLst>
                <a:ext uri="{FF2B5EF4-FFF2-40B4-BE49-F238E27FC236}">
                  <a16:creationId xmlns:a16="http://schemas.microsoft.com/office/drawing/2014/main" id="{C7B954E2-63AF-6525-7445-9240D0E0F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84E9D600-73AB-08D6-571B-A7443863E2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95209" y="5926951"/>
            <a:ext cx="241372" cy="18412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C63CBC6-C894-3827-2B9B-E12CE362215C}"/>
              </a:ext>
            </a:extLst>
          </p:cNvPr>
          <p:cNvSpPr txBox="1"/>
          <p:nvPr userDrawn="1"/>
        </p:nvSpPr>
        <p:spPr>
          <a:xfrm>
            <a:off x="6489833" y="1166304"/>
            <a:ext cx="5489654" cy="11687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000" dirty="0"/>
              <a:t>Если иконка используется без окружности – </a:t>
            </a:r>
            <a:br>
              <a:rPr lang="ru-RU" sz="1000" dirty="0"/>
            </a:br>
            <a:r>
              <a:rPr lang="ru-RU" sz="1000" dirty="0"/>
              <a:t>размер внутренней части не меняется</a:t>
            </a:r>
          </a:p>
          <a:p>
            <a:r>
              <a:rPr lang="ru-RU" sz="1000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1361879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905157-E746-D078-CAEB-3EFF26761D3A}"/>
              </a:ext>
            </a:extLst>
          </p:cNvPr>
          <p:cNvSpPr txBox="1"/>
          <p:nvPr userDrawn="1"/>
        </p:nvSpPr>
        <p:spPr>
          <a:xfrm>
            <a:off x="609596" y="408890"/>
            <a:ext cx="9475200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3999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3B8903-D742-583E-682C-92B5AB2A66FD}"/>
              </a:ext>
            </a:extLst>
          </p:cNvPr>
          <p:cNvSpPr/>
          <p:nvPr userDrawn="1"/>
        </p:nvSpPr>
        <p:spPr>
          <a:xfrm>
            <a:off x="7994384" y="1219200"/>
            <a:ext cx="3580506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742847">
              <a:lnSpc>
                <a:spcPts val="2300"/>
              </a:lnSpc>
            </a:pPr>
            <a:r>
              <a:rPr lang="ru-RU" sz="18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при масштабировании – 2 </a:t>
            </a:r>
            <a:r>
              <a:rPr lang="ru-RU" sz="18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18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7D1AB9F1-FA8C-9F62-F481-2E2494ECC21F}"/>
              </a:ext>
            </a:extLst>
          </p:cNvPr>
          <p:cNvGrpSpPr/>
          <p:nvPr userDrawn="1"/>
        </p:nvGrpSpPr>
        <p:grpSpPr>
          <a:xfrm>
            <a:off x="637749" y="4462713"/>
            <a:ext cx="2055714" cy="1437601"/>
            <a:chOff x="1275664" y="8925425"/>
            <a:chExt cx="4111963" cy="2875201"/>
          </a:xfrm>
        </p:grpSpPr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1F8A4AE-2224-B92A-D351-6ED5CE1AB806}"/>
                </a:ext>
              </a:extLst>
            </p:cNvPr>
            <p:cNvSpPr/>
            <p:nvPr/>
          </p:nvSpPr>
          <p:spPr>
            <a:xfrm>
              <a:off x="1494583" y="9202121"/>
              <a:ext cx="1313711" cy="2525374"/>
            </a:xfrm>
            <a:custGeom>
              <a:avLst/>
              <a:gdLst>
                <a:gd name="connsiteX0" fmla="*/ 656854 w 1313711"/>
                <a:gd name="connsiteY0" fmla="*/ 0 h 2525374"/>
                <a:gd name="connsiteX1" fmla="*/ 0 w 1313711"/>
                <a:gd name="connsiteY1" fmla="*/ 1262688 h 2525374"/>
                <a:gd name="connsiteX2" fmla="*/ 656854 w 1313711"/>
                <a:gd name="connsiteY2" fmla="*/ 2525374 h 2525374"/>
                <a:gd name="connsiteX3" fmla="*/ 1154464 w 1313711"/>
                <a:gd name="connsiteY3" fmla="*/ 2086941 h 2525374"/>
                <a:gd name="connsiteX4" fmla="*/ 905206 w 1313711"/>
                <a:gd name="connsiteY4" fmla="*/ 93373 h 2525374"/>
                <a:gd name="connsiteX5" fmla="*/ 1313712 w 1313711"/>
                <a:gd name="connsiteY5" fmla="*/ 1262688 h 2525374"/>
                <a:gd name="connsiteX6" fmla="*/ 1238162 w 1313711"/>
                <a:gd name="connsiteY6" fmla="*/ 1851157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3711" h="2525374">
                  <a:moveTo>
                    <a:pt x="656854" y="0"/>
                  </a:moveTo>
                  <a:cubicBezTo>
                    <a:pt x="294083" y="0"/>
                    <a:pt x="0" y="565325"/>
                    <a:pt x="0" y="1262688"/>
                  </a:cubicBezTo>
                  <a:cubicBezTo>
                    <a:pt x="0" y="1960048"/>
                    <a:pt x="294083" y="2525374"/>
                    <a:pt x="656854" y="2525374"/>
                  </a:cubicBezTo>
                  <a:cubicBezTo>
                    <a:pt x="855759" y="2525374"/>
                    <a:pt x="1034008" y="2355419"/>
                    <a:pt x="1154464" y="2086941"/>
                  </a:cubicBezTo>
                  <a:moveTo>
                    <a:pt x="905206" y="93373"/>
                  </a:moveTo>
                  <a:cubicBezTo>
                    <a:pt x="1144858" y="281654"/>
                    <a:pt x="1313712" y="734263"/>
                    <a:pt x="1313712" y="1262688"/>
                  </a:cubicBezTo>
                  <a:cubicBezTo>
                    <a:pt x="1313712" y="1475193"/>
                    <a:pt x="1286401" y="1675437"/>
                    <a:pt x="1238162" y="1851157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BB1EEBF6-8461-08BA-12A9-F509E9D243EB}"/>
                </a:ext>
              </a:extLst>
            </p:cNvPr>
            <p:cNvSpPr/>
            <p:nvPr/>
          </p:nvSpPr>
          <p:spPr>
            <a:xfrm>
              <a:off x="3750586" y="9202121"/>
              <a:ext cx="1313705" cy="2525374"/>
            </a:xfrm>
            <a:custGeom>
              <a:avLst/>
              <a:gdLst>
                <a:gd name="connsiteX0" fmla="*/ 656853 w 1313705"/>
                <a:gd name="connsiteY0" fmla="*/ 2525374 h 2525374"/>
                <a:gd name="connsiteX1" fmla="*/ 1313706 w 1313705"/>
                <a:gd name="connsiteY1" fmla="*/ 1262688 h 2525374"/>
                <a:gd name="connsiteX2" fmla="*/ 656853 w 1313705"/>
                <a:gd name="connsiteY2" fmla="*/ 0 h 2525374"/>
                <a:gd name="connsiteX3" fmla="*/ 0 w 1313705"/>
                <a:gd name="connsiteY3" fmla="*/ 1262688 h 2525374"/>
                <a:gd name="connsiteX4" fmla="*/ 373976 w 1313705"/>
                <a:gd name="connsiteY4" fmla="*/ 2402609 h 2525374"/>
                <a:gd name="connsiteX5" fmla="*/ 469179 w 1313705"/>
                <a:gd name="connsiteY5" fmla="*/ 2478611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3705" h="2525374">
                  <a:moveTo>
                    <a:pt x="656853" y="2525374"/>
                  </a:moveTo>
                  <a:cubicBezTo>
                    <a:pt x="1019617" y="2525374"/>
                    <a:pt x="1313706" y="1960048"/>
                    <a:pt x="1313706" y="1262688"/>
                  </a:cubicBezTo>
                  <a:cubicBezTo>
                    <a:pt x="1313706" y="565324"/>
                    <a:pt x="1019617" y="0"/>
                    <a:pt x="656853" y="0"/>
                  </a:cubicBezTo>
                  <a:cubicBezTo>
                    <a:pt x="294076" y="0"/>
                    <a:pt x="0" y="565324"/>
                    <a:pt x="0" y="1262688"/>
                  </a:cubicBezTo>
                  <a:cubicBezTo>
                    <a:pt x="0" y="1765361"/>
                    <a:pt x="152791" y="2199422"/>
                    <a:pt x="373976" y="2402609"/>
                  </a:cubicBezTo>
                  <a:cubicBezTo>
                    <a:pt x="395283" y="2423396"/>
                    <a:pt x="444159" y="2467692"/>
                    <a:pt x="469179" y="2478611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3DB98CA2-C3FC-7911-0A5A-A386BDFEE2A5}"/>
                </a:ext>
              </a:extLst>
            </p:cNvPr>
            <p:cNvSpPr/>
            <p:nvPr/>
          </p:nvSpPr>
          <p:spPr>
            <a:xfrm>
              <a:off x="2679275" y="10970829"/>
              <a:ext cx="140170" cy="85771"/>
            </a:xfrm>
            <a:custGeom>
              <a:avLst/>
              <a:gdLst>
                <a:gd name="connsiteX0" fmla="*/ 0 w 140170"/>
                <a:gd name="connsiteY0" fmla="*/ 0 h 85771"/>
                <a:gd name="connsiteX1" fmla="*/ 54120 w 140170"/>
                <a:gd name="connsiteY1" fmla="*/ 85772 h 85771"/>
                <a:gd name="connsiteX2" fmla="*/ 140170 w 140170"/>
                <a:gd name="connsiteY2" fmla="*/ 31827 h 8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170" h="85771">
                  <a:moveTo>
                    <a:pt x="0" y="0"/>
                  </a:moveTo>
                  <a:lnTo>
                    <a:pt x="54120" y="85772"/>
                  </a:lnTo>
                  <a:lnTo>
                    <a:pt x="140170" y="31827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97FD0029-5B5F-7577-F492-53D18B24895F}"/>
                </a:ext>
              </a:extLst>
            </p:cNvPr>
            <p:cNvSpPr/>
            <p:nvPr/>
          </p:nvSpPr>
          <p:spPr>
            <a:xfrm>
              <a:off x="4403518" y="11657344"/>
              <a:ext cx="73001" cy="143282"/>
            </a:xfrm>
            <a:custGeom>
              <a:avLst/>
              <a:gdLst>
                <a:gd name="connsiteX0" fmla="*/ 73001 w 73001"/>
                <a:gd name="connsiteY0" fmla="*/ 0 h 143282"/>
                <a:gd name="connsiteX1" fmla="*/ 0 w 73001"/>
                <a:gd name="connsiteY1" fmla="*/ 70518 h 143282"/>
                <a:gd name="connsiteX2" fmla="*/ 70735 w 73001"/>
                <a:gd name="connsiteY2" fmla="*/ 143282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01" h="143282">
                  <a:moveTo>
                    <a:pt x="73001" y="0"/>
                  </a:moveTo>
                  <a:lnTo>
                    <a:pt x="0" y="70518"/>
                  </a:lnTo>
                  <a:lnTo>
                    <a:pt x="70735" y="143282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880CEA4-E163-D394-7486-97E81064509A}"/>
                </a:ext>
              </a:extLst>
            </p:cNvPr>
            <p:cNvSpPr/>
            <p:nvPr/>
          </p:nvSpPr>
          <p:spPr>
            <a:xfrm>
              <a:off x="2068993" y="9143671"/>
              <a:ext cx="83286" cy="141114"/>
            </a:xfrm>
            <a:custGeom>
              <a:avLst/>
              <a:gdLst>
                <a:gd name="connsiteX0" fmla="*/ 24999 w 83286"/>
                <a:gd name="connsiteY0" fmla="*/ 141115 h 141114"/>
                <a:gd name="connsiteX1" fmla="*/ 83286 w 83286"/>
                <a:gd name="connsiteY1" fmla="*/ 58098 h 141114"/>
                <a:gd name="connsiteX2" fmla="*/ 0 w 83286"/>
                <a:gd name="connsiteY2" fmla="*/ 0 h 141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286" h="141114">
                  <a:moveTo>
                    <a:pt x="24999" y="141115"/>
                  </a:moveTo>
                  <a:lnTo>
                    <a:pt x="83286" y="58098"/>
                  </a:lnTo>
                  <a:lnTo>
                    <a:pt x="0" y="0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FF70A679-035B-6BF3-693A-D2E89BFC55CD}"/>
                </a:ext>
              </a:extLst>
            </p:cNvPr>
            <p:cNvSpPr/>
            <p:nvPr/>
          </p:nvSpPr>
          <p:spPr>
            <a:xfrm>
              <a:off x="1275664" y="10408812"/>
              <a:ext cx="4081871" cy="1193988"/>
            </a:xfrm>
            <a:custGeom>
              <a:avLst/>
              <a:gdLst>
                <a:gd name="connsiteX0" fmla="*/ 762420 w 4081871"/>
                <a:gd name="connsiteY0" fmla="*/ 1062088 h 1193988"/>
                <a:gd name="connsiteX1" fmla="*/ 0 w 4081871"/>
                <a:gd name="connsiteY1" fmla="*/ 595773 h 1193988"/>
                <a:gd name="connsiteX2" fmla="*/ 1855220 w 4081871"/>
                <a:gd name="connsiteY2" fmla="*/ 0 h 1193988"/>
                <a:gd name="connsiteX3" fmla="*/ 905129 w 4081871"/>
                <a:gd name="connsiteY3" fmla="*/ 1098508 h 1193988"/>
                <a:gd name="connsiteX4" fmla="*/ 2040934 w 4081871"/>
                <a:gd name="connsiteY4" fmla="*/ 1193988 h 1193988"/>
                <a:gd name="connsiteX5" fmla="*/ 4081872 w 4081871"/>
                <a:gd name="connsiteY5" fmla="*/ 595773 h 1193988"/>
                <a:gd name="connsiteX6" fmla="*/ 2369366 w 4081871"/>
                <a:gd name="connsiteY6" fmla="*/ 5252 h 1193988"/>
                <a:gd name="connsiteX7" fmla="*/ 1994018 w 4081871"/>
                <a:gd name="connsiteY7" fmla="*/ 0 h 119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871" h="1193988">
                  <a:moveTo>
                    <a:pt x="762420" y="1062088"/>
                  </a:moveTo>
                  <a:cubicBezTo>
                    <a:pt x="297510" y="952440"/>
                    <a:pt x="0" y="784292"/>
                    <a:pt x="0" y="595773"/>
                  </a:cubicBezTo>
                  <a:cubicBezTo>
                    <a:pt x="0" y="283732"/>
                    <a:pt x="815077" y="27491"/>
                    <a:pt x="1855220" y="0"/>
                  </a:cubicBezTo>
                  <a:moveTo>
                    <a:pt x="905129" y="1098508"/>
                  </a:moveTo>
                  <a:cubicBezTo>
                    <a:pt x="1190773" y="1143085"/>
                    <a:pt x="1694735" y="1193988"/>
                    <a:pt x="2040934" y="1193988"/>
                  </a:cubicBezTo>
                  <a:cubicBezTo>
                    <a:pt x="3168117" y="1193988"/>
                    <a:pt x="4081872" y="926158"/>
                    <a:pt x="4081872" y="595773"/>
                  </a:cubicBezTo>
                  <a:cubicBezTo>
                    <a:pt x="4081872" y="298155"/>
                    <a:pt x="3340402" y="51295"/>
                    <a:pt x="2369366" y="5252"/>
                  </a:cubicBezTo>
                  <a:cubicBezTo>
                    <a:pt x="2258590" y="1746"/>
                    <a:pt x="2066358" y="5252"/>
                    <a:pt x="1994018" y="0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E1E700D1-1D38-58FC-81EA-435A8BD3D348}"/>
                </a:ext>
              </a:extLst>
            </p:cNvPr>
            <p:cNvSpPr/>
            <p:nvPr/>
          </p:nvSpPr>
          <p:spPr>
            <a:xfrm>
              <a:off x="3059512" y="10336218"/>
              <a:ext cx="72400" cy="143282"/>
            </a:xfrm>
            <a:custGeom>
              <a:avLst/>
              <a:gdLst>
                <a:gd name="connsiteX0" fmla="*/ 0 w 72400"/>
                <a:gd name="connsiteY0" fmla="*/ 143283 h 143282"/>
                <a:gd name="connsiteX1" fmla="*/ 72401 w 72400"/>
                <a:gd name="connsiteY1" fmla="*/ 72166 h 143282"/>
                <a:gd name="connsiteX2" fmla="*/ 1054 w 72400"/>
                <a:gd name="connsiteY2" fmla="*/ 0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400" h="143282">
                  <a:moveTo>
                    <a:pt x="0" y="143283"/>
                  </a:moveTo>
                  <a:lnTo>
                    <a:pt x="72401" y="72166"/>
                  </a:lnTo>
                  <a:lnTo>
                    <a:pt x="1054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8B8DE30B-B28A-4B7E-9B2E-279425CEB043}"/>
                </a:ext>
              </a:extLst>
            </p:cNvPr>
            <p:cNvSpPr/>
            <p:nvPr/>
          </p:nvSpPr>
          <p:spPr>
            <a:xfrm>
              <a:off x="2174942" y="11443006"/>
              <a:ext cx="79599" cy="142366"/>
            </a:xfrm>
            <a:custGeom>
              <a:avLst/>
              <a:gdLst>
                <a:gd name="connsiteX0" fmla="*/ 79599 w 79599"/>
                <a:gd name="connsiteY0" fmla="*/ 0 h 142366"/>
                <a:gd name="connsiteX1" fmla="*/ 0 w 79599"/>
                <a:gd name="connsiteY1" fmla="*/ 63019 h 142366"/>
                <a:gd name="connsiteX2" fmla="*/ 63229 w 79599"/>
                <a:gd name="connsiteY2" fmla="*/ 142367 h 14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599" h="142366">
                  <a:moveTo>
                    <a:pt x="79599" y="0"/>
                  </a:moveTo>
                  <a:lnTo>
                    <a:pt x="0" y="63019"/>
                  </a:lnTo>
                  <a:lnTo>
                    <a:pt x="63229" y="142367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964AE560-4A8B-0DB5-0FBF-4BE39BFCC55F}"/>
                </a:ext>
              </a:extLst>
            </p:cNvPr>
            <p:cNvSpPr/>
            <p:nvPr/>
          </p:nvSpPr>
          <p:spPr>
            <a:xfrm rot="10800000" flipV="1">
              <a:off x="3278693" y="10360767"/>
              <a:ext cx="95405" cy="95096"/>
            </a:xfrm>
            <a:custGeom>
              <a:avLst/>
              <a:gdLst>
                <a:gd name="connsiteX0" fmla="*/ 95572 w 95405"/>
                <a:gd name="connsiteY0" fmla="*/ 47668 h 95096"/>
                <a:gd name="connsiteX1" fmla="*/ 47869 w 95405"/>
                <a:gd name="connsiteY1" fmla="*/ 95217 h 95096"/>
                <a:gd name="connsiteX2" fmla="*/ 166 w 95405"/>
                <a:gd name="connsiteY2" fmla="*/ 47668 h 95096"/>
                <a:gd name="connsiteX3" fmla="*/ 47869 w 95405"/>
                <a:gd name="connsiteY3" fmla="*/ 120 h 95096"/>
                <a:gd name="connsiteX4" fmla="*/ 95572 w 95405"/>
                <a:gd name="connsiteY4" fmla="*/ 4766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72" y="47668"/>
                  </a:moveTo>
                  <a:cubicBezTo>
                    <a:pt x="95572" y="73928"/>
                    <a:pt x="74215" y="95217"/>
                    <a:pt x="47869" y="95217"/>
                  </a:cubicBezTo>
                  <a:cubicBezTo>
                    <a:pt x="21524" y="95217"/>
                    <a:pt x="166" y="73928"/>
                    <a:pt x="166" y="47668"/>
                  </a:cubicBezTo>
                  <a:cubicBezTo>
                    <a:pt x="166" y="21408"/>
                    <a:pt x="21524" y="120"/>
                    <a:pt x="47869" y="120"/>
                  </a:cubicBezTo>
                  <a:cubicBezTo>
                    <a:pt x="74215" y="120"/>
                    <a:pt x="95572" y="21408"/>
                    <a:pt x="95572" y="4766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142E35DF-A4D1-4A6E-6CF5-2F8CD80BCE2F}"/>
                </a:ext>
              </a:extLst>
            </p:cNvPr>
            <p:cNvSpPr/>
            <p:nvPr/>
          </p:nvSpPr>
          <p:spPr>
            <a:xfrm rot="10800000" flipV="1">
              <a:off x="3560174" y="11553302"/>
              <a:ext cx="95405" cy="95096"/>
            </a:xfrm>
            <a:custGeom>
              <a:avLst/>
              <a:gdLst>
                <a:gd name="connsiteX0" fmla="*/ 95595 w 95405"/>
                <a:gd name="connsiteY0" fmla="*/ 47766 h 95096"/>
                <a:gd name="connsiteX1" fmla="*/ 47892 w 95405"/>
                <a:gd name="connsiteY1" fmla="*/ 95314 h 95096"/>
                <a:gd name="connsiteX2" fmla="*/ 189 w 95405"/>
                <a:gd name="connsiteY2" fmla="*/ 47766 h 95096"/>
                <a:gd name="connsiteX3" fmla="*/ 47892 w 95405"/>
                <a:gd name="connsiteY3" fmla="*/ 218 h 95096"/>
                <a:gd name="connsiteX4" fmla="*/ 95595 w 95405"/>
                <a:gd name="connsiteY4" fmla="*/ 4776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95" y="47766"/>
                  </a:moveTo>
                  <a:cubicBezTo>
                    <a:pt x="95595" y="74026"/>
                    <a:pt x="74238" y="95314"/>
                    <a:pt x="47892" y="95314"/>
                  </a:cubicBezTo>
                  <a:cubicBezTo>
                    <a:pt x="21547" y="95314"/>
                    <a:pt x="189" y="74026"/>
                    <a:pt x="189" y="47766"/>
                  </a:cubicBezTo>
                  <a:cubicBezTo>
                    <a:pt x="189" y="21506"/>
                    <a:pt x="21547" y="218"/>
                    <a:pt x="47892" y="218"/>
                  </a:cubicBezTo>
                  <a:cubicBezTo>
                    <a:pt x="74238" y="218"/>
                    <a:pt x="95595" y="21506"/>
                    <a:pt x="95595" y="4776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E6F94E76-8BB9-EB14-85B5-A6E591605BBC}"/>
                </a:ext>
              </a:extLst>
            </p:cNvPr>
            <p:cNvSpPr/>
            <p:nvPr/>
          </p:nvSpPr>
          <p:spPr>
            <a:xfrm rot="10800000" flipV="1">
              <a:off x="1976681" y="11424687"/>
              <a:ext cx="95405" cy="95096"/>
            </a:xfrm>
            <a:custGeom>
              <a:avLst/>
              <a:gdLst>
                <a:gd name="connsiteX0" fmla="*/ 95466 w 95405"/>
                <a:gd name="connsiteY0" fmla="*/ 47755 h 95096"/>
                <a:gd name="connsiteX1" fmla="*/ 47763 w 95405"/>
                <a:gd name="connsiteY1" fmla="*/ 95304 h 95096"/>
                <a:gd name="connsiteX2" fmla="*/ 60 w 95405"/>
                <a:gd name="connsiteY2" fmla="*/ 47755 h 95096"/>
                <a:gd name="connsiteX3" fmla="*/ 47763 w 95405"/>
                <a:gd name="connsiteY3" fmla="*/ 207 h 95096"/>
                <a:gd name="connsiteX4" fmla="*/ 95466 w 95405"/>
                <a:gd name="connsiteY4" fmla="*/ 47755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66" y="47755"/>
                  </a:moveTo>
                  <a:cubicBezTo>
                    <a:pt x="95466" y="74016"/>
                    <a:pt x="74108" y="95304"/>
                    <a:pt x="47763" y="95304"/>
                  </a:cubicBezTo>
                  <a:cubicBezTo>
                    <a:pt x="21417" y="95304"/>
                    <a:pt x="60" y="74016"/>
                    <a:pt x="60" y="47755"/>
                  </a:cubicBezTo>
                  <a:cubicBezTo>
                    <a:pt x="60" y="21495"/>
                    <a:pt x="21417" y="207"/>
                    <a:pt x="47763" y="207"/>
                  </a:cubicBezTo>
                  <a:cubicBezTo>
                    <a:pt x="74108" y="207"/>
                    <a:pt x="95466" y="21495"/>
                    <a:pt x="95466" y="47755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6E0E3F84-10F1-78A0-1C69-0E825BDFCF59}"/>
                </a:ext>
              </a:extLst>
            </p:cNvPr>
            <p:cNvSpPr/>
            <p:nvPr/>
          </p:nvSpPr>
          <p:spPr>
            <a:xfrm rot="10800000" flipV="1">
              <a:off x="2289459" y="9211087"/>
              <a:ext cx="95405" cy="95096"/>
            </a:xfrm>
            <a:custGeom>
              <a:avLst/>
              <a:gdLst>
                <a:gd name="connsiteX0" fmla="*/ 95491 w 95405"/>
                <a:gd name="connsiteY0" fmla="*/ 47574 h 95096"/>
                <a:gd name="connsiteX1" fmla="*/ 47788 w 95405"/>
                <a:gd name="connsiteY1" fmla="*/ 95122 h 95096"/>
                <a:gd name="connsiteX2" fmla="*/ 86 w 95405"/>
                <a:gd name="connsiteY2" fmla="*/ 47574 h 95096"/>
                <a:gd name="connsiteX3" fmla="*/ 47788 w 95405"/>
                <a:gd name="connsiteY3" fmla="*/ 26 h 95096"/>
                <a:gd name="connsiteX4" fmla="*/ 95491 w 95405"/>
                <a:gd name="connsiteY4" fmla="*/ 475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91" y="47574"/>
                  </a:moveTo>
                  <a:cubicBezTo>
                    <a:pt x="95491" y="73834"/>
                    <a:pt x="74134" y="95122"/>
                    <a:pt x="47788" y="95122"/>
                  </a:cubicBezTo>
                  <a:cubicBezTo>
                    <a:pt x="21443" y="95122"/>
                    <a:pt x="86" y="73834"/>
                    <a:pt x="86" y="47574"/>
                  </a:cubicBezTo>
                  <a:cubicBezTo>
                    <a:pt x="86" y="21314"/>
                    <a:pt x="21443" y="26"/>
                    <a:pt x="47788" y="26"/>
                  </a:cubicBezTo>
                  <a:cubicBezTo>
                    <a:pt x="74134" y="26"/>
                    <a:pt x="95491" y="21314"/>
                    <a:pt x="95491" y="475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62082237-C4E1-024F-6FA0-63F31E3FA246}"/>
                </a:ext>
              </a:extLst>
            </p:cNvPr>
            <p:cNvSpPr/>
            <p:nvPr/>
          </p:nvSpPr>
          <p:spPr>
            <a:xfrm rot="10800000" flipV="1">
              <a:off x="2625688" y="11183053"/>
              <a:ext cx="95405" cy="95096"/>
            </a:xfrm>
            <a:custGeom>
              <a:avLst/>
              <a:gdLst>
                <a:gd name="connsiteX0" fmla="*/ 95519 w 95405"/>
                <a:gd name="connsiteY0" fmla="*/ 47736 h 95096"/>
                <a:gd name="connsiteX1" fmla="*/ 47816 w 95405"/>
                <a:gd name="connsiteY1" fmla="*/ 95284 h 95096"/>
                <a:gd name="connsiteX2" fmla="*/ 113 w 95405"/>
                <a:gd name="connsiteY2" fmla="*/ 47736 h 95096"/>
                <a:gd name="connsiteX3" fmla="*/ 47816 w 95405"/>
                <a:gd name="connsiteY3" fmla="*/ 187 h 95096"/>
                <a:gd name="connsiteX4" fmla="*/ 95519 w 95405"/>
                <a:gd name="connsiteY4" fmla="*/ 4773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19" y="47736"/>
                  </a:moveTo>
                  <a:cubicBezTo>
                    <a:pt x="95519" y="73996"/>
                    <a:pt x="74161" y="95284"/>
                    <a:pt x="47816" y="95284"/>
                  </a:cubicBezTo>
                  <a:cubicBezTo>
                    <a:pt x="21470" y="95284"/>
                    <a:pt x="113" y="73996"/>
                    <a:pt x="113" y="47736"/>
                  </a:cubicBezTo>
                  <a:cubicBezTo>
                    <a:pt x="113" y="21475"/>
                    <a:pt x="21470" y="187"/>
                    <a:pt x="47816" y="187"/>
                  </a:cubicBezTo>
                  <a:cubicBezTo>
                    <a:pt x="74161" y="187"/>
                    <a:pt x="95519" y="21475"/>
                    <a:pt x="95519" y="4773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18007EB3-B0FD-6B88-45A4-A7B6FF9539EB}"/>
                </a:ext>
              </a:extLst>
            </p:cNvPr>
            <p:cNvSpPr/>
            <p:nvPr/>
          </p:nvSpPr>
          <p:spPr>
            <a:xfrm rot="10800000" flipV="1">
              <a:off x="4197471" y="11650724"/>
              <a:ext cx="95405" cy="95096"/>
            </a:xfrm>
            <a:custGeom>
              <a:avLst/>
              <a:gdLst>
                <a:gd name="connsiteX0" fmla="*/ 95647 w 95405"/>
                <a:gd name="connsiteY0" fmla="*/ 47774 h 95096"/>
                <a:gd name="connsiteX1" fmla="*/ 47944 w 95405"/>
                <a:gd name="connsiteY1" fmla="*/ 95322 h 95096"/>
                <a:gd name="connsiteX2" fmla="*/ 241 w 95405"/>
                <a:gd name="connsiteY2" fmla="*/ 47774 h 95096"/>
                <a:gd name="connsiteX3" fmla="*/ 47944 w 95405"/>
                <a:gd name="connsiteY3" fmla="*/ 226 h 95096"/>
                <a:gd name="connsiteX4" fmla="*/ 95647 w 95405"/>
                <a:gd name="connsiteY4" fmla="*/ 477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647" y="47774"/>
                  </a:moveTo>
                  <a:cubicBezTo>
                    <a:pt x="95647" y="74034"/>
                    <a:pt x="74290" y="95322"/>
                    <a:pt x="47944" y="95322"/>
                  </a:cubicBezTo>
                  <a:cubicBezTo>
                    <a:pt x="21599" y="95322"/>
                    <a:pt x="241" y="74034"/>
                    <a:pt x="241" y="47774"/>
                  </a:cubicBezTo>
                  <a:cubicBezTo>
                    <a:pt x="241" y="21514"/>
                    <a:pt x="21599" y="226"/>
                    <a:pt x="47944" y="226"/>
                  </a:cubicBezTo>
                  <a:cubicBezTo>
                    <a:pt x="74290" y="226"/>
                    <a:pt x="95647" y="21514"/>
                    <a:pt x="95647" y="477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C47B3A30-7B1D-4B91-474E-75B9149FA3C9}"/>
                </a:ext>
              </a:extLst>
            </p:cNvPr>
            <p:cNvSpPr/>
            <p:nvPr/>
          </p:nvSpPr>
          <p:spPr>
            <a:xfrm>
              <a:off x="1275664" y="8925425"/>
              <a:ext cx="4081871" cy="1305553"/>
            </a:xfrm>
            <a:custGeom>
              <a:avLst/>
              <a:gdLst>
                <a:gd name="connsiteX0" fmla="*/ 4081872 w 4081871"/>
                <a:gd name="connsiteY0" fmla="*/ 652777 h 1305553"/>
                <a:gd name="connsiteX1" fmla="*/ 2040934 w 4081871"/>
                <a:gd name="connsiteY1" fmla="*/ 1305554 h 1305553"/>
                <a:gd name="connsiteX2" fmla="*/ 0 w 4081871"/>
                <a:gd name="connsiteY2" fmla="*/ 652777 h 1305553"/>
                <a:gd name="connsiteX3" fmla="*/ 2040934 w 4081871"/>
                <a:gd name="connsiteY3" fmla="*/ 0 h 1305553"/>
                <a:gd name="connsiteX4" fmla="*/ 3849586 w 4081871"/>
                <a:gd name="connsiteY4" fmla="*/ 350041 h 130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871" h="1305553">
                  <a:moveTo>
                    <a:pt x="4081872" y="652777"/>
                  </a:moveTo>
                  <a:cubicBezTo>
                    <a:pt x="4081872" y="1013296"/>
                    <a:pt x="3168117" y="1305554"/>
                    <a:pt x="2040934" y="1305554"/>
                  </a:cubicBezTo>
                  <a:cubicBezTo>
                    <a:pt x="913760" y="1305554"/>
                    <a:pt x="0" y="1013296"/>
                    <a:pt x="0" y="652777"/>
                  </a:cubicBezTo>
                  <a:cubicBezTo>
                    <a:pt x="0" y="292259"/>
                    <a:pt x="913760" y="0"/>
                    <a:pt x="2040934" y="0"/>
                  </a:cubicBezTo>
                  <a:cubicBezTo>
                    <a:pt x="2826513" y="0"/>
                    <a:pt x="3508422" y="141956"/>
                    <a:pt x="3849586" y="350041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DB1D6FD4-890F-B96E-CAD9-4ED1960F5E2B}"/>
                </a:ext>
              </a:extLst>
            </p:cNvPr>
            <p:cNvSpPr/>
            <p:nvPr/>
          </p:nvSpPr>
          <p:spPr>
            <a:xfrm>
              <a:off x="5031773" y="9178746"/>
              <a:ext cx="95815" cy="129345"/>
            </a:xfrm>
            <a:custGeom>
              <a:avLst/>
              <a:gdLst>
                <a:gd name="connsiteX0" fmla="*/ 0 w 95815"/>
                <a:gd name="connsiteY0" fmla="*/ 129345 h 129345"/>
                <a:gd name="connsiteX1" fmla="*/ 95816 w 95815"/>
                <a:gd name="connsiteY1" fmla="*/ 95510 h 129345"/>
                <a:gd name="connsiteX2" fmla="*/ 61876 w 95815"/>
                <a:gd name="connsiteY2" fmla="*/ 0 h 12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815" h="129345">
                  <a:moveTo>
                    <a:pt x="0" y="129345"/>
                  </a:moveTo>
                  <a:lnTo>
                    <a:pt x="95816" y="95510"/>
                  </a:lnTo>
                  <a:lnTo>
                    <a:pt x="61876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A2241363-0777-483A-C302-3DDA33DA61DB}"/>
                </a:ext>
              </a:extLst>
            </p:cNvPr>
            <p:cNvSpPr/>
            <p:nvPr/>
          </p:nvSpPr>
          <p:spPr>
            <a:xfrm rot="10800000" flipV="1">
              <a:off x="1444959" y="9250051"/>
              <a:ext cx="95405" cy="95096"/>
            </a:xfrm>
            <a:custGeom>
              <a:avLst/>
              <a:gdLst>
                <a:gd name="connsiteX0" fmla="*/ 95422 w 95405"/>
                <a:gd name="connsiteY0" fmla="*/ 47577 h 95096"/>
                <a:gd name="connsiteX1" fmla="*/ 47720 w 95405"/>
                <a:gd name="connsiteY1" fmla="*/ 95126 h 95096"/>
                <a:gd name="connsiteX2" fmla="*/ 17 w 95405"/>
                <a:gd name="connsiteY2" fmla="*/ 47577 h 95096"/>
                <a:gd name="connsiteX3" fmla="*/ 47720 w 95405"/>
                <a:gd name="connsiteY3" fmla="*/ 29 h 95096"/>
                <a:gd name="connsiteX4" fmla="*/ 95422 w 95405"/>
                <a:gd name="connsiteY4" fmla="*/ 47577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22" y="47577"/>
                  </a:moveTo>
                  <a:cubicBezTo>
                    <a:pt x="95422" y="73838"/>
                    <a:pt x="74065" y="95126"/>
                    <a:pt x="47720" y="95126"/>
                  </a:cubicBezTo>
                  <a:cubicBezTo>
                    <a:pt x="21374" y="95126"/>
                    <a:pt x="17" y="73838"/>
                    <a:pt x="17" y="47577"/>
                  </a:cubicBezTo>
                  <a:cubicBezTo>
                    <a:pt x="17" y="21317"/>
                    <a:pt x="21374" y="29"/>
                    <a:pt x="47720" y="29"/>
                  </a:cubicBezTo>
                  <a:cubicBezTo>
                    <a:pt x="74065" y="29"/>
                    <a:pt x="95422" y="21317"/>
                    <a:pt x="95422" y="47577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953236A-BED6-7F56-13BB-D35501B7B4FE}"/>
                </a:ext>
              </a:extLst>
            </p:cNvPr>
            <p:cNvSpPr/>
            <p:nvPr/>
          </p:nvSpPr>
          <p:spPr>
            <a:xfrm rot="10800000" flipV="1">
              <a:off x="5292222" y="9503365"/>
              <a:ext cx="95405" cy="95096"/>
            </a:xfrm>
            <a:custGeom>
              <a:avLst/>
              <a:gdLst>
                <a:gd name="connsiteX0" fmla="*/ 95736 w 95405"/>
                <a:gd name="connsiteY0" fmla="*/ 47598 h 95096"/>
                <a:gd name="connsiteX1" fmla="*/ 48034 w 95405"/>
                <a:gd name="connsiteY1" fmla="*/ 95146 h 95096"/>
                <a:gd name="connsiteX2" fmla="*/ 331 w 95405"/>
                <a:gd name="connsiteY2" fmla="*/ 47598 h 95096"/>
                <a:gd name="connsiteX3" fmla="*/ 48034 w 95405"/>
                <a:gd name="connsiteY3" fmla="*/ 50 h 95096"/>
                <a:gd name="connsiteX4" fmla="*/ 95736 w 95405"/>
                <a:gd name="connsiteY4" fmla="*/ 4759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736" y="47598"/>
                  </a:moveTo>
                  <a:cubicBezTo>
                    <a:pt x="95736" y="73858"/>
                    <a:pt x="74379" y="95146"/>
                    <a:pt x="48034" y="95146"/>
                  </a:cubicBezTo>
                  <a:cubicBezTo>
                    <a:pt x="21688" y="95146"/>
                    <a:pt x="331" y="73858"/>
                    <a:pt x="331" y="47598"/>
                  </a:cubicBezTo>
                  <a:cubicBezTo>
                    <a:pt x="331" y="21338"/>
                    <a:pt x="21688" y="50"/>
                    <a:pt x="48034" y="50"/>
                  </a:cubicBezTo>
                  <a:cubicBezTo>
                    <a:pt x="74379" y="50"/>
                    <a:pt x="95736" y="21338"/>
                    <a:pt x="95736" y="4759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0CE14DB5-2DFA-2BF9-005B-6E5A7A8BBFCD}"/>
              </a:ext>
            </a:extLst>
          </p:cNvPr>
          <p:cNvGrpSpPr/>
          <p:nvPr userDrawn="1"/>
        </p:nvGrpSpPr>
        <p:grpSpPr>
          <a:xfrm>
            <a:off x="3532893" y="4525737"/>
            <a:ext cx="2074054" cy="1306547"/>
            <a:chOff x="7066706" y="9051474"/>
            <a:chExt cx="4148649" cy="2613093"/>
          </a:xfrm>
        </p:grpSpPr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90C76849-782E-60E5-6133-AC2AE9A64316}"/>
                </a:ext>
              </a:extLst>
            </p:cNvPr>
            <p:cNvSpPr/>
            <p:nvPr/>
          </p:nvSpPr>
          <p:spPr>
            <a:xfrm>
              <a:off x="7066706" y="10950026"/>
              <a:ext cx="4144067" cy="713953"/>
            </a:xfrm>
            <a:custGeom>
              <a:avLst/>
              <a:gdLst>
                <a:gd name="connsiteX0" fmla="*/ 0 w 4144067"/>
                <a:gd name="connsiteY0" fmla="*/ 713954 h 713953"/>
                <a:gd name="connsiteX1" fmla="*/ 925650 w 4144067"/>
                <a:gd name="connsiteY1" fmla="*/ 0 h 713953"/>
                <a:gd name="connsiteX2" fmla="*/ 3218418 w 4144067"/>
                <a:gd name="connsiteY2" fmla="*/ 0 h 713953"/>
                <a:gd name="connsiteX3" fmla="*/ 4144068 w 4144067"/>
                <a:gd name="connsiteY3" fmla="*/ 713954 h 713953"/>
                <a:gd name="connsiteX4" fmla="*/ 0 w 4144067"/>
                <a:gd name="connsiteY4" fmla="*/ 713954 h 7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7" h="713953">
                  <a:moveTo>
                    <a:pt x="0" y="713954"/>
                  </a:moveTo>
                  <a:lnTo>
                    <a:pt x="925650" y="0"/>
                  </a:lnTo>
                  <a:lnTo>
                    <a:pt x="3218418" y="0"/>
                  </a:lnTo>
                  <a:lnTo>
                    <a:pt x="4144068" y="713954"/>
                  </a:lnTo>
                  <a:lnTo>
                    <a:pt x="0" y="713954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E4CB1314-B8EF-55FC-9A4F-D336D3C78280}"/>
                </a:ext>
              </a:extLst>
            </p:cNvPr>
            <p:cNvSpPr/>
            <p:nvPr/>
          </p:nvSpPr>
          <p:spPr>
            <a:xfrm>
              <a:off x="7907482" y="10952025"/>
              <a:ext cx="709275" cy="709967"/>
            </a:xfrm>
            <a:custGeom>
              <a:avLst/>
              <a:gdLst>
                <a:gd name="connsiteX0" fmla="*/ 709276 w 709275"/>
                <a:gd name="connsiteY0" fmla="*/ 0 h 709967"/>
                <a:gd name="connsiteX1" fmla="*/ 0 w 709275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5" h="709967">
                  <a:moveTo>
                    <a:pt x="709276" y="0"/>
                  </a:moveTo>
                  <a:lnTo>
                    <a:pt x="0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A8F03FF-460A-71D7-9F86-BD921A9755D1}"/>
                </a:ext>
              </a:extLst>
            </p:cNvPr>
            <p:cNvSpPr/>
            <p:nvPr/>
          </p:nvSpPr>
          <p:spPr>
            <a:xfrm>
              <a:off x="9573052" y="10952025"/>
              <a:ext cx="709277" cy="709967"/>
            </a:xfrm>
            <a:custGeom>
              <a:avLst/>
              <a:gdLst>
                <a:gd name="connsiteX0" fmla="*/ 0 w 709277"/>
                <a:gd name="connsiteY0" fmla="*/ 0 h 709967"/>
                <a:gd name="connsiteX1" fmla="*/ 709278 w 709277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7" h="709967">
                  <a:moveTo>
                    <a:pt x="0" y="0"/>
                  </a:moveTo>
                  <a:lnTo>
                    <a:pt x="709278" y="709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FB473D71-4DC7-9E8C-C366-6ED70A20F016}"/>
                </a:ext>
              </a:extLst>
            </p:cNvPr>
            <p:cNvSpPr/>
            <p:nvPr/>
          </p:nvSpPr>
          <p:spPr>
            <a:xfrm>
              <a:off x="9138727" y="10952025"/>
              <a:ext cx="12252" cy="707968"/>
            </a:xfrm>
            <a:custGeom>
              <a:avLst/>
              <a:gdLst>
                <a:gd name="connsiteX0" fmla="*/ 0 w 12252"/>
                <a:gd name="connsiteY0" fmla="*/ 0 h 707968"/>
                <a:gd name="connsiteX1" fmla="*/ 0 w 12252"/>
                <a:gd name="connsiteY1" fmla="*/ 707968 h 70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07968">
                  <a:moveTo>
                    <a:pt x="0" y="0"/>
                  </a:moveTo>
                  <a:lnTo>
                    <a:pt x="0" y="707968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42B05C13-C36C-29C5-D81E-83777AEE35D0}"/>
                </a:ext>
              </a:extLst>
            </p:cNvPr>
            <p:cNvSpPr/>
            <p:nvPr/>
          </p:nvSpPr>
          <p:spPr>
            <a:xfrm>
              <a:off x="7588694" y="11261132"/>
              <a:ext cx="3100072" cy="12264"/>
            </a:xfrm>
            <a:custGeom>
              <a:avLst/>
              <a:gdLst>
                <a:gd name="connsiteX0" fmla="*/ 0 w 3100072"/>
                <a:gd name="connsiteY0" fmla="*/ 0 h 12264"/>
                <a:gd name="connsiteX1" fmla="*/ 3100073 w 3100072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2" h="12264">
                  <a:moveTo>
                    <a:pt x="0" y="0"/>
                  </a:moveTo>
                  <a:lnTo>
                    <a:pt x="3100073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7EFDC09B-44CC-9248-540F-8B2710F1AEC1}"/>
                </a:ext>
              </a:extLst>
            </p:cNvPr>
            <p:cNvSpPr/>
            <p:nvPr/>
          </p:nvSpPr>
          <p:spPr>
            <a:xfrm>
              <a:off x="7066745" y="9051474"/>
              <a:ext cx="4144064" cy="713952"/>
            </a:xfrm>
            <a:custGeom>
              <a:avLst/>
              <a:gdLst>
                <a:gd name="connsiteX0" fmla="*/ 4144065 w 4144064"/>
                <a:gd name="connsiteY0" fmla="*/ 1 h 713952"/>
                <a:gd name="connsiteX1" fmla="*/ 3218415 w 4144064"/>
                <a:gd name="connsiteY1" fmla="*/ 713952 h 713952"/>
                <a:gd name="connsiteX2" fmla="*/ 925650 w 4144064"/>
                <a:gd name="connsiteY2" fmla="*/ 713951 h 713952"/>
                <a:gd name="connsiteX3" fmla="*/ 0 w 4144064"/>
                <a:gd name="connsiteY3" fmla="*/ 0 h 713952"/>
                <a:gd name="connsiteX4" fmla="*/ 4144065 w 4144064"/>
                <a:gd name="connsiteY4" fmla="*/ 1 h 71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4" h="713952">
                  <a:moveTo>
                    <a:pt x="4144065" y="1"/>
                  </a:moveTo>
                  <a:lnTo>
                    <a:pt x="3218415" y="713952"/>
                  </a:lnTo>
                  <a:lnTo>
                    <a:pt x="925650" y="713951"/>
                  </a:lnTo>
                  <a:lnTo>
                    <a:pt x="0" y="0"/>
                  </a:lnTo>
                  <a:lnTo>
                    <a:pt x="4144065" y="1"/>
                  </a:lnTo>
                  <a:close/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3E6EFE8C-64D0-515C-9931-FD32E66C3037}"/>
                </a:ext>
              </a:extLst>
            </p:cNvPr>
            <p:cNvSpPr/>
            <p:nvPr/>
          </p:nvSpPr>
          <p:spPr>
            <a:xfrm>
              <a:off x="9660757" y="9053471"/>
              <a:ext cx="709278" cy="709961"/>
            </a:xfrm>
            <a:custGeom>
              <a:avLst/>
              <a:gdLst>
                <a:gd name="connsiteX0" fmla="*/ 0 w 709278"/>
                <a:gd name="connsiteY0" fmla="*/ 709962 h 709961"/>
                <a:gd name="connsiteX1" fmla="*/ 709278 w 709278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8" h="709961">
                  <a:moveTo>
                    <a:pt x="0" y="709962"/>
                  </a:moveTo>
                  <a:lnTo>
                    <a:pt x="709278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090DED60-C9DA-3F85-5554-131DF5FE31E4}"/>
                </a:ext>
              </a:extLst>
            </p:cNvPr>
            <p:cNvSpPr/>
            <p:nvPr/>
          </p:nvSpPr>
          <p:spPr>
            <a:xfrm>
              <a:off x="7995191" y="9053471"/>
              <a:ext cx="709271" cy="709961"/>
            </a:xfrm>
            <a:custGeom>
              <a:avLst/>
              <a:gdLst>
                <a:gd name="connsiteX0" fmla="*/ 709272 w 709271"/>
                <a:gd name="connsiteY0" fmla="*/ 709962 h 709961"/>
                <a:gd name="connsiteX1" fmla="*/ 0 w 709271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1" h="709961">
                  <a:moveTo>
                    <a:pt x="709272" y="709962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A8157A6F-71FA-E47A-EFE5-E6377ED45A67}"/>
                </a:ext>
              </a:extLst>
            </p:cNvPr>
            <p:cNvSpPr/>
            <p:nvPr/>
          </p:nvSpPr>
          <p:spPr>
            <a:xfrm>
              <a:off x="9138812" y="9055460"/>
              <a:ext cx="12252" cy="711956"/>
            </a:xfrm>
            <a:custGeom>
              <a:avLst/>
              <a:gdLst>
                <a:gd name="connsiteX0" fmla="*/ 0 w 12252"/>
                <a:gd name="connsiteY0" fmla="*/ 711957 h 711956"/>
                <a:gd name="connsiteX1" fmla="*/ 0 w 12252"/>
                <a:gd name="connsiteY1" fmla="*/ 0 h 7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11956">
                  <a:moveTo>
                    <a:pt x="0" y="711957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F7F46E7-B3D3-87A2-48A1-3C8E02BA56DE}"/>
                </a:ext>
              </a:extLst>
            </p:cNvPr>
            <p:cNvSpPr/>
            <p:nvPr/>
          </p:nvSpPr>
          <p:spPr>
            <a:xfrm>
              <a:off x="7588742" y="9454316"/>
              <a:ext cx="3100074" cy="1"/>
            </a:xfrm>
            <a:custGeom>
              <a:avLst/>
              <a:gdLst>
                <a:gd name="connsiteX0" fmla="*/ 3100074 w 3100074"/>
                <a:gd name="connsiteY0" fmla="*/ 1 h 1"/>
                <a:gd name="connsiteX1" fmla="*/ 0 w 3100074"/>
                <a:gd name="connsiteY1" fmla="*/ 0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4" h="1">
                  <a:moveTo>
                    <a:pt x="3100074" y="1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662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3F738AB5-7D0A-7BBA-4B06-DF8AEFA4C3B2}"/>
                </a:ext>
              </a:extLst>
            </p:cNvPr>
            <p:cNvSpPr/>
            <p:nvPr/>
          </p:nvSpPr>
          <p:spPr>
            <a:xfrm>
              <a:off x="9138727" y="9055453"/>
              <a:ext cx="12252" cy="2604527"/>
            </a:xfrm>
            <a:custGeom>
              <a:avLst/>
              <a:gdLst>
                <a:gd name="connsiteX0" fmla="*/ 0 w 12252"/>
                <a:gd name="connsiteY0" fmla="*/ 0 h 2604527"/>
                <a:gd name="connsiteX1" fmla="*/ 0 w 12252"/>
                <a:gd name="connsiteY1" fmla="*/ 2604528 h 260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2604527">
                  <a:moveTo>
                    <a:pt x="0" y="0"/>
                  </a:moveTo>
                  <a:lnTo>
                    <a:pt x="0" y="2604528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3FB8915D-1553-1A4D-1A34-08640011347A}"/>
                </a:ext>
              </a:extLst>
            </p:cNvPr>
            <p:cNvSpPr/>
            <p:nvPr/>
          </p:nvSpPr>
          <p:spPr>
            <a:xfrm>
              <a:off x="7066706" y="10387639"/>
              <a:ext cx="4144067" cy="12264"/>
            </a:xfrm>
            <a:custGeom>
              <a:avLst/>
              <a:gdLst>
                <a:gd name="connsiteX0" fmla="*/ 0 w 4144067"/>
                <a:gd name="connsiteY0" fmla="*/ 0 h 12264"/>
                <a:gd name="connsiteX1" fmla="*/ 4144068 w 4144067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44067" h="12264">
                  <a:moveTo>
                    <a:pt x="0" y="0"/>
                  </a:moveTo>
                  <a:lnTo>
                    <a:pt x="4144068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56E688FC-397D-8095-D104-7E9AA01833BC}"/>
                </a:ext>
              </a:extLst>
            </p:cNvPr>
            <p:cNvSpPr/>
            <p:nvPr/>
          </p:nvSpPr>
          <p:spPr>
            <a:xfrm>
              <a:off x="9051119" y="9051480"/>
              <a:ext cx="175925" cy="88045"/>
            </a:xfrm>
            <a:custGeom>
              <a:avLst/>
              <a:gdLst>
                <a:gd name="connsiteX0" fmla="*/ 175926 w 175925"/>
                <a:gd name="connsiteY0" fmla="*/ 88045 h 88045"/>
                <a:gd name="connsiteX1" fmla="*/ 87963 w 175925"/>
                <a:gd name="connsiteY1" fmla="*/ 0 h 88045"/>
                <a:gd name="connsiteX2" fmla="*/ 0 w 175925"/>
                <a:gd name="connsiteY2" fmla="*/ 88045 h 8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5">
                  <a:moveTo>
                    <a:pt x="175926" y="88045"/>
                  </a:moveTo>
                  <a:lnTo>
                    <a:pt x="87963" y="0"/>
                  </a:lnTo>
                  <a:lnTo>
                    <a:pt x="0" y="88045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0DD9ED28-5D09-540D-A315-E707C9BAD62B}"/>
                </a:ext>
              </a:extLst>
            </p:cNvPr>
            <p:cNvSpPr/>
            <p:nvPr/>
          </p:nvSpPr>
          <p:spPr>
            <a:xfrm>
              <a:off x="7066706" y="10299885"/>
              <a:ext cx="87959" cy="176096"/>
            </a:xfrm>
            <a:custGeom>
              <a:avLst/>
              <a:gdLst>
                <a:gd name="connsiteX0" fmla="*/ 87960 w 87959"/>
                <a:gd name="connsiteY0" fmla="*/ 0 h 176096"/>
                <a:gd name="connsiteX1" fmla="*/ 0 w 87959"/>
                <a:gd name="connsiteY1" fmla="*/ 88048 h 176096"/>
                <a:gd name="connsiteX2" fmla="*/ 87960 w 87959"/>
                <a:gd name="connsiteY2" fmla="*/ 176097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59" h="176096">
                  <a:moveTo>
                    <a:pt x="87960" y="0"/>
                  </a:moveTo>
                  <a:lnTo>
                    <a:pt x="0" y="88048"/>
                  </a:lnTo>
                  <a:lnTo>
                    <a:pt x="87960" y="176097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DCA5DB93-6B22-19E6-D7DD-B8FD70F23351}"/>
                </a:ext>
              </a:extLst>
            </p:cNvPr>
            <p:cNvSpPr/>
            <p:nvPr/>
          </p:nvSpPr>
          <p:spPr>
            <a:xfrm>
              <a:off x="11127393" y="10299885"/>
              <a:ext cx="87962" cy="176096"/>
            </a:xfrm>
            <a:custGeom>
              <a:avLst/>
              <a:gdLst>
                <a:gd name="connsiteX0" fmla="*/ 0 w 87962"/>
                <a:gd name="connsiteY0" fmla="*/ 176097 h 176096"/>
                <a:gd name="connsiteX1" fmla="*/ 87963 w 87962"/>
                <a:gd name="connsiteY1" fmla="*/ 88048 h 176096"/>
                <a:gd name="connsiteX2" fmla="*/ 0 w 87962"/>
                <a:gd name="connsiteY2" fmla="*/ 0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62" h="176096">
                  <a:moveTo>
                    <a:pt x="0" y="176097"/>
                  </a:moveTo>
                  <a:lnTo>
                    <a:pt x="87963" y="88048"/>
                  </a:ln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7CBE4310-5911-382A-0F62-6ED37F0DFF3B}"/>
                </a:ext>
              </a:extLst>
            </p:cNvPr>
            <p:cNvSpPr/>
            <p:nvPr/>
          </p:nvSpPr>
          <p:spPr>
            <a:xfrm>
              <a:off x="9051119" y="11576519"/>
              <a:ext cx="175925" cy="88048"/>
            </a:xfrm>
            <a:custGeom>
              <a:avLst/>
              <a:gdLst>
                <a:gd name="connsiteX0" fmla="*/ 0 w 175925"/>
                <a:gd name="connsiteY0" fmla="*/ 0 h 88048"/>
                <a:gd name="connsiteX1" fmla="*/ 87963 w 175925"/>
                <a:gd name="connsiteY1" fmla="*/ 88048 h 88048"/>
                <a:gd name="connsiteX2" fmla="*/ 175926 w 175925"/>
                <a:gd name="connsiteY2" fmla="*/ 0 h 88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8">
                  <a:moveTo>
                    <a:pt x="0" y="0"/>
                  </a:moveTo>
                  <a:lnTo>
                    <a:pt x="87963" y="88048"/>
                  </a:lnTo>
                  <a:lnTo>
                    <a:pt x="175926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41816848-C652-CDE2-FFA3-CCF43D36B80C}"/>
                </a:ext>
              </a:extLst>
            </p:cNvPr>
            <p:cNvSpPr/>
            <p:nvPr/>
          </p:nvSpPr>
          <p:spPr>
            <a:xfrm flipV="1">
              <a:off x="9088515" y="9715118"/>
              <a:ext cx="96528" cy="96622"/>
            </a:xfrm>
            <a:custGeom>
              <a:avLst/>
              <a:gdLst>
                <a:gd name="connsiteX0" fmla="*/ 96697 w 96528"/>
                <a:gd name="connsiteY0" fmla="*/ 48368 h 96622"/>
                <a:gd name="connsiteX1" fmla="*/ 48433 w 96528"/>
                <a:gd name="connsiteY1" fmla="*/ 96679 h 96622"/>
                <a:gd name="connsiteX2" fmla="*/ 169 w 96528"/>
                <a:gd name="connsiteY2" fmla="*/ 48368 h 96622"/>
                <a:gd name="connsiteX3" fmla="*/ 48433 w 96528"/>
                <a:gd name="connsiteY3" fmla="*/ 57 h 96622"/>
                <a:gd name="connsiteX4" fmla="*/ 96697 w 96528"/>
                <a:gd name="connsiteY4" fmla="*/ 48368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368"/>
                  </a:moveTo>
                  <a:cubicBezTo>
                    <a:pt x="96697" y="75050"/>
                    <a:pt x="75089" y="96679"/>
                    <a:pt x="48433" y="96679"/>
                  </a:cubicBezTo>
                  <a:cubicBezTo>
                    <a:pt x="21778" y="96679"/>
                    <a:pt x="169" y="75050"/>
                    <a:pt x="169" y="48368"/>
                  </a:cubicBezTo>
                  <a:cubicBezTo>
                    <a:pt x="169" y="21687"/>
                    <a:pt x="21778" y="57"/>
                    <a:pt x="48433" y="57"/>
                  </a:cubicBezTo>
                  <a:cubicBezTo>
                    <a:pt x="75089" y="57"/>
                    <a:pt x="96697" y="21687"/>
                    <a:pt x="96697" y="48368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0FDC4C49-7BF1-9BDF-0DEA-1877E9DDF9D8}"/>
                </a:ext>
              </a:extLst>
            </p:cNvPr>
            <p:cNvSpPr/>
            <p:nvPr/>
          </p:nvSpPr>
          <p:spPr>
            <a:xfrm flipV="1">
              <a:off x="9088515" y="10341315"/>
              <a:ext cx="96528" cy="96622"/>
            </a:xfrm>
            <a:custGeom>
              <a:avLst/>
              <a:gdLst>
                <a:gd name="connsiteX0" fmla="*/ 96697 w 96528"/>
                <a:gd name="connsiteY0" fmla="*/ 48419 h 96622"/>
                <a:gd name="connsiteX1" fmla="*/ 48433 w 96528"/>
                <a:gd name="connsiteY1" fmla="*/ 96730 h 96622"/>
                <a:gd name="connsiteX2" fmla="*/ 169 w 96528"/>
                <a:gd name="connsiteY2" fmla="*/ 48419 h 96622"/>
                <a:gd name="connsiteX3" fmla="*/ 48433 w 96528"/>
                <a:gd name="connsiteY3" fmla="*/ 108 h 96622"/>
                <a:gd name="connsiteX4" fmla="*/ 96697 w 96528"/>
                <a:gd name="connsiteY4" fmla="*/ 48419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19"/>
                  </a:moveTo>
                  <a:cubicBezTo>
                    <a:pt x="96697" y="75101"/>
                    <a:pt x="75089" y="96730"/>
                    <a:pt x="48433" y="96730"/>
                  </a:cubicBezTo>
                  <a:cubicBezTo>
                    <a:pt x="21778" y="96730"/>
                    <a:pt x="169" y="75101"/>
                    <a:pt x="169" y="48419"/>
                  </a:cubicBezTo>
                  <a:cubicBezTo>
                    <a:pt x="169" y="21738"/>
                    <a:pt x="21778" y="108"/>
                    <a:pt x="48433" y="108"/>
                  </a:cubicBezTo>
                  <a:cubicBezTo>
                    <a:pt x="75089" y="108"/>
                    <a:pt x="96697" y="21738"/>
                    <a:pt x="96697" y="48419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8F485ACE-90CF-1FD6-3827-FFDF0ACF723C}"/>
                </a:ext>
              </a:extLst>
            </p:cNvPr>
            <p:cNvSpPr/>
            <p:nvPr/>
          </p:nvSpPr>
          <p:spPr>
            <a:xfrm flipV="1">
              <a:off x="9088515" y="10903701"/>
              <a:ext cx="96528" cy="96622"/>
            </a:xfrm>
            <a:custGeom>
              <a:avLst/>
              <a:gdLst>
                <a:gd name="connsiteX0" fmla="*/ 96697 w 96528"/>
                <a:gd name="connsiteY0" fmla="*/ 48465 h 96622"/>
                <a:gd name="connsiteX1" fmla="*/ 48433 w 96528"/>
                <a:gd name="connsiteY1" fmla="*/ 96776 h 96622"/>
                <a:gd name="connsiteX2" fmla="*/ 169 w 96528"/>
                <a:gd name="connsiteY2" fmla="*/ 48465 h 96622"/>
                <a:gd name="connsiteX3" fmla="*/ 48433 w 96528"/>
                <a:gd name="connsiteY3" fmla="*/ 154 h 96622"/>
                <a:gd name="connsiteX4" fmla="*/ 96697 w 96528"/>
                <a:gd name="connsiteY4" fmla="*/ 48465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65"/>
                  </a:moveTo>
                  <a:cubicBezTo>
                    <a:pt x="96697" y="75147"/>
                    <a:pt x="75089" y="96776"/>
                    <a:pt x="48433" y="96776"/>
                  </a:cubicBezTo>
                  <a:cubicBezTo>
                    <a:pt x="21778" y="96776"/>
                    <a:pt x="169" y="75147"/>
                    <a:pt x="169" y="48465"/>
                  </a:cubicBezTo>
                  <a:cubicBezTo>
                    <a:pt x="169" y="21783"/>
                    <a:pt x="21778" y="154"/>
                    <a:pt x="48433" y="154"/>
                  </a:cubicBezTo>
                  <a:cubicBezTo>
                    <a:pt x="75089" y="154"/>
                    <a:pt x="96697" y="21783"/>
                    <a:pt x="96697" y="48465"/>
                  </a:cubicBezTo>
                  <a:close/>
                </a:path>
              </a:pathLst>
            </a:custGeom>
            <a:solidFill>
              <a:srgbClr val="FF662C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D18A5B21-E8EB-5795-BE01-BCC7F8DC6E34}"/>
              </a:ext>
            </a:extLst>
          </p:cNvPr>
          <p:cNvGrpSpPr/>
          <p:nvPr userDrawn="1"/>
        </p:nvGrpSpPr>
        <p:grpSpPr>
          <a:xfrm>
            <a:off x="6437973" y="4552670"/>
            <a:ext cx="2029210" cy="1253138"/>
            <a:chOff x="12877622" y="9105339"/>
            <a:chExt cx="4058949" cy="2506275"/>
          </a:xfrm>
        </p:grpSpPr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A8D747C8-74B4-02CF-9307-EA94BB6EA141}"/>
                </a:ext>
              </a:extLst>
            </p:cNvPr>
            <p:cNvSpPr/>
            <p:nvPr/>
          </p:nvSpPr>
          <p:spPr>
            <a:xfrm>
              <a:off x="12877622" y="9163717"/>
              <a:ext cx="1130294" cy="2393579"/>
            </a:xfrm>
            <a:custGeom>
              <a:avLst/>
              <a:gdLst>
                <a:gd name="connsiteX0" fmla="*/ 1130294 w 1130294"/>
                <a:gd name="connsiteY0" fmla="*/ 2393579 h 2393579"/>
                <a:gd name="connsiteX1" fmla="*/ 0 w 1130294"/>
                <a:gd name="connsiteY1" fmla="*/ 1196793 h 2393579"/>
                <a:gd name="connsiteX2" fmla="*/ 1130294 w 1130294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94" h="2393579">
                  <a:moveTo>
                    <a:pt x="1130294" y="2393579"/>
                  </a:moveTo>
                  <a:cubicBezTo>
                    <a:pt x="506049" y="2393579"/>
                    <a:pt x="0" y="1857752"/>
                    <a:pt x="0" y="1196793"/>
                  </a:cubicBezTo>
                  <a:cubicBezTo>
                    <a:pt x="0" y="535819"/>
                    <a:pt x="506049" y="0"/>
                    <a:pt x="1130294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87BAF8BB-F6AB-4E67-1DAB-74C0C16D2A4F}"/>
                </a:ext>
              </a:extLst>
            </p:cNvPr>
            <p:cNvSpPr/>
            <p:nvPr/>
          </p:nvSpPr>
          <p:spPr>
            <a:xfrm>
              <a:off x="15806283" y="9163717"/>
              <a:ext cx="1130288" cy="2393579"/>
            </a:xfrm>
            <a:custGeom>
              <a:avLst/>
              <a:gdLst>
                <a:gd name="connsiteX0" fmla="*/ 0 w 1130288"/>
                <a:gd name="connsiteY0" fmla="*/ 2393579 h 2393579"/>
                <a:gd name="connsiteX1" fmla="*/ 1130288 w 1130288"/>
                <a:gd name="connsiteY1" fmla="*/ 1196793 h 2393579"/>
                <a:gd name="connsiteX2" fmla="*/ 0 w 1130288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88" h="2393579">
                  <a:moveTo>
                    <a:pt x="0" y="2393579"/>
                  </a:moveTo>
                  <a:cubicBezTo>
                    <a:pt x="624240" y="2393579"/>
                    <a:pt x="1130288" y="1857752"/>
                    <a:pt x="1130288" y="1196793"/>
                  </a:cubicBezTo>
                  <a:cubicBezTo>
                    <a:pt x="1130288" y="535819"/>
                    <a:pt x="624240" y="0"/>
                    <a:pt x="0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C00A9CF6-B950-83A5-8A06-71CF506CA679}"/>
                </a:ext>
              </a:extLst>
            </p:cNvPr>
            <p:cNvSpPr/>
            <p:nvPr/>
          </p:nvSpPr>
          <p:spPr>
            <a:xfrm>
              <a:off x="14124449" y="9163717"/>
              <a:ext cx="506023" cy="2393579"/>
            </a:xfrm>
            <a:custGeom>
              <a:avLst/>
              <a:gdLst>
                <a:gd name="connsiteX0" fmla="*/ 506024 w 506023"/>
                <a:gd name="connsiteY0" fmla="*/ 419653 h 2393579"/>
                <a:gd name="connsiteX1" fmla="*/ 287438 w 506023"/>
                <a:gd name="connsiteY1" fmla="*/ 0 h 2393579"/>
                <a:gd name="connsiteX2" fmla="*/ 0 w 506023"/>
                <a:gd name="connsiteY2" fmla="*/ 1196793 h 2393579"/>
                <a:gd name="connsiteX3" fmla="*/ 287438 w 506023"/>
                <a:gd name="connsiteY3" fmla="*/ 2393579 h 2393579"/>
                <a:gd name="connsiteX4" fmla="*/ 506024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506024" y="419653"/>
                  </a:moveTo>
                  <a:cubicBezTo>
                    <a:pt x="453305" y="162813"/>
                    <a:pt x="374931" y="0"/>
                    <a:pt x="287438" y="0"/>
                  </a:cubicBezTo>
                  <a:cubicBezTo>
                    <a:pt x="128694" y="0"/>
                    <a:pt x="0" y="535819"/>
                    <a:pt x="0" y="1196793"/>
                  </a:cubicBezTo>
                  <a:cubicBezTo>
                    <a:pt x="0" y="1857752"/>
                    <a:pt x="128694" y="2393579"/>
                    <a:pt x="287438" y="2393579"/>
                  </a:cubicBezTo>
                  <a:cubicBezTo>
                    <a:pt x="374931" y="2393579"/>
                    <a:pt x="453305" y="2230758"/>
                    <a:pt x="506024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391EA7DC-BE9D-3B5E-54CD-66D61404D621}"/>
                </a:ext>
              </a:extLst>
            </p:cNvPr>
            <p:cNvSpPr/>
            <p:nvPr/>
          </p:nvSpPr>
          <p:spPr>
            <a:xfrm>
              <a:off x="15239205" y="9163717"/>
              <a:ext cx="506023" cy="2393579"/>
            </a:xfrm>
            <a:custGeom>
              <a:avLst/>
              <a:gdLst>
                <a:gd name="connsiteX0" fmla="*/ 0 w 506023"/>
                <a:gd name="connsiteY0" fmla="*/ 419653 h 2393579"/>
                <a:gd name="connsiteX1" fmla="*/ 218598 w 506023"/>
                <a:gd name="connsiteY1" fmla="*/ 0 h 2393579"/>
                <a:gd name="connsiteX2" fmla="*/ 506024 w 506023"/>
                <a:gd name="connsiteY2" fmla="*/ 1196793 h 2393579"/>
                <a:gd name="connsiteX3" fmla="*/ 218598 w 506023"/>
                <a:gd name="connsiteY3" fmla="*/ 2393579 h 2393579"/>
                <a:gd name="connsiteX4" fmla="*/ 0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0" y="419653"/>
                  </a:moveTo>
                  <a:cubicBezTo>
                    <a:pt x="52719" y="162813"/>
                    <a:pt x="131093" y="0"/>
                    <a:pt x="218598" y="0"/>
                  </a:cubicBezTo>
                  <a:cubicBezTo>
                    <a:pt x="377342" y="0"/>
                    <a:pt x="506024" y="535819"/>
                    <a:pt x="506024" y="1196793"/>
                  </a:cubicBezTo>
                  <a:cubicBezTo>
                    <a:pt x="506024" y="1857752"/>
                    <a:pt x="377342" y="2393579"/>
                    <a:pt x="218598" y="2393579"/>
                  </a:cubicBezTo>
                  <a:cubicBezTo>
                    <a:pt x="131093" y="2393579"/>
                    <a:pt x="52719" y="2230758"/>
                    <a:pt x="0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BB90D34C-F59E-7EFE-0980-EE2ED4CA24B9}"/>
                </a:ext>
              </a:extLst>
            </p:cNvPr>
            <p:cNvSpPr/>
            <p:nvPr/>
          </p:nvSpPr>
          <p:spPr>
            <a:xfrm>
              <a:off x="14450737" y="10360510"/>
              <a:ext cx="943844" cy="12244"/>
            </a:xfrm>
            <a:custGeom>
              <a:avLst/>
              <a:gdLst>
                <a:gd name="connsiteX0" fmla="*/ 0 w 943844"/>
                <a:gd name="connsiteY0" fmla="*/ 0 h 12244"/>
                <a:gd name="connsiteX1" fmla="*/ 943845 w 94384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44" h="12244">
                  <a:moveTo>
                    <a:pt x="0" y="0"/>
                  </a:moveTo>
                  <a:lnTo>
                    <a:pt x="94384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3B62B858-C0C7-B7D1-5C14-0BA3AD3DA911}"/>
                </a:ext>
              </a:extLst>
            </p:cNvPr>
            <p:cNvSpPr/>
            <p:nvPr/>
          </p:nvSpPr>
          <p:spPr>
            <a:xfrm>
              <a:off x="14924581" y="9163717"/>
              <a:ext cx="12240" cy="2393579"/>
            </a:xfrm>
            <a:custGeom>
              <a:avLst/>
              <a:gdLst>
                <a:gd name="connsiteX0" fmla="*/ 0 w 12240"/>
                <a:gd name="connsiteY0" fmla="*/ 0 h 2393579"/>
                <a:gd name="connsiteX1" fmla="*/ 0 w 12240"/>
                <a:gd name="connsiteY1" fmla="*/ 2393579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0" h="2393579">
                  <a:moveTo>
                    <a:pt x="0" y="0"/>
                  </a:moveTo>
                  <a:lnTo>
                    <a:pt x="0" y="2393579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C2AD2F6C-3E27-048E-8DDB-D45BFBD9BEF6}"/>
                </a:ext>
              </a:extLst>
            </p:cNvPr>
            <p:cNvSpPr/>
            <p:nvPr/>
          </p:nvSpPr>
          <p:spPr>
            <a:xfrm rot="10800000" flipV="1">
              <a:off x="15202020" y="9565592"/>
              <a:ext cx="70502" cy="70530"/>
            </a:xfrm>
            <a:custGeom>
              <a:avLst/>
              <a:gdLst>
                <a:gd name="connsiteX0" fmla="*/ 70694 w 70502"/>
                <a:gd name="connsiteY0" fmla="*/ 35304 h 70530"/>
                <a:gd name="connsiteX1" fmla="*/ 35443 w 70502"/>
                <a:gd name="connsiteY1" fmla="*/ 70569 h 70530"/>
                <a:gd name="connsiteX2" fmla="*/ 191 w 70502"/>
                <a:gd name="connsiteY2" fmla="*/ 35304 h 70530"/>
                <a:gd name="connsiteX3" fmla="*/ 35443 w 70502"/>
                <a:gd name="connsiteY3" fmla="*/ 39 h 70530"/>
                <a:gd name="connsiteX4" fmla="*/ 70694 w 70502"/>
                <a:gd name="connsiteY4" fmla="*/ 3530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94" y="35304"/>
                  </a:moveTo>
                  <a:cubicBezTo>
                    <a:pt x="70694" y="54780"/>
                    <a:pt x="54912" y="70569"/>
                    <a:pt x="35443" y="70569"/>
                  </a:cubicBezTo>
                  <a:cubicBezTo>
                    <a:pt x="15974" y="70569"/>
                    <a:pt x="191" y="54780"/>
                    <a:pt x="191" y="35304"/>
                  </a:cubicBezTo>
                  <a:cubicBezTo>
                    <a:pt x="191" y="15828"/>
                    <a:pt x="15974" y="39"/>
                    <a:pt x="35443" y="39"/>
                  </a:cubicBezTo>
                  <a:cubicBezTo>
                    <a:pt x="54912" y="39"/>
                    <a:pt x="70694" y="15828"/>
                    <a:pt x="70694" y="3530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9A9A8373-2C6D-8319-E95B-3280801434B5}"/>
                </a:ext>
              </a:extLst>
            </p:cNvPr>
            <p:cNvSpPr/>
            <p:nvPr/>
          </p:nvSpPr>
          <p:spPr>
            <a:xfrm rot="10800000" flipV="1">
              <a:off x="14592211" y="11119857"/>
              <a:ext cx="70502" cy="70530"/>
            </a:xfrm>
            <a:custGeom>
              <a:avLst/>
              <a:gdLst>
                <a:gd name="connsiteX0" fmla="*/ 70644 w 70502"/>
                <a:gd name="connsiteY0" fmla="*/ 35431 h 70530"/>
                <a:gd name="connsiteX1" fmla="*/ 35393 w 70502"/>
                <a:gd name="connsiteY1" fmla="*/ 70696 h 70530"/>
                <a:gd name="connsiteX2" fmla="*/ 142 w 70502"/>
                <a:gd name="connsiteY2" fmla="*/ 35431 h 70530"/>
                <a:gd name="connsiteX3" fmla="*/ 35393 w 70502"/>
                <a:gd name="connsiteY3" fmla="*/ 166 h 70530"/>
                <a:gd name="connsiteX4" fmla="*/ 70644 w 70502"/>
                <a:gd name="connsiteY4" fmla="*/ 35431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44" y="35431"/>
                  </a:moveTo>
                  <a:cubicBezTo>
                    <a:pt x="70644" y="54907"/>
                    <a:pt x="54862" y="70696"/>
                    <a:pt x="35393" y="70696"/>
                  </a:cubicBezTo>
                  <a:cubicBezTo>
                    <a:pt x="15924" y="70696"/>
                    <a:pt x="142" y="54907"/>
                    <a:pt x="142" y="35431"/>
                  </a:cubicBezTo>
                  <a:cubicBezTo>
                    <a:pt x="142" y="15955"/>
                    <a:pt x="15924" y="166"/>
                    <a:pt x="35393" y="166"/>
                  </a:cubicBezTo>
                  <a:cubicBezTo>
                    <a:pt x="54862" y="166"/>
                    <a:pt x="70644" y="15955"/>
                    <a:pt x="70644" y="35431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4FBAF60B-3EF3-9E6E-4E3B-407D4D053F19}"/>
                </a:ext>
              </a:extLst>
            </p:cNvPr>
            <p:cNvSpPr/>
            <p:nvPr/>
          </p:nvSpPr>
          <p:spPr>
            <a:xfrm rot="10800000" flipV="1">
              <a:off x="13982350" y="9126521"/>
              <a:ext cx="70502" cy="70530"/>
            </a:xfrm>
            <a:custGeom>
              <a:avLst/>
              <a:gdLst>
                <a:gd name="connsiteX0" fmla="*/ 70595 w 70502"/>
                <a:gd name="connsiteY0" fmla="*/ 35268 h 70530"/>
                <a:gd name="connsiteX1" fmla="*/ 35343 w 70502"/>
                <a:gd name="connsiteY1" fmla="*/ 70533 h 70530"/>
                <a:gd name="connsiteX2" fmla="*/ 92 w 70502"/>
                <a:gd name="connsiteY2" fmla="*/ 35268 h 70530"/>
                <a:gd name="connsiteX3" fmla="*/ 35343 w 70502"/>
                <a:gd name="connsiteY3" fmla="*/ 3 h 70530"/>
                <a:gd name="connsiteX4" fmla="*/ 70595 w 70502"/>
                <a:gd name="connsiteY4" fmla="*/ 35268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595" y="35268"/>
                  </a:moveTo>
                  <a:cubicBezTo>
                    <a:pt x="70595" y="54745"/>
                    <a:pt x="54812" y="70533"/>
                    <a:pt x="35343" y="70533"/>
                  </a:cubicBezTo>
                  <a:cubicBezTo>
                    <a:pt x="15874" y="70533"/>
                    <a:pt x="92" y="54745"/>
                    <a:pt x="92" y="35268"/>
                  </a:cubicBezTo>
                  <a:cubicBezTo>
                    <a:pt x="92" y="15792"/>
                    <a:pt x="15874" y="3"/>
                    <a:pt x="35343" y="3"/>
                  </a:cubicBezTo>
                  <a:cubicBezTo>
                    <a:pt x="54812" y="3"/>
                    <a:pt x="70595" y="15792"/>
                    <a:pt x="70595" y="35268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323FA424-FA62-6CB3-F672-B373DCC9D600}"/>
                </a:ext>
              </a:extLst>
            </p:cNvPr>
            <p:cNvSpPr/>
            <p:nvPr/>
          </p:nvSpPr>
          <p:spPr>
            <a:xfrm rot="10800000" flipV="1">
              <a:off x="15765193" y="11523965"/>
              <a:ext cx="70502" cy="70530"/>
            </a:xfrm>
            <a:custGeom>
              <a:avLst/>
              <a:gdLst>
                <a:gd name="connsiteX0" fmla="*/ 70740 w 70502"/>
                <a:gd name="connsiteY0" fmla="*/ 35464 h 70530"/>
                <a:gd name="connsiteX1" fmla="*/ 35489 w 70502"/>
                <a:gd name="connsiteY1" fmla="*/ 70729 h 70530"/>
                <a:gd name="connsiteX2" fmla="*/ 237 w 70502"/>
                <a:gd name="connsiteY2" fmla="*/ 35464 h 70530"/>
                <a:gd name="connsiteX3" fmla="*/ 35489 w 70502"/>
                <a:gd name="connsiteY3" fmla="*/ 199 h 70530"/>
                <a:gd name="connsiteX4" fmla="*/ 70740 w 70502"/>
                <a:gd name="connsiteY4" fmla="*/ 3546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740" y="35464"/>
                  </a:moveTo>
                  <a:cubicBezTo>
                    <a:pt x="70740" y="54940"/>
                    <a:pt x="54958" y="70729"/>
                    <a:pt x="35489" y="70729"/>
                  </a:cubicBezTo>
                  <a:cubicBezTo>
                    <a:pt x="16020" y="70729"/>
                    <a:pt x="237" y="54940"/>
                    <a:pt x="237" y="35464"/>
                  </a:cubicBezTo>
                  <a:cubicBezTo>
                    <a:pt x="237" y="15988"/>
                    <a:pt x="16020" y="199"/>
                    <a:pt x="35489" y="199"/>
                  </a:cubicBezTo>
                  <a:cubicBezTo>
                    <a:pt x="54958" y="199"/>
                    <a:pt x="70740" y="15988"/>
                    <a:pt x="70740" y="3546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8A77EACB-3D23-8575-D215-5CBBAFC71740}"/>
                </a:ext>
              </a:extLst>
            </p:cNvPr>
            <p:cNvSpPr/>
            <p:nvPr/>
          </p:nvSpPr>
          <p:spPr>
            <a:xfrm rot="10800000" flipV="1">
              <a:off x="14401263" y="10311052"/>
              <a:ext cx="94983" cy="95019"/>
            </a:xfrm>
            <a:custGeom>
              <a:avLst/>
              <a:gdLst>
                <a:gd name="connsiteX0" fmla="*/ 95110 w 94983"/>
                <a:gd name="connsiteY0" fmla="*/ 47611 h 95019"/>
                <a:gd name="connsiteX1" fmla="*/ 47619 w 94983"/>
                <a:gd name="connsiteY1" fmla="*/ 95121 h 95019"/>
                <a:gd name="connsiteX2" fmla="*/ 127 w 94983"/>
                <a:gd name="connsiteY2" fmla="*/ 47611 h 95019"/>
                <a:gd name="connsiteX3" fmla="*/ 47619 w 94983"/>
                <a:gd name="connsiteY3" fmla="*/ 101 h 95019"/>
                <a:gd name="connsiteX4" fmla="*/ 95110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10" y="47611"/>
                  </a:moveTo>
                  <a:cubicBezTo>
                    <a:pt x="95110" y="73850"/>
                    <a:pt x="73848" y="95121"/>
                    <a:pt x="47619" y="95121"/>
                  </a:cubicBezTo>
                  <a:cubicBezTo>
                    <a:pt x="21390" y="95121"/>
                    <a:pt x="127" y="73850"/>
                    <a:pt x="127" y="47611"/>
                  </a:cubicBezTo>
                  <a:cubicBezTo>
                    <a:pt x="127" y="21372"/>
                    <a:pt x="21390" y="101"/>
                    <a:pt x="47619" y="101"/>
                  </a:cubicBezTo>
                  <a:cubicBezTo>
                    <a:pt x="73848" y="101"/>
                    <a:pt x="95110" y="21372"/>
                    <a:pt x="95110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DF319BD4-41EF-6832-DAFF-9489393DEEC1}"/>
                </a:ext>
              </a:extLst>
            </p:cNvPr>
            <p:cNvSpPr/>
            <p:nvPr/>
          </p:nvSpPr>
          <p:spPr>
            <a:xfrm rot="10800000" flipV="1">
              <a:off x="15364546" y="10311052"/>
              <a:ext cx="94983" cy="95019"/>
            </a:xfrm>
            <a:custGeom>
              <a:avLst/>
              <a:gdLst>
                <a:gd name="connsiteX0" fmla="*/ 95189 w 94983"/>
                <a:gd name="connsiteY0" fmla="*/ 47611 h 95019"/>
                <a:gd name="connsiteX1" fmla="*/ 47697 w 94983"/>
                <a:gd name="connsiteY1" fmla="*/ 95121 h 95019"/>
                <a:gd name="connsiteX2" fmla="*/ 206 w 94983"/>
                <a:gd name="connsiteY2" fmla="*/ 47611 h 95019"/>
                <a:gd name="connsiteX3" fmla="*/ 47697 w 94983"/>
                <a:gd name="connsiteY3" fmla="*/ 101 h 95019"/>
                <a:gd name="connsiteX4" fmla="*/ 95189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89" y="47611"/>
                  </a:moveTo>
                  <a:cubicBezTo>
                    <a:pt x="95189" y="73850"/>
                    <a:pt x="73926" y="95121"/>
                    <a:pt x="47697" y="95121"/>
                  </a:cubicBezTo>
                  <a:cubicBezTo>
                    <a:pt x="21468" y="95121"/>
                    <a:pt x="206" y="73850"/>
                    <a:pt x="206" y="47611"/>
                  </a:cubicBezTo>
                  <a:cubicBezTo>
                    <a:pt x="206" y="21372"/>
                    <a:pt x="21468" y="101"/>
                    <a:pt x="47697" y="101"/>
                  </a:cubicBezTo>
                  <a:cubicBezTo>
                    <a:pt x="73926" y="101"/>
                    <a:pt x="95189" y="21372"/>
                    <a:pt x="95189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25AF85B-8072-0BDF-E129-682234B1E394}"/>
                </a:ext>
              </a:extLst>
            </p:cNvPr>
            <p:cNvSpPr/>
            <p:nvPr/>
          </p:nvSpPr>
          <p:spPr>
            <a:xfrm rot="10800000" flipV="1">
              <a:off x="14875169" y="11511720"/>
              <a:ext cx="94983" cy="95019"/>
            </a:xfrm>
            <a:custGeom>
              <a:avLst/>
              <a:gdLst>
                <a:gd name="connsiteX0" fmla="*/ 95149 w 94983"/>
                <a:gd name="connsiteY0" fmla="*/ 47709 h 95019"/>
                <a:gd name="connsiteX1" fmla="*/ 47657 w 94983"/>
                <a:gd name="connsiteY1" fmla="*/ 95219 h 95019"/>
                <a:gd name="connsiteX2" fmla="*/ 166 w 94983"/>
                <a:gd name="connsiteY2" fmla="*/ 47709 h 95019"/>
                <a:gd name="connsiteX3" fmla="*/ 47657 w 94983"/>
                <a:gd name="connsiteY3" fmla="*/ 199 h 95019"/>
                <a:gd name="connsiteX4" fmla="*/ 95149 w 94983"/>
                <a:gd name="connsiteY4" fmla="*/ 47709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49" y="47709"/>
                  </a:moveTo>
                  <a:cubicBezTo>
                    <a:pt x="95149" y="73948"/>
                    <a:pt x="73886" y="95219"/>
                    <a:pt x="47657" y="95219"/>
                  </a:cubicBezTo>
                  <a:cubicBezTo>
                    <a:pt x="21428" y="95219"/>
                    <a:pt x="166" y="73948"/>
                    <a:pt x="166" y="47709"/>
                  </a:cubicBezTo>
                  <a:cubicBezTo>
                    <a:pt x="166" y="21470"/>
                    <a:pt x="21428" y="199"/>
                    <a:pt x="47657" y="199"/>
                  </a:cubicBezTo>
                  <a:cubicBezTo>
                    <a:pt x="73886" y="199"/>
                    <a:pt x="95149" y="21470"/>
                    <a:pt x="95149" y="47709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67AF79BF-F27D-CAA8-7605-B76292BC449E}"/>
                </a:ext>
              </a:extLst>
            </p:cNvPr>
            <p:cNvSpPr/>
            <p:nvPr/>
          </p:nvSpPr>
          <p:spPr>
            <a:xfrm>
              <a:off x="15193842" y="11135016"/>
              <a:ext cx="112989" cy="70751"/>
            </a:xfrm>
            <a:custGeom>
              <a:avLst/>
              <a:gdLst>
                <a:gd name="connsiteX0" fmla="*/ 112990 w 112989"/>
                <a:gd name="connsiteY0" fmla="*/ 42294 h 70751"/>
                <a:gd name="connsiteX1" fmla="*/ 42278 w 112989"/>
                <a:gd name="connsiteY1" fmla="*/ 0 h 70751"/>
                <a:gd name="connsiteX2" fmla="*/ 0 w 112989"/>
                <a:gd name="connsiteY2" fmla="*/ 70751 h 7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89" h="70751">
                  <a:moveTo>
                    <a:pt x="112990" y="42294"/>
                  </a:moveTo>
                  <a:lnTo>
                    <a:pt x="42278" y="0"/>
                  </a:lnTo>
                  <a:lnTo>
                    <a:pt x="0" y="70751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FF1A7832-05FF-DD3E-8581-276E952AD7E7}"/>
                </a:ext>
              </a:extLst>
            </p:cNvPr>
            <p:cNvSpPr/>
            <p:nvPr/>
          </p:nvSpPr>
          <p:spPr>
            <a:xfrm>
              <a:off x="14864555" y="9158071"/>
              <a:ext cx="116527" cy="58283"/>
            </a:xfrm>
            <a:custGeom>
              <a:avLst/>
              <a:gdLst>
                <a:gd name="connsiteX0" fmla="*/ 116527 w 116527"/>
                <a:gd name="connsiteY0" fmla="*/ 58284 h 58283"/>
                <a:gd name="connsiteX1" fmla="*/ 58263 w 116527"/>
                <a:gd name="connsiteY1" fmla="*/ 0 h 58283"/>
                <a:gd name="connsiteX2" fmla="*/ 0 w 116527"/>
                <a:gd name="connsiteY2" fmla="*/ 58284 h 5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27" h="58283">
                  <a:moveTo>
                    <a:pt x="116527" y="58284"/>
                  </a:moveTo>
                  <a:lnTo>
                    <a:pt x="58263" y="0"/>
                  </a:lnTo>
                  <a:lnTo>
                    <a:pt x="0" y="58284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DD99186E-68A4-B3CF-02E2-516B87DE27D5}"/>
                </a:ext>
              </a:extLst>
            </p:cNvPr>
            <p:cNvSpPr/>
            <p:nvPr/>
          </p:nvSpPr>
          <p:spPr>
            <a:xfrm>
              <a:off x="13036888" y="10360510"/>
              <a:ext cx="943854" cy="12244"/>
            </a:xfrm>
            <a:custGeom>
              <a:avLst/>
              <a:gdLst>
                <a:gd name="connsiteX0" fmla="*/ 0 w 943854"/>
                <a:gd name="connsiteY0" fmla="*/ 0 h 12244"/>
                <a:gd name="connsiteX1" fmla="*/ 943855 w 94385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4" h="12244">
                  <a:moveTo>
                    <a:pt x="0" y="0"/>
                  </a:moveTo>
                  <a:lnTo>
                    <a:pt x="943855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85806532-8475-64E2-4B8A-6168FCAB7BD7}"/>
                </a:ext>
              </a:extLst>
            </p:cNvPr>
            <p:cNvSpPr/>
            <p:nvPr/>
          </p:nvSpPr>
          <p:spPr>
            <a:xfrm rot="10800000" flipV="1">
              <a:off x="12987472" y="10311052"/>
              <a:ext cx="94983" cy="95019"/>
            </a:xfrm>
            <a:custGeom>
              <a:avLst/>
              <a:gdLst>
                <a:gd name="connsiteX0" fmla="*/ 94995 w 94983"/>
                <a:gd name="connsiteY0" fmla="*/ 47611 h 95019"/>
                <a:gd name="connsiteX1" fmla="*/ 47503 w 94983"/>
                <a:gd name="connsiteY1" fmla="*/ 95121 h 95019"/>
                <a:gd name="connsiteX2" fmla="*/ 11 w 94983"/>
                <a:gd name="connsiteY2" fmla="*/ 47611 h 95019"/>
                <a:gd name="connsiteX3" fmla="*/ 47503 w 94983"/>
                <a:gd name="connsiteY3" fmla="*/ 101 h 95019"/>
                <a:gd name="connsiteX4" fmla="*/ 94995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4995" y="47611"/>
                  </a:moveTo>
                  <a:cubicBezTo>
                    <a:pt x="94995" y="73850"/>
                    <a:pt x="73732" y="95121"/>
                    <a:pt x="47503" y="95121"/>
                  </a:cubicBezTo>
                  <a:cubicBezTo>
                    <a:pt x="21274" y="95121"/>
                    <a:pt x="11" y="73850"/>
                    <a:pt x="11" y="47611"/>
                  </a:cubicBezTo>
                  <a:cubicBezTo>
                    <a:pt x="11" y="21372"/>
                    <a:pt x="21274" y="101"/>
                    <a:pt x="47503" y="101"/>
                  </a:cubicBezTo>
                  <a:cubicBezTo>
                    <a:pt x="73732" y="101"/>
                    <a:pt x="94995" y="21372"/>
                    <a:pt x="94995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6FE918E9-E5B8-9251-022A-F6746ED70D09}"/>
                </a:ext>
              </a:extLst>
            </p:cNvPr>
            <p:cNvSpPr/>
            <p:nvPr/>
          </p:nvSpPr>
          <p:spPr>
            <a:xfrm>
              <a:off x="13930233" y="10302223"/>
              <a:ext cx="58262" cy="116573"/>
            </a:xfrm>
            <a:custGeom>
              <a:avLst/>
              <a:gdLst>
                <a:gd name="connsiteX0" fmla="*/ 0 w 58262"/>
                <a:gd name="connsiteY0" fmla="*/ 116573 h 116573"/>
                <a:gd name="connsiteX1" fmla="*/ 58262 w 58262"/>
                <a:gd name="connsiteY1" fmla="*/ 58287 h 116573"/>
                <a:gd name="connsiteX2" fmla="*/ 0 w 58262"/>
                <a:gd name="connsiteY2" fmla="*/ 0 h 11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2" h="116573">
                  <a:moveTo>
                    <a:pt x="0" y="116573"/>
                  </a:moveTo>
                  <a:lnTo>
                    <a:pt x="58262" y="58287"/>
                  </a:ln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A71AD2F4-65A8-6250-7311-229B5D12B99F}"/>
                </a:ext>
              </a:extLst>
            </p:cNvPr>
            <p:cNvSpPr/>
            <p:nvPr/>
          </p:nvSpPr>
          <p:spPr>
            <a:xfrm>
              <a:off x="15852918" y="10360510"/>
              <a:ext cx="943857" cy="12244"/>
            </a:xfrm>
            <a:custGeom>
              <a:avLst/>
              <a:gdLst>
                <a:gd name="connsiteX0" fmla="*/ 943857 w 943857"/>
                <a:gd name="connsiteY0" fmla="*/ 0 h 12244"/>
                <a:gd name="connsiteX1" fmla="*/ 0 w 943857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7" h="12244">
                  <a:moveTo>
                    <a:pt x="943857" y="0"/>
                  </a:move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85899666-8DFC-E5FF-B874-F16DF8388983}"/>
                </a:ext>
              </a:extLst>
            </p:cNvPr>
            <p:cNvSpPr/>
            <p:nvPr/>
          </p:nvSpPr>
          <p:spPr>
            <a:xfrm flipV="1">
              <a:off x="16751205" y="10314935"/>
              <a:ext cx="94983" cy="95019"/>
            </a:xfrm>
            <a:custGeom>
              <a:avLst/>
              <a:gdLst>
                <a:gd name="connsiteX0" fmla="*/ 95302 w 94983"/>
                <a:gd name="connsiteY0" fmla="*/ 47611 h 95019"/>
                <a:gd name="connsiteX1" fmla="*/ 47811 w 94983"/>
                <a:gd name="connsiteY1" fmla="*/ 95121 h 95019"/>
                <a:gd name="connsiteX2" fmla="*/ 319 w 94983"/>
                <a:gd name="connsiteY2" fmla="*/ 47611 h 95019"/>
                <a:gd name="connsiteX3" fmla="*/ 47811 w 94983"/>
                <a:gd name="connsiteY3" fmla="*/ 101 h 95019"/>
                <a:gd name="connsiteX4" fmla="*/ 95302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302" y="47611"/>
                  </a:moveTo>
                  <a:cubicBezTo>
                    <a:pt x="95302" y="73850"/>
                    <a:pt x="74040" y="95121"/>
                    <a:pt x="47811" y="95121"/>
                  </a:cubicBezTo>
                  <a:cubicBezTo>
                    <a:pt x="21582" y="95121"/>
                    <a:pt x="319" y="73850"/>
                    <a:pt x="319" y="47611"/>
                  </a:cubicBezTo>
                  <a:cubicBezTo>
                    <a:pt x="319" y="21372"/>
                    <a:pt x="21582" y="101"/>
                    <a:pt x="47811" y="101"/>
                  </a:cubicBezTo>
                  <a:cubicBezTo>
                    <a:pt x="74040" y="101"/>
                    <a:pt x="95302" y="21372"/>
                    <a:pt x="95302" y="47611"/>
                  </a:cubicBezTo>
                  <a:close/>
                </a:path>
              </a:pathLst>
            </a:custGeom>
            <a:solidFill>
              <a:srgbClr val="775AFF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57F1D7FE-3CF6-DAB3-9C2C-21B644875F21}"/>
                </a:ext>
              </a:extLst>
            </p:cNvPr>
            <p:cNvSpPr/>
            <p:nvPr/>
          </p:nvSpPr>
          <p:spPr>
            <a:xfrm>
              <a:off x="15845182" y="10302224"/>
              <a:ext cx="58263" cy="116572"/>
            </a:xfrm>
            <a:custGeom>
              <a:avLst/>
              <a:gdLst>
                <a:gd name="connsiteX0" fmla="*/ 58264 w 58263"/>
                <a:gd name="connsiteY0" fmla="*/ 0 h 116572"/>
                <a:gd name="connsiteX1" fmla="*/ 0 w 58263"/>
                <a:gd name="connsiteY1" fmla="*/ 58286 h 116572"/>
                <a:gd name="connsiteX2" fmla="*/ 58264 w 58263"/>
                <a:gd name="connsiteY2" fmla="*/ 116572 h 11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3" h="116572">
                  <a:moveTo>
                    <a:pt x="58264" y="0"/>
                  </a:moveTo>
                  <a:lnTo>
                    <a:pt x="0" y="58286"/>
                  </a:lnTo>
                  <a:lnTo>
                    <a:pt x="58264" y="116572"/>
                  </a:lnTo>
                </a:path>
              </a:pathLst>
            </a:custGeom>
            <a:noFill/>
            <a:ln w="12234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618604BC-D198-29D7-1FF7-319A2EE437E5}"/>
                </a:ext>
              </a:extLst>
            </p:cNvPr>
            <p:cNvSpPr/>
            <p:nvPr/>
          </p:nvSpPr>
          <p:spPr>
            <a:xfrm>
              <a:off x="14563580" y="9516007"/>
              <a:ext cx="112549" cy="71383"/>
            </a:xfrm>
            <a:custGeom>
              <a:avLst/>
              <a:gdLst>
                <a:gd name="connsiteX0" fmla="*/ 0 w 112549"/>
                <a:gd name="connsiteY0" fmla="*/ 30170 h 71383"/>
                <a:gd name="connsiteX1" fmla="*/ 71348 w 112549"/>
                <a:gd name="connsiteY1" fmla="*/ 71383 h 71383"/>
                <a:gd name="connsiteX2" fmla="*/ 112549 w 112549"/>
                <a:gd name="connsiteY2" fmla="*/ 0 h 7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9" h="71383">
                  <a:moveTo>
                    <a:pt x="0" y="30170"/>
                  </a:moveTo>
                  <a:lnTo>
                    <a:pt x="71348" y="71383"/>
                  </a:lnTo>
                  <a:lnTo>
                    <a:pt x="112549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10698950-1617-CD9A-A5F2-551F293E7FB3}"/>
                </a:ext>
              </a:extLst>
            </p:cNvPr>
            <p:cNvSpPr/>
            <p:nvPr/>
          </p:nvSpPr>
          <p:spPr>
            <a:xfrm>
              <a:off x="15802280" y="9105339"/>
              <a:ext cx="60344" cy="116490"/>
            </a:xfrm>
            <a:custGeom>
              <a:avLst/>
              <a:gdLst>
                <a:gd name="connsiteX0" fmla="*/ 56097 w 60344"/>
                <a:gd name="connsiteY0" fmla="*/ 0 h 116490"/>
                <a:gd name="connsiteX1" fmla="*/ 0 w 60344"/>
                <a:gd name="connsiteY1" fmla="*/ 60369 h 116490"/>
                <a:gd name="connsiteX2" fmla="*/ 60344 w 60344"/>
                <a:gd name="connsiteY2" fmla="*/ 116490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344" h="116490">
                  <a:moveTo>
                    <a:pt x="56097" y="0"/>
                  </a:moveTo>
                  <a:lnTo>
                    <a:pt x="0" y="60369"/>
                  </a:lnTo>
                  <a:lnTo>
                    <a:pt x="60344" y="11649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951E76E9-7CBA-4056-7624-A3D11035F59B}"/>
                </a:ext>
              </a:extLst>
            </p:cNvPr>
            <p:cNvSpPr/>
            <p:nvPr/>
          </p:nvSpPr>
          <p:spPr>
            <a:xfrm>
              <a:off x="13947617" y="11495116"/>
              <a:ext cx="60242" cy="116498"/>
            </a:xfrm>
            <a:custGeom>
              <a:avLst/>
              <a:gdLst>
                <a:gd name="connsiteX0" fmla="*/ 0 w 60242"/>
                <a:gd name="connsiteY0" fmla="*/ 116499 h 116498"/>
                <a:gd name="connsiteX1" fmla="*/ 60243 w 60242"/>
                <a:gd name="connsiteY1" fmla="*/ 60270 h 116498"/>
                <a:gd name="connsiteX2" fmla="*/ 4032 w 60242"/>
                <a:gd name="connsiteY2" fmla="*/ 0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42" h="116498">
                  <a:moveTo>
                    <a:pt x="0" y="116499"/>
                  </a:moveTo>
                  <a:lnTo>
                    <a:pt x="60243" y="60270"/>
                  </a:lnTo>
                  <a:lnTo>
                    <a:pt x="4032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B71937E7-EE87-3CE0-7009-2D3D70828EDA}"/>
              </a:ext>
            </a:extLst>
          </p:cNvPr>
          <p:cNvGrpSpPr/>
          <p:nvPr userDrawn="1"/>
        </p:nvGrpSpPr>
        <p:grpSpPr>
          <a:xfrm>
            <a:off x="9294476" y="4698777"/>
            <a:ext cx="2278687" cy="967441"/>
            <a:chOff x="18591372" y="9397554"/>
            <a:chExt cx="4557967" cy="1934881"/>
          </a:xfrm>
        </p:grpSpPr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F5246B12-4512-78EE-93EB-E57EE088C258}"/>
                </a:ext>
              </a:extLst>
            </p:cNvPr>
            <p:cNvSpPr/>
            <p:nvPr/>
          </p:nvSpPr>
          <p:spPr>
            <a:xfrm>
              <a:off x="18651637" y="9415837"/>
              <a:ext cx="4449090" cy="1859263"/>
            </a:xfrm>
            <a:custGeom>
              <a:avLst/>
              <a:gdLst>
                <a:gd name="connsiteX0" fmla="*/ 0 w 4449090"/>
                <a:gd name="connsiteY0" fmla="*/ 0 h 1859263"/>
                <a:gd name="connsiteX1" fmla="*/ 0 w 4449090"/>
                <a:gd name="connsiteY1" fmla="*/ 929632 h 1859263"/>
                <a:gd name="connsiteX2" fmla="*/ 4449091 w 4449090"/>
                <a:gd name="connsiteY2" fmla="*/ 1859264 h 1859263"/>
                <a:gd name="connsiteX3" fmla="*/ 4449091 w 4449090"/>
                <a:gd name="connsiteY3" fmla="*/ 0 h 1859263"/>
                <a:gd name="connsiteX4" fmla="*/ 3892952 w 4449090"/>
                <a:gd name="connsiteY4" fmla="*/ 0 h 1859263"/>
                <a:gd name="connsiteX5" fmla="*/ 3892952 w 4449090"/>
                <a:gd name="connsiteY5" fmla="*/ 293455 h 1859263"/>
                <a:gd name="connsiteX6" fmla="*/ 0 w 4449090"/>
                <a:gd name="connsiteY6" fmla="*/ 1011028 h 1859263"/>
                <a:gd name="connsiteX7" fmla="*/ 0 w 4449090"/>
                <a:gd name="connsiteY7" fmla="*/ 1859264 h 1859263"/>
                <a:gd name="connsiteX8" fmla="*/ 556137 w 4449090"/>
                <a:gd name="connsiteY8" fmla="*/ 1859264 h 1859263"/>
                <a:gd name="connsiteX9" fmla="*/ 556137 w 4449090"/>
                <a:gd name="connsiteY9" fmla="*/ 1522970 h 1859263"/>
                <a:gd name="connsiteX10" fmla="*/ 556137 w 4449090"/>
                <a:gd name="connsiteY10" fmla="*/ 424118 h 1859263"/>
                <a:gd name="connsiteX11" fmla="*/ 556137 w 4449090"/>
                <a:gd name="connsiteY11" fmla="*/ 0 h 1859263"/>
                <a:gd name="connsiteX12" fmla="*/ 1112274 w 4449090"/>
                <a:gd name="connsiteY12" fmla="*/ 0 h 1859263"/>
                <a:gd name="connsiteX13" fmla="*/ 1112274 w 4449090"/>
                <a:gd name="connsiteY13" fmla="*/ 1043158 h 1859263"/>
                <a:gd name="connsiteX14" fmla="*/ 1112274 w 4449090"/>
                <a:gd name="connsiteY14" fmla="*/ 1092424 h 1859263"/>
                <a:gd name="connsiteX15" fmla="*/ 1112274 w 4449090"/>
                <a:gd name="connsiteY15" fmla="*/ 1859264 h 1859263"/>
                <a:gd name="connsiteX16" fmla="*/ 1266248 w 4449090"/>
                <a:gd name="connsiteY16" fmla="*/ 1859264 h 1859263"/>
                <a:gd name="connsiteX17" fmla="*/ 1668406 w 4449090"/>
                <a:gd name="connsiteY17" fmla="*/ 304165 h 1859263"/>
                <a:gd name="connsiteX18" fmla="*/ 1668406 w 4449090"/>
                <a:gd name="connsiteY18" fmla="*/ 0 h 1859263"/>
                <a:gd name="connsiteX19" fmla="*/ 2222425 w 4449090"/>
                <a:gd name="connsiteY19" fmla="*/ 0 h 1859263"/>
                <a:gd name="connsiteX20" fmla="*/ 2222425 w 4449090"/>
                <a:gd name="connsiteY20" fmla="*/ 218484 h 1859263"/>
                <a:gd name="connsiteX21" fmla="*/ 2222425 w 4449090"/>
                <a:gd name="connsiteY21" fmla="*/ 293455 h 1859263"/>
                <a:gd name="connsiteX22" fmla="*/ 2222425 w 4449090"/>
                <a:gd name="connsiteY22" fmla="*/ 1859264 h 1859263"/>
                <a:gd name="connsiteX23" fmla="*/ 2780685 w 4449090"/>
                <a:gd name="connsiteY23" fmla="*/ 1859264 h 1859263"/>
                <a:gd name="connsiteX24" fmla="*/ 2780685 w 4449090"/>
                <a:gd name="connsiteY24" fmla="*/ 1559377 h 1859263"/>
                <a:gd name="connsiteX25" fmla="*/ 2780685 w 4449090"/>
                <a:gd name="connsiteY25" fmla="*/ 1531538 h 1859263"/>
                <a:gd name="connsiteX26" fmla="*/ 2780685 w 4449090"/>
                <a:gd name="connsiteY26" fmla="*/ 0 h 1859263"/>
                <a:gd name="connsiteX27" fmla="*/ 3336824 w 4449090"/>
                <a:gd name="connsiteY27" fmla="*/ 0 h 1859263"/>
                <a:gd name="connsiteX28" fmla="*/ 3336824 w 4449090"/>
                <a:gd name="connsiteY28" fmla="*/ 141372 h 1859263"/>
                <a:gd name="connsiteX29" fmla="*/ 3336824 w 4449090"/>
                <a:gd name="connsiteY29" fmla="*/ 1317337 h 1859263"/>
                <a:gd name="connsiteX30" fmla="*/ 3336824 w 4449090"/>
                <a:gd name="connsiteY30" fmla="*/ 1859264 h 1859263"/>
                <a:gd name="connsiteX31" fmla="*/ 3892952 w 4449090"/>
                <a:gd name="connsiteY31" fmla="*/ 1859264 h 1859263"/>
                <a:gd name="connsiteX32" fmla="*/ 3892952 w 4449090"/>
                <a:gd name="connsiteY32" fmla="*/ 364141 h 18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49090" h="1859263">
                  <a:moveTo>
                    <a:pt x="0" y="0"/>
                  </a:moveTo>
                  <a:lnTo>
                    <a:pt x="0" y="929632"/>
                  </a:lnTo>
                  <a:moveTo>
                    <a:pt x="4449091" y="1859264"/>
                  </a:moveTo>
                  <a:lnTo>
                    <a:pt x="4449091" y="0"/>
                  </a:lnTo>
                  <a:lnTo>
                    <a:pt x="3892952" y="0"/>
                  </a:lnTo>
                  <a:lnTo>
                    <a:pt x="3892952" y="293455"/>
                  </a:lnTo>
                  <a:moveTo>
                    <a:pt x="0" y="1011028"/>
                  </a:moveTo>
                  <a:lnTo>
                    <a:pt x="0" y="1859264"/>
                  </a:lnTo>
                  <a:lnTo>
                    <a:pt x="556137" y="1859264"/>
                  </a:lnTo>
                  <a:lnTo>
                    <a:pt x="556137" y="1522970"/>
                  </a:lnTo>
                  <a:moveTo>
                    <a:pt x="556137" y="424118"/>
                  </a:moveTo>
                  <a:lnTo>
                    <a:pt x="556137" y="0"/>
                  </a:lnTo>
                  <a:lnTo>
                    <a:pt x="1112274" y="0"/>
                  </a:lnTo>
                  <a:lnTo>
                    <a:pt x="1112274" y="1043158"/>
                  </a:lnTo>
                  <a:moveTo>
                    <a:pt x="1112274" y="1092424"/>
                  </a:moveTo>
                  <a:lnTo>
                    <a:pt x="1112274" y="1859264"/>
                  </a:lnTo>
                  <a:lnTo>
                    <a:pt x="1266248" y="1859264"/>
                  </a:lnTo>
                  <a:moveTo>
                    <a:pt x="1668406" y="304165"/>
                  </a:moveTo>
                  <a:lnTo>
                    <a:pt x="1668406" y="0"/>
                  </a:lnTo>
                  <a:lnTo>
                    <a:pt x="2222425" y="0"/>
                  </a:lnTo>
                  <a:lnTo>
                    <a:pt x="2222425" y="218484"/>
                  </a:lnTo>
                  <a:moveTo>
                    <a:pt x="2222425" y="293455"/>
                  </a:moveTo>
                  <a:lnTo>
                    <a:pt x="2222425" y="1859264"/>
                  </a:lnTo>
                  <a:lnTo>
                    <a:pt x="2780685" y="1859264"/>
                  </a:lnTo>
                  <a:lnTo>
                    <a:pt x="2780685" y="1559377"/>
                  </a:lnTo>
                  <a:moveTo>
                    <a:pt x="2780685" y="1531538"/>
                  </a:moveTo>
                  <a:lnTo>
                    <a:pt x="2780685" y="0"/>
                  </a:lnTo>
                  <a:lnTo>
                    <a:pt x="3336824" y="0"/>
                  </a:lnTo>
                  <a:lnTo>
                    <a:pt x="3336824" y="141372"/>
                  </a:lnTo>
                  <a:moveTo>
                    <a:pt x="3336824" y="1317337"/>
                  </a:moveTo>
                  <a:lnTo>
                    <a:pt x="3336824" y="1859264"/>
                  </a:lnTo>
                  <a:lnTo>
                    <a:pt x="3892952" y="1859264"/>
                  </a:lnTo>
                  <a:lnTo>
                    <a:pt x="3892952" y="36414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43A70E0B-D08E-F043-AB6E-517BBEB12661}"/>
                </a:ext>
              </a:extLst>
            </p:cNvPr>
            <p:cNvSpPr/>
            <p:nvPr/>
          </p:nvSpPr>
          <p:spPr>
            <a:xfrm>
              <a:off x="19980343" y="9807823"/>
              <a:ext cx="339712" cy="1467277"/>
            </a:xfrm>
            <a:custGeom>
              <a:avLst/>
              <a:gdLst>
                <a:gd name="connsiteX0" fmla="*/ 0 w 339712"/>
                <a:gd name="connsiteY0" fmla="*/ 1467278 h 1467277"/>
                <a:gd name="connsiteX1" fmla="*/ 339713 w 339712"/>
                <a:gd name="connsiteY1" fmla="*/ 1467278 h 1467277"/>
                <a:gd name="connsiteX2" fmla="*/ 339713 w 339712"/>
                <a:gd name="connsiteY2" fmla="*/ 0 h 146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12" h="1467277">
                  <a:moveTo>
                    <a:pt x="0" y="1467278"/>
                  </a:moveTo>
                  <a:lnTo>
                    <a:pt x="339713" y="1467278"/>
                  </a:lnTo>
                  <a:lnTo>
                    <a:pt x="339713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D0B1A178-8739-9ACA-C92B-661E9989C795}"/>
                </a:ext>
              </a:extLst>
            </p:cNvPr>
            <p:cNvSpPr/>
            <p:nvPr/>
          </p:nvSpPr>
          <p:spPr>
            <a:xfrm>
              <a:off x="19207845" y="9910640"/>
              <a:ext cx="12253" cy="893214"/>
            </a:xfrm>
            <a:custGeom>
              <a:avLst/>
              <a:gdLst>
                <a:gd name="connsiteX0" fmla="*/ 0 w 12253"/>
                <a:gd name="connsiteY0" fmla="*/ 0 h 893214"/>
                <a:gd name="connsiteX1" fmla="*/ 0 w 12253"/>
                <a:gd name="connsiteY1" fmla="*/ 893215 h 89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893214">
                  <a:moveTo>
                    <a:pt x="0" y="0"/>
                  </a:moveTo>
                  <a:lnTo>
                    <a:pt x="0" y="893215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60A46592-E4C4-8A6D-3475-A599D64826AB}"/>
                </a:ext>
              </a:extLst>
            </p:cNvPr>
            <p:cNvSpPr/>
            <p:nvPr/>
          </p:nvSpPr>
          <p:spPr>
            <a:xfrm rot="10800000" flipV="1">
              <a:off x="18603116" y="9397554"/>
              <a:ext cx="101366" cy="100825"/>
            </a:xfrm>
            <a:custGeom>
              <a:avLst/>
              <a:gdLst>
                <a:gd name="connsiteX0" fmla="*/ 101369 w 101366"/>
                <a:gd name="connsiteY0" fmla="*/ 50416 h 100825"/>
                <a:gd name="connsiteX1" fmla="*/ 50686 w 101366"/>
                <a:gd name="connsiteY1" fmla="*/ 100829 h 100825"/>
                <a:gd name="connsiteX2" fmla="*/ 3 w 101366"/>
                <a:gd name="connsiteY2" fmla="*/ 50416 h 100825"/>
                <a:gd name="connsiteX3" fmla="*/ 50686 w 101366"/>
                <a:gd name="connsiteY3" fmla="*/ 3 h 100825"/>
                <a:gd name="connsiteX4" fmla="*/ 101369 w 101366"/>
                <a:gd name="connsiteY4" fmla="*/ 5041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369" y="50416"/>
                  </a:moveTo>
                  <a:cubicBezTo>
                    <a:pt x="101369" y="78258"/>
                    <a:pt x="78678" y="100829"/>
                    <a:pt x="50686" y="100829"/>
                  </a:cubicBezTo>
                  <a:cubicBezTo>
                    <a:pt x="22695" y="100829"/>
                    <a:pt x="3" y="78258"/>
                    <a:pt x="3" y="50416"/>
                  </a:cubicBezTo>
                  <a:cubicBezTo>
                    <a:pt x="3" y="22574"/>
                    <a:pt x="22695" y="3"/>
                    <a:pt x="50686" y="3"/>
                  </a:cubicBezTo>
                  <a:cubicBezTo>
                    <a:pt x="78678" y="3"/>
                    <a:pt x="101369" y="22574"/>
                    <a:pt x="101369" y="5041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7160C3D9-CB85-C907-B2EE-64D93734C46E}"/>
                </a:ext>
              </a:extLst>
            </p:cNvPr>
            <p:cNvSpPr/>
            <p:nvPr/>
          </p:nvSpPr>
          <p:spPr>
            <a:xfrm rot="10800000" flipV="1">
              <a:off x="23047973" y="11222544"/>
              <a:ext cx="101366" cy="100825"/>
            </a:xfrm>
            <a:custGeom>
              <a:avLst/>
              <a:gdLst>
                <a:gd name="connsiteX0" fmla="*/ 101732 w 101366"/>
                <a:gd name="connsiteY0" fmla="*/ 50566 h 100825"/>
                <a:gd name="connsiteX1" fmla="*/ 51049 w 101366"/>
                <a:gd name="connsiteY1" fmla="*/ 100979 h 100825"/>
                <a:gd name="connsiteX2" fmla="*/ 366 w 101366"/>
                <a:gd name="connsiteY2" fmla="*/ 50566 h 100825"/>
                <a:gd name="connsiteX3" fmla="*/ 51049 w 101366"/>
                <a:gd name="connsiteY3" fmla="*/ 153 h 100825"/>
                <a:gd name="connsiteX4" fmla="*/ 101732 w 101366"/>
                <a:gd name="connsiteY4" fmla="*/ 5056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732" y="50566"/>
                  </a:moveTo>
                  <a:cubicBezTo>
                    <a:pt x="101732" y="78408"/>
                    <a:pt x="79041" y="100979"/>
                    <a:pt x="51049" y="100979"/>
                  </a:cubicBezTo>
                  <a:cubicBezTo>
                    <a:pt x="23058" y="100979"/>
                    <a:pt x="366" y="78408"/>
                    <a:pt x="366" y="50566"/>
                  </a:cubicBezTo>
                  <a:cubicBezTo>
                    <a:pt x="366" y="22723"/>
                    <a:pt x="23058" y="153"/>
                    <a:pt x="51049" y="153"/>
                  </a:cubicBezTo>
                  <a:cubicBezTo>
                    <a:pt x="79041" y="153"/>
                    <a:pt x="101732" y="22723"/>
                    <a:pt x="101732" y="5056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74DDE348-830B-7444-58E6-90F8DF0DDE2C}"/>
                </a:ext>
              </a:extLst>
            </p:cNvPr>
            <p:cNvSpPr/>
            <p:nvPr/>
          </p:nvSpPr>
          <p:spPr>
            <a:xfrm>
              <a:off x="18595705" y="10345474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4ECEC0E4-4949-4A09-DF9B-E38653632CFB}"/>
                </a:ext>
              </a:extLst>
            </p:cNvPr>
            <p:cNvSpPr/>
            <p:nvPr/>
          </p:nvSpPr>
          <p:spPr>
            <a:xfrm>
              <a:off x="19711210" y="10461143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E378A785-6D15-8381-BFCB-451B733CCE2D}"/>
                </a:ext>
              </a:extLst>
            </p:cNvPr>
            <p:cNvSpPr/>
            <p:nvPr/>
          </p:nvSpPr>
          <p:spPr>
            <a:xfrm>
              <a:off x="20818050" y="9638595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DA44DB3A-CDEA-14C6-78A0-9DA2C910D0A3}"/>
                </a:ext>
              </a:extLst>
            </p:cNvPr>
            <p:cNvSpPr/>
            <p:nvPr/>
          </p:nvSpPr>
          <p:spPr>
            <a:xfrm rot="10800000">
              <a:off x="21379594" y="10885262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08F3E52E-F33F-9CEB-49A1-42E342E04149}"/>
                </a:ext>
              </a:extLst>
            </p:cNvPr>
            <p:cNvSpPr/>
            <p:nvPr/>
          </p:nvSpPr>
          <p:spPr>
            <a:xfrm rot="10800000">
              <a:off x="22490819" y="968572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4634BBDE-F5E8-71BC-2C71-4D4702254336}"/>
                </a:ext>
              </a:extLst>
            </p:cNvPr>
            <p:cNvSpPr/>
            <p:nvPr/>
          </p:nvSpPr>
          <p:spPr>
            <a:xfrm rot="16200000">
              <a:off x="19913597" y="11229625"/>
              <a:ext cx="107674" cy="89964"/>
            </a:xfrm>
            <a:custGeom>
              <a:avLst/>
              <a:gdLst>
                <a:gd name="connsiteX0" fmla="*/ -1 w 107674"/>
                <a:gd name="connsiteY0" fmla="*/ -8 h 89964"/>
                <a:gd name="connsiteX1" fmla="*/ 107673 w 107674"/>
                <a:gd name="connsiteY1" fmla="*/ -8 h 89964"/>
                <a:gd name="connsiteX2" fmla="*/ 107673 w 107674"/>
                <a:gd name="connsiteY2" fmla="*/ 89956 h 89964"/>
                <a:gd name="connsiteX3" fmla="*/ -1 w 107674"/>
                <a:gd name="connsiteY3" fmla="*/ 89956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1" y="-8"/>
                  </a:moveTo>
                  <a:lnTo>
                    <a:pt x="107673" y="-8"/>
                  </a:lnTo>
                  <a:lnTo>
                    <a:pt x="107673" y="89956"/>
                  </a:lnTo>
                  <a:lnTo>
                    <a:pt x="-1" y="89956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E76CABF8-9E43-059A-25BE-FAA378D0C8AB}"/>
                </a:ext>
              </a:extLst>
            </p:cNvPr>
            <p:cNvSpPr/>
            <p:nvPr/>
          </p:nvSpPr>
          <p:spPr>
            <a:xfrm>
              <a:off x="19151244" y="9814256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F3C96E9C-C2B6-8117-A7F7-F9133CEA02B4}"/>
                </a:ext>
              </a:extLst>
            </p:cNvPr>
            <p:cNvSpPr/>
            <p:nvPr/>
          </p:nvSpPr>
          <p:spPr>
            <a:xfrm>
              <a:off x="20266751" y="9711437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29EF5999-38A9-7A6E-7313-4CB939980E24}"/>
                </a:ext>
              </a:extLst>
            </p:cNvPr>
            <p:cNvSpPr/>
            <p:nvPr/>
          </p:nvSpPr>
          <p:spPr>
            <a:xfrm rot="10800000">
              <a:off x="21935207" y="1066841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740A4CBA-8419-7E02-A6F1-D78EA671E888}"/>
                </a:ext>
              </a:extLst>
            </p:cNvPr>
            <p:cNvSpPr/>
            <p:nvPr/>
          </p:nvSpPr>
          <p:spPr>
            <a:xfrm>
              <a:off x="18591372" y="10288459"/>
              <a:ext cx="117944" cy="58657"/>
            </a:xfrm>
            <a:custGeom>
              <a:avLst/>
              <a:gdLst>
                <a:gd name="connsiteX0" fmla="*/ 0 w 117944"/>
                <a:gd name="connsiteY0" fmla="*/ 0 h 58657"/>
                <a:gd name="connsiteX1" fmla="*/ 58973 w 117944"/>
                <a:gd name="connsiteY1" fmla="*/ 58657 h 58657"/>
                <a:gd name="connsiteX2" fmla="*/ 117945 w 117944"/>
                <a:gd name="connsiteY2" fmla="*/ 0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4" h="58657">
                  <a:moveTo>
                    <a:pt x="0" y="0"/>
                  </a:moveTo>
                  <a:lnTo>
                    <a:pt x="58973" y="58657"/>
                  </a:lnTo>
                  <a:lnTo>
                    <a:pt x="11794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B24468B5-7626-E538-31BA-41D1C70476D4}"/>
                </a:ext>
              </a:extLst>
            </p:cNvPr>
            <p:cNvSpPr/>
            <p:nvPr/>
          </p:nvSpPr>
          <p:spPr>
            <a:xfrm>
              <a:off x="19706829" y="10404130"/>
              <a:ext cx="117939" cy="58658"/>
            </a:xfrm>
            <a:custGeom>
              <a:avLst/>
              <a:gdLst>
                <a:gd name="connsiteX0" fmla="*/ 0 w 117939"/>
                <a:gd name="connsiteY0" fmla="*/ 0 h 58658"/>
                <a:gd name="connsiteX1" fmla="*/ 58971 w 117939"/>
                <a:gd name="connsiteY1" fmla="*/ 58659 h 58658"/>
                <a:gd name="connsiteX2" fmla="*/ 117939 w 117939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39" h="58658">
                  <a:moveTo>
                    <a:pt x="0" y="0"/>
                  </a:moveTo>
                  <a:lnTo>
                    <a:pt x="58971" y="58659"/>
                  </a:lnTo>
                  <a:lnTo>
                    <a:pt x="117939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38E08F9E-3742-CB18-8381-D6B39D6955C7}"/>
                </a:ext>
              </a:extLst>
            </p:cNvPr>
            <p:cNvSpPr/>
            <p:nvPr/>
          </p:nvSpPr>
          <p:spPr>
            <a:xfrm>
              <a:off x="20813713" y="9581591"/>
              <a:ext cx="117955" cy="58658"/>
            </a:xfrm>
            <a:custGeom>
              <a:avLst/>
              <a:gdLst>
                <a:gd name="connsiteX0" fmla="*/ 0 w 117955"/>
                <a:gd name="connsiteY0" fmla="*/ 0 h 58658"/>
                <a:gd name="connsiteX1" fmla="*/ 58978 w 117955"/>
                <a:gd name="connsiteY1" fmla="*/ 58659 h 58658"/>
                <a:gd name="connsiteX2" fmla="*/ 117955 w 117955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5" h="58658">
                  <a:moveTo>
                    <a:pt x="0" y="0"/>
                  </a:moveTo>
                  <a:lnTo>
                    <a:pt x="58978" y="58659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B7F7806B-1CCB-E28D-9AB0-D27011A99DB2}"/>
                </a:ext>
              </a:extLst>
            </p:cNvPr>
            <p:cNvSpPr/>
            <p:nvPr/>
          </p:nvSpPr>
          <p:spPr>
            <a:xfrm>
              <a:off x="21373663" y="10973568"/>
              <a:ext cx="117942" cy="58663"/>
            </a:xfrm>
            <a:custGeom>
              <a:avLst/>
              <a:gdLst>
                <a:gd name="connsiteX0" fmla="*/ 117943 w 117942"/>
                <a:gd name="connsiteY0" fmla="*/ 58663 h 58663"/>
                <a:gd name="connsiteX1" fmla="*/ 58966 w 117942"/>
                <a:gd name="connsiteY1" fmla="*/ 0 h 58663"/>
                <a:gd name="connsiteX2" fmla="*/ 0 w 117942"/>
                <a:gd name="connsiteY2" fmla="*/ 58663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63">
                  <a:moveTo>
                    <a:pt x="117943" y="58663"/>
                  </a:moveTo>
                  <a:lnTo>
                    <a:pt x="58966" y="0"/>
                  </a:lnTo>
                  <a:lnTo>
                    <a:pt x="0" y="58663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3786461B-D640-D299-8FFC-94CE7BD6A6DB}"/>
                </a:ext>
              </a:extLst>
            </p:cNvPr>
            <p:cNvSpPr/>
            <p:nvPr/>
          </p:nvSpPr>
          <p:spPr>
            <a:xfrm>
              <a:off x="22484876" y="9774044"/>
              <a:ext cx="117942" cy="58658"/>
            </a:xfrm>
            <a:custGeom>
              <a:avLst/>
              <a:gdLst>
                <a:gd name="connsiteX0" fmla="*/ 117943 w 117942"/>
                <a:gd name="connsiteY0" fmla="*/ 58659 h 58658"/>
                <a:gd name="connsiteX1" fmla="*/ 58978 w 117942"/>
                <a:gd name="connsiteY1" fmla="*/ 0 h 58658"/>
                <a:gd name="connsiteX2" fmla="*/ 0 w 117942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8">
                  <a:moveTo>
                    <a:pt x="117943" y="58659"/>
                  </a:moveTo>
                  <a:lnTo>
                    <a:pt x="58978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D317300A-6F3A-EE44-00F0-42C7E6A8B221}"/>
                </a:ext>
              </a:extLst>
            </p:cNvPr>
            <p:cNvSpPr/>
            <p:nvPr/>
          </p:nvSpPr>
          <p:spPr>
            <a:xfrm>
              <a:off x="19864912" y="11215121"/>
              <a:ext cx="58965" cy="117314"/>
            </a:xfrm>
            <a:custGeom>
              <a:avLst/>
              <a:gdLst>
                <a:gd name="connsiteX0" fmla="*/ 0 w 58965"/>
                <a:gd name="connsiteY0" fmla="*/ 117315 h 117314"/>
                <a:gd name="connsiteX1" fmla="*/ 58965 w 58965"/>
                <a:gd name="connsiteY1" fmla="*/ 58651 h 117314"/>
                <a:gd name="connsiteX2" fmla="*/ 0 w 58965"/>
                <a:gd name="connsiteY2" fmla="*/ 0 h 11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65" h="117314">
                  <a:moveTo>
                    <a:pt x="0" y="117315"/>
                  </a:moveTo>
                  <a:lnTo>
                    <a:pt x="58965" y="58651"/>
                  </a:lnTo>
                  <a:lnTo>
                    <a:pt x="0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95F9D8A1-7173-3A7D-A1F4-C6C91E15BAFF}"/>
                </a:ext>
              </a:extLst>
            </p:cNvPr>
            <p:cNvSpPr/>
            <p:nvPr/>
          </p:nvSpPr>
          <p:spPr>
            <a:xfrm>
              <a:off x="19146958" y="9904216"/>
              <a:ext cx="117945" cy="58658"/>
            </a:xfrm>
            <a:custGeom>
              <a:avLst/>
              <a:gdLst>
                <a:gd name="connsiteX0" fmla="*/ 117945 w 117945"/>
                <a:gd name="connsiteY0" fmla="*/ 58659 h 58658"/>
                <a:gd name="connsiteX1" fmla="*/ 58973 w 117945"/>
                <a:gd name="connsiteY1" fmla="*/ 0 h 58658"/>
                <a:gd name="connsiteX2" fmla="*/ 0 w 117945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8">
                  <a:moveTo>
                    <a:pt x="117945" y="58659"/>
                  </a:moveTo>
                  <a:lnTo>
                    <a:pt x="58973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E6AE2B13-22A5-8CD3-5030-8097641EC2EC}"/>
                </a:ext>
              </a:extLst>
            </p:cNvPr>
            <p:cNvSpPr/>
            <p:nvPr/>
          </p:nvSpPr>
          <p:spPr>
            <a:xfrm>
              <a:off x="20262511" y="9801398"/>
              <a:ext cx="117942" cy="58657"/>
            </a:xfrm>
            <a:custGeom>
              <a:avLst/>
              <a:gdLst>
                <a:gd name="connsiteX0" fmla="*/ 117943 w 117942"/>
                <a:gd name="connsiteY0" fmla="*/ 58657 h 58657"/>
                <a:gd name="connsiteX1" fmla="*/ 58978 w 117942"/>
                <a:gd name="connsiteY1" fmla="*/ 0 h 58657"/>
                <a:gd name="connsiteX2" fmla="*/ 0 w 117942"/>
                <a:gd name="connsiteY2" fmla="*/ 58657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7">
                  <a:moveTo>
                    <a:pt x="117943" y="58657"/>
                  </a:moveTo>
                  <a:lnTo>
                    <a:pt x="58978" y="0"/>
                  </a:lnTo>
                  <a:lnTo>
                    <a:pt x="0" y="58657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C39A6E0E-4BBE-0E1A-A2BE-29911449810C}"/>
                </a:ext>
              </a:extLst>
            </p:cNvPr>
            <p:cNvSpPr/>
            <p:nvPr/>
          </p:nvSpPr>
          <p:spPr>
            <a:xfrm>
              <a:off x="21929263" y="10609765"/>
              <a:ext cx="117954" cy="58663"/>
            </a:xfrm>
            <a:custGeom>
              <a:avLst/>
              <a:gdLst>
                <a:gd name="connsiteX0" fmla="*/ 0 w 117954"/>
                <a:gd name="connsiteY0" fmla="*/ 0 h 58663"/>
                <a:gd name="connsiteX1" fmla="*/ 58977 w 117954"/>
                <a:gd name="connsiteY1" fmla="*/ 58663 h 58663"/>
                <a:gd name="connsiteX2" fmla="*/ 117955 w 117954"/>
                <a:gd name="connsiteY2" fmla="*/ 0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4" h="58663">
                  <a:moveTo>
                    <a:pt x="0" y="0"/>
                  </a:moveTo>
                  <a:lnTo>
                    <a:pt x="58977" y="58663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EC9D24D2-C68A-949E-FB41-49BE397503CB}"/>
                </a:ext>
              </a:extLst>
            </p:cNvPr>
            <p:cNvSpPr/>
            <p:nvPr/>
          </p:nvSpPr>
          <p:spPr>
            <a:xfrm>
              <a:off x="19146958" y="10928105"/>
              <a:ext cx="117945" cy="58651"/>
            </a:xfrm>
            <a:custGeom>
              <a:avLst/>
              <a:gdLst>
                <a:gd name="connsiteX0" fmla="*/ 117945 w 117945"/>
                <a:gd name="connsiteY0" fmla="*/ 58651 h 58651"/>
                <a:gd name="connsiteX1" fmla="*/ 58973 w 117945"/>
                <a:gd name="connsiteY1" fmla="*/ 0 h 58651"/>
                <a:gd name="connsiteX2" fmla="*/ 0 w 117945"/>
                <a:gd name="connsiteY2" fmla="*/ 58651 h 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1">
                  <a:moveTo>
                    <a:pt x="117945" y="58651"/>
                  </a:moveTo>
                  <a:lnTo>
                    <a:pt x="58973" y="0"/>
                  </a:lnTo>
                  <a:lnTo>
                    <a:pt x="0" y="5865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85BB61FF-D40C-E99D-971F-FBD759B43DF1}"/>
                </a:ext>
              </a:extLst>
            </p:cNvPr>
            <p:cNvSpPr/>
            <p:nvPr/>
          </p:nvSpPr>
          <p:spPr>
            <a:xfrm>
              <a:off x="21989552" y="9642890"/>
              <a:ext cx="12253" cy="1023880"/>
            </a:xfrm>
            <a:custGeom>
              <a:avLst/>
              <a:gdLst>
                <a:gd name="connsiteX0" fmla="*/ 0 w 12253"/>
                <a:gd name="connsiteY0" fmla="*/ 0 h 1023880"/>
                <a:gd name="connsiteX1" fmla="*/ 0 w 12253"/>
                <a:gd name="connsiteY1" fmla="*/ 1023881 h 10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1023880">
                  <a:moveTo>
                    <a:pt x="0" y="0"/>
                  </a:moveTo>
                  <a:lnTo>
                    <a:pt x="0" y="1023881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B68CCE80-094A-2B1D-2174-D65033C356E7}"/>
              </a:ext>
            </a:extLst>
          </p:cNvPr>
          <p:cNvGrpSpPr/>
          <p:nvPr userDrawn="1"/>
        </p:nvGrpSpPr>
        <p:grpSpPr>
          <a:xfrm>
            <a:off x="3594378" y="2614139"/>
            <a:ext cx="2120885" cy="626731"/>
            <a:chOff x="7189692" y="5228277"/>
            <a:chExt cx="4242323" cy="1253462"/>
          </a:xfrm>
        </p:grpSpPr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4C5E4595-D8CE-0E3F-90AD-C032C6633692}"/>
                </a:ext>
              </a:extLst>
            </p:cNvPr>
            <p:cNvSpPr/>
            <p:nvPr/>
          </p:nvSpPr>
          <p:spPr>
            <a:xfrm>
              <a:off x="8129682" y="5280946"/>
              <a:ext cx="2362366" cy="1144165"/>
            </a:xfrm>
            <a:custGeom>
              <a:avLst/>
              <a:gdLst>
                <a:gd name="connsiteX0" fmla="*/ 2362366 w 2362366"/>
                <a:gd name="connsiteY0" fmla="*/ 1144166 h 1144165"/>
                <a:gd name="connsiteX1" fmla="*/ 1181178 w 2362366"/>
                <a:gd name="connsiteY1" fmla="*/ 0 h 1144165"/>
                <a:gd name="connsiteX2" fmla="*/ 0 w 2362366"/>
                <a:gd name="connsiteY2" fmla="*/ 1144166 h 114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2366" h="1144165">
                  <a:moveTo>
                    <a:pt x="2362366" y="1144166"/>
                  </a:moveTo>
                  <a:cubicBezTo>
                    <a:pt x="2362366" y="512260"/>
                    <a:pt x="1833528" y="0"/>
                    <a:pt x="1181178" y="0"/>
                  </a:cubicBezTo>
                  <a:cubicBezTo>
                    <a:pt x="528839" y="0"/>
                    <a:pt x="0" y="512260"/>
                    <a:pt x="0" y="1144166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898A17C5-83AD-A0C7-C694-A7ECF9D9475D}"/>
                </a:ext>
              </a:extLst>
            </p:cNvPr>
            <p:cNvSpPr/>
            <p:nvPr/>
          </p:nvSpPr>
          <p:spPr>
            <a:xfrm>
              <a:off x="7242766" y="5987183"/>
              <a:ext cx="886882" cy="439908"/>
            </a:xfrm>
            <a:custGeom>
              <a:avLst/>
              <a:gdLst>
                <a:gd name="connsiteX0" fmla="*/ 886882 w 886882"/>
                <a:gd name="connsiteY0" fmla="*/ 439909 h 439908"/>
                <a:gd name="connsiteX1" fmla="*/ 443441 w 886882"/>
                <a:gd name="connsiteY1" fmla="*/ 0 h 439908"/>
                <a:gd name="connsiteX2" fmla="*/ 0 w 886882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2" h="439908">
                  <a:moveTo>
                    <a:pt x="886882" y="439909"/>
                  </a:moveTo>
                  <a:cubicBezTo>
                    <a:pt x="886882" y="196956"/>
                    <a:pt x="688347" y="0"/>
                    <a:pt x="443441" y="0"/>
                  </a:cubicBezTo>
                  <a:cubicBezTo>
                    <a:pt x="198535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2DF271FB-79E6-7F5C-7F4F-7249C696F034}"/>
                </a:ext>
              </a:extLst>
            </p:cNvPr>
            <p:cNvSpPr/>
            <p:nvPr/>
          </p:nvSpPr>
          <p:spPr>
            <a:xfrm>
              <a:off x="7688230" y="5628160"/>
              <a:ext cx="1606729" cy="796974"/>
            </a:xfrm>
            <a:custGeom>
              <a:avLst/>
              <a:gdLst>
                <a:gd name="connsiteX0" fmla="*/ 1606729 w 1606729"/>
                <a:gd name="connsiteY0" fmla="*/ 796974 h 796974"/>
                <a:gd name="connsiteX1" fmla="*/ 803358 w 1606729"/>
                <a:gd name="connsiteY1" fmla="*/ 0 h 796974"/>
                <a:gd name="connsiteX2" fmla="*/ 0 w 1606729"/>
                <a:gd name="connsiteY2" fmla="*/ 796974 h 79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29" h="796974">
                  <a:moveTo>
                    <a:pt x="1606729" y="796974"/>
                  </a:moveTo>
                  <a:cubicBezTo>
                    <a:pt x="1606729" y="356816"/>
                    <a:pt x="1247051" y="0"/>
                    <a:pt x="803358" y="0"/>
                  </a:cubicBezTo>
                  <a:cubicBezTo>
                    <a:pt x="359678" y="0"/>
                    <a:pt x="0" y="356816"/>
                    <a:pt x="0" y="796974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837D7972-0073-F9D6-E861-126EF0141B73}"/>
                </a:ext>
              </a:extLst>
            </p:cNvPr>
            <p:cNvSpPr/>
            <p:nvPr/>
          </p:nvSpPr>
          <p:spPr>
            <a:xfrm>
              <a:off x="9310837" y="5632088"/>
              <a:ext cx="1606730" cy="796972"/>
            </a:xfrm>
            <a:custGeom>
              <a:avLst/>
              <a:gdLst>
                <a:gd name="connsiteX0" fmla="*/ 1606731 w 1606730"/>
                <a:gd name="connsiteY0" fmla="*/ 796973 h 796972"/>
                <a:gd name="connsiteX1" fmla="*/ 803371 w 1606730"/>
                <a:gd name="connsiteY1" fmla="*/ 0 h 796972"/>
                <a:gd name="connsiteX2" fmla="*/ 0 w 1606730"/>
                <a:gd name="connsiteY2" fmla="*/ 796973 h 79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30" h="796972">
                  <a:moveTo>
                    <a:pt x="1606731" y="796973"/>
                  </a:moveTo>
                  <a:cubicBezTo>
                    <a:pt x="1606731" y="356816"/>
                    <a:pt x="1247052" y="0"/>
                    <a:pt x="803371" y="0"/>
                  </a:cubicBezTo>
                  <a:cubicBezTo>
                    <a:pt x="359678" y="0"/>
                    <a:pt x="0" y="356816"/>
                    <a:pt x="0" y="796973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AD454EF0-9501-1944-18CF-94684C0821A2}"/>
                </a:ext>
              </a:extLst>
            </p:cNvPr>
            <p:cNvSpPr/>
            <p:nvPr/>
          </p:nvSpPr>
          <p:spPr>
            <a:xfrm>
              <a:off x="10492014" y="5987183"/>
              <a:ext cx="886889" cy="439908"/>
            </a:xfrm>
            <a:custGeom>
              <a:avLst/>
              <a:gdLst>
                <a:gd name="connsiteX0" fmla="*/ 886889 w 886889"/>
                <a:gd name="connsiteY0" fmla="*/ 439909 h 439908"/>
                <a:gd name="connsiteX1" fmla="*/ 443450 w 886889"/>
                <a:gd name="connsiteY1" fmla="*/ 0 h 439908"/>
                <a:gd name="connsiteX2" fmla="*/ 0 w 886889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9" h="439908">
                  <a:moveTo>
                    <a:pt x="886889" y="439909"/>
                  </a:moveTo>
                  <a:cubicBezTo>
                    <a:pt x="886889" y="196956"/>
                    <a:pt x="688352" y="0"/>
                    <a:pt x="443450" y="0"/>
                  </a:cubicBezTo>
                  <a:cubicBezTo>
                    <a:pt x="198538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EA5F6354-338A-FA16-172C-02C98FC026A5}"/>
                </a:ext>
              </a:extLst>
            </p:cNvPr>
            <p:cNvSpPr/>
            <p:nvPr/>
          </p:nvSpPr>
          <p:spPr>
            <a:xfrm>
              <a:off x="7242766" y="6425123"/>
              <a:ext cx="4136125" cy="11447"/>
            </a:xfrm>
            <a:custGeom>
              <a:avLst/>
              <a:gdLst>
                <a:gd name="connsiteX0" fmla="*/ 0 w 4136125"/>
                <a:gd name="connsiteY0" fmla="*/ 0 h 11447"/>
                <a:gd name="connsiteX1" fmla="*/ 4136125 w 4136125"/>
                <a:gd name="connsiteY1" fmla="*/ 0 h 1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36125" h="11447">
                  <a:moveTo>
                    <a:pt x="0" y="0"/>
                  </a:moveTo>
                  <a:lnTo>
                    <a:pt x="4136125" y="0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5D9844FA-C990-BD43-BAA9-19A9526A8D50}"/>
                </a:ext>
              </a:extLst>
            </p:cNvPr>
            <p:cNvSpPr/>
            <p:nvPr/>
          </p:nvSpPr>
          <p:spPr>
            <a:xfrm>
              <a:off x="9310837" y="5280946"/>
              <a:ext cx="11538" cy="1148114"/>
            </a:xfrm>
            <a:custGeom>
              <a:avLst/>
              <a:gdLst>
                <a:gd name="connsiteX0" fmla="*/ 0 w 11538"/>
                <a:gd name="connsiteY0" fmla="*/ 0 h 1148114"/>
                <a:gd name="connsiteX1" fmla="*/ 0 w 11538"/>
                <a:gd name="connsiteY1" fmla="*/ 1148115 h 114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38" h="1148114">
                  <a:moveTo>
                    <a:pt x="0" y="0"/>
                  </a:moveTo>
                  <a:lnTo>
                    <a:pt x="0" y="1148115"/>
                  </a:lnTo>
                </a:path>
              </a:pathLst>
            </a:custGeom>
            <a:noFill/>
            <a:ln w="11528" cap="flat">
              <a:solidFill>
                <a:srgbClr val="D9B8FE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70827BDB-4A47-3A30-80CC-1E70DA00A499}"/>
                </a:ext>
              </a:extLst>
            </p:cNvPr>
            <p:cNvSpPr/>
            <p:nvPr/>
          </p:nvSpPr>
          <p:spPr>
            <a:xfrm>
              <a:off x="8076585" y="6376381"/>
              <a:ext cx="106200" cy="105358"/>
            </a:xfrm>
            <a:custGeom>
              <a:avLst/>
              <a:gdLst>
                <a:gd name="connsiteX0" fmla="*/ 53101 w 106200"/>
                <a:gd name="connsiteY0" fmla="*/ 105359 h 105358"/>
                <a:gd name="connsiteX1" fmla="*/ 106200 w 106200"/>
                <a:gd name="connsiteY1" fmla="*/ 52679 h 105358"/>
                <a:gd name="connsiteX2" fmla="*/ 53101 w 106200"/>
                <a:gd name="connsiteY2" fmla="*/ 0 h 105358"/>
                <a:gd name="connsiteX3" fmla="*/ 0 w 106200"/>
                <a:gd name="connsiteY3" fmla="*/ 52679 h 105358"/>
                <a:gd name="connsiteX4" fmla="*/ 53101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1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1" y="0"/>
                  </a:cubicBezTo>
                  <a:cubicBezTo>
                    <a:pt x="23774" y="0"/>
                    <a:pt x="0" y="23581"/>
                    <a:pt x="0" y="52679"/>
                  </a:cubicBezTo>
                  <a:cubicBezTo>
                    <a:pt x="0" y="81778"/>
                    <a:pt x="23774" y="105359"/>
                    <a:pt x="53101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84B7373E-DC77-4532-776F-AF9A91D8530D}"/>
                </a:ext>
              </a:extLst>
            </p:cNvPr>
            <p:cNvSpPr/>
            <p:nvPr/>
          </p:nvSpPr>
          <p:spPr>
            <a:xfrm>
              <a:off x="9257746" y="6376381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090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ABBC6CF5-C6DD-1FAF-2259-C25A660369E4}"/>
                </a:ext>
              </a:extLst>
            </p:cNvPr>
            <p:cNvSpPr/>
            <p:nvPr/>
          </p:nvSpPr>
          <p:spPr>
            <a:xfrm>
              <a:off x="9257746" y="5228277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2"/>
                    <a:pt x="106192" y="52679"/>
                  </a:cubicBezTo>
                  <a:cubicBezTo>
                    <a:pt x="106192" y="23586"/>
                    <a:pt x="82422" y="0"/>
                    <a:pt x="53090" y="0"/>
                  </a:cubicBezTo>
                  <a:cubicBezTo>
                    <a:pt x="23770" y="0"/>
                    <a:pt x="0" y="23586"/>
                    <a:pt x="0" y="52679"/>
                  </a:cubicBezTo>
                  <a:cubicBezTo>
                    <a:pt x="0" y="81772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1E8480B2-601A-4CC0-992A-ADA4396D620D}"/>
                </a:ext>
              </a:extLst>
            </p:cNvPr>
            <p:cNvSpPr/>
            <p:nvPr/>
          </p:nvSpPr>
          <p:spPr>
            <a:xfrm>
              <a:off x="10438946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4A4CF4D1-395E-CF00-96CF-97AA1C6DA8B3}"/>
                </a:ext>
              </a:extLst>
            </p:cNvPr>
            <p:cNvSpPr/>
            <p:nvPr/>
          </p:nvSpPr>
          <p:spPr>
            <a:xfrm>
              <a:off x="10864488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209DC099-9E74-9205-B11A-CFC24654E011}"/>
                </a:ext>
              </a:extLst>
            </p:cNvPr>
            <p:cNvSpPr/>
            <p:nvPr/>
          </p:nvSpPr>
          <p:spPr>
            <a:xfrm>
              <a:off x="11325812" y="6376381"/>
              <a:ext cx="106203" cy="105358"/>
            </a:xfrm>
            <a:custGeom>
              <a:avLst/>
              <a:gdLst>
                <a:gd name="connsiteX0" fmla="*/ 53102 w 106203"/>
                <a:gd name="connsiteY0" fmla="*/ 105359 h 105358"/>
                <a:gd name="connsiteX1" fmla="*/ 106204 w 106203"/>
                <a:gd name="connsiteY1" fmla="*/ 52679 h 105358"/>
                <a:gd name="connsiteX2" fmla="*/ 53102 w 106203"/>
                <a:gd name="connsiteY2" fmla="*/ 0 h 105358"/>
                <a:gd name="connsiteX3" fmla="*/ 0 w 106203"/>
                <a:gd name="connsiteY3" fmla="*/ 52679 h 105358"/>
                <a:gd name="connsiteX4" fmla="*/ 53102 w 106203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3" h="105358">
                  <a:moveTo>
                    <a:pt x="53102" y="105359"/>
                  </a:moveTo>
                  <a:cubicBezTo>
                    <a:pt x="82434" y="105359"/>
                    <a:pt x="106204" y="81778"/>
                    <a:pt x="106204" y="52679"/>
                  </a:cubicBezTo>
                  <a:cubicBezTo>
                    <a:pt x="106204" y="23581"/>
                    <a:pt x="82434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B4ED8A79-FBD9-7455-CCAE-F10AADCFEDBC}"/>
                </a:ext>
              </a:extLst>
            </p:cNvPr>
            <p:cNvSpPr/>
            <p:nvPr/>
          </p:nvSpPr>
          <p:spPr>
            <a:xfrm>
              <a:off x="7635088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2" y="0"/>
                    <a:pt x="0" y="23581"/>
                    <a:pt x="0" y="52679"/>
                  </a:cubicBezTo>
                  <a:cubicBezTo>
                    <a:pt x="0" y="81778"/>
                    <a:pt x="23772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EAC0E893-AE74-EED0-3199-7568AB012707}"/>
                </a:ext>
              </a:extLst>
            </p:cNvPr>
            <p:cNvSpPr/>
            <p:nvPr/>
          </p:nvSpPr>
          <p:spPr>
            <a:xfrm>
              <a:off x="7189692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3" y="0"/>
                    <a:pt x="0" y="23581"/>
                    <a:pt x="0" y="52679"/>
                  </a:cubicBezTo>
                  <a:cubicBezTo>
                    <a:pt x="0" y="81778"/>
                    <a:pt x="23773" y="105359"/>
                    <a:pt x="53100" y="105359"/>
                  </a:cubicBezTo>
                  <a:close/>
                </a:path>
              </a:pathLst>
            </a:custGeom>
            <a:solidFill>
              <a:srgbClr val="D9B8FE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4" name="Группа 223">
            <a:extLst>
              <a:ext uri="{FF2B5EF4-FFF2-40B4-BE49-F238E27FC236}">
                <a16:creationId xmlns:a16="http://schemas.microsoft.com/office/drawing/2014/main" id="{1D874F10-E7AB-F99E-84B3-53D6646DE2D7}"/>
              </a:ext>
            </a:extLst>
          </p:cNvPr>
          <p:cNvGrpSpPr/>
          <p:nvPr userDrawn="1"/>
        </p:nvGrpSpPr>
        <p:grpSpPr>
          <a:xfrm>
            <a:off x="9482029" y="2515058"/>
            <a:ext cx="2095867" cy="830922"/>
            <a:chOff x="18966527" y="5030115"/>
            <a:chExt cx="4192280" cy="1661843"/>
          </a:xfrm>
        </p:grpSpPr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8336C37C-EBB1-22F4-CCA9-4815826ED397}"/>
                </a:ext>
              </a:extLst>
            </p:cNvPr>
            <p:cNvSpPr/>
            <p:nvPr/>
          </p:nvSpPr>
          <p:spPr>
            <a:xfrm>
              <a:off x="20229501" y="5219237"/>
              <a:ext cx="1666423" cy="1315792"/>
            </a:xfrm>
            <a:custGeom>
              <a:avLst/>
              <a:gdLst>
                <a:gd name="connsiteX0" fmla="*/ 1666424 w 1666423"/>
                <a:gd name="connsiteY0" fmla="*/ 657896 h 1315792"/>
                <a:gd name="connsiteX1" fmla="*/ 833212 w 1666423"/>
                <a:gd name="connsiteY1" fmla="*/ 1315792 h 1315792"/>
                <a:gd name="connsiteX2" fmla="*/ 0 w 1666423"/>
                <a:gd name="connsiteY2" fmla="*/ 657896 h 1315792"/>
                <a:gd name="connsiteX3" fmla="*/ 833212 w 1666423"/>
                <a:gd name="connsiteY3" fmla="*/ 0 h 1315792"/>
                <a:gd name="connsiteX4" fmla="*/ 1666424 w 1666423"/>
                <a:gd name="connsiteY4" fmla="*/ 657896 h 13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423" h="1315792">
                  <a:moveTo>
                    <a:pt x="1666424" y="657896"/>
                  </a:moveTo>
                  <a:cubicBezTo>
                    <a:pt x="1666424" y="1021242"/>
                    <a:pt x="1293382" y="1315792"/>
                    <a:pt x="833212" y="1315792"/>
                  </a:cubicBezTo>
                  <a:cubicBezTo>
                    <a:pt x="373042" y="1315792"/>
                    <a:pt x="0" y="1021242"/>
                    <a:pt x="0" y="657896"/>
                  </a:cubicBezTo>
                  <a:cubicBezTo>
                    <a:pt x="0" y="294550"/>
                    <a:pt x="373042" y="0"/>
                    <a:pt x="833212" y="0"/>
                  </a:cubicBezTo>
                  <a:cubicBezTo>
                    <a:pt x="1293382" y="0"/>
                    <a:pt x="1666424" y="294550"/>
                    <a:pt x="1666424" y="657896"/>
                  </a:cubicBezTo>
                  <a:close/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0048F5A2-DAF9-EA95-8943-B995EDCF8E7F}"/>
                </a:ext>
              </a:extLst>
            </p:cNvPr>
            <p:cNvSpPr/>
            <p:nvPr/>
          </p:nvSpPr>
          <p:spPr>
            <a:xfrm>
              <a:off x="21012266" y="5150823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C7735E44-B9D8-E489-0867-BE975540289D}"/>
                </a:ext>
              </a:extLst>
            </p:cNvPr>
            <p:cNvSpPr/>
            <p:nvPr/>
          </p:nvSpPr>
          <p:spPr>
            <a:xfrm>
              <a:off x="21012266" y="6466616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DBE65685-82ED-BB8D-BF45-45C99C4314C7}"/>
                </a:ext>
              </a:extLst>
            </p:cNvPr>
            <p:cNvSpPr/>
            <p:nvPr/>
          </p:nvSpPr>
          <p:spPr>
            <a:xfrm>
              <a:off x="19591909" y="5219236"/>
              <a:ext cx="552789" cy="1315795"/>
            </a:xfrm>
            <a:custGeom>
              <a:avLst/>
              <a:gdLst>
                <a:gd name="connsiteX0" fmla="*/ 552789 w 552789"/>
                <a:gd name="connsiteY0" fmla="*/ 0 h 1315795"/>
                <a:gd name="connsiteX1" fmla="*/ 0 w 552789"/>
                <a:gd name="connsiteY1" fmla="*/ 657897 h 1315795"/>
                <a:gd name="connsiteX2" fmla="*/ 552789 w 55278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789" h="1315795">
                  <a:moveTo>
                    <a:pt x="552789" y="0"/>
                  </a:moveTo>
                  <a:cubicBezTo>
                    <a:pt x="230277" y="97891"/>
                    <a:pt x="0" y="355502"/>
                    <a:pt x="0" y="657897"/>
                  </a:cubicBezTo>
                  <a:cubicBezTo>
                    <a:pt x="0" y="960289"/>
                    <a:pt x="230277" y="1217903"/>
                    <a:pt x="552789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3D1E8B87-65FB-7A95-9B08-664D11406E4C}"/>
                </a:ext>
              </a:extLst>
            </p:cNvPr>
            <p:cNvSpPr/>
            <p:nvPr/>
          </p:nvSpPr>
          <p:spPr>
            <a:xfrm>
              <a:off x="21972520" y="5219233"/>
              <a:ext cx="548754" cy="1315787"/>
            </a:xfrm>
            <a:custGeom>
              <a:avLst/>
              <a:gdLst>
                <a:gd name="connsiteX0" fmla="*/ 0 w 548754"/>
                <a:gd name="connsiteY0" fmla="*/ 1315788 h 1315787"/>
                <a:gd name="connsiteX1" fmla="*/ 548754 w 548754"/>
                <a:gd name="connsiteY1" fmla="*/ 657896 h 1315787"/>
                <a:gd name="connsiteX2" fmla="*/ 0 w 548754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54" h="1315787">
                  <a:moveTo>
                    <a:pt x="0" y="1315788"/>
                  </a:moveTo>
                  <a:cubicBezTo>
                    <a:pt x="320150" y="1217906"/>
                    <a:pt x="548754" y="960292"/>
                    <a:pt x="548754" y="657896"/>
                  </a:cubicBezTo>
                  <a:cubicBezTo>
                    <a:pt x="548754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CAD0199F-7B36-6C02-A7B7-6B60726AB793}"/>
                </a:ext>
              </a:extLst>
            </p:cNvPr>
            <p:cNvSpPr/>
            <p:nvPr/>
          </p:nvSpPr>
          <p:spPr>
            <a:xfrm>
              <a:off x="22610064" y="5219233"/>
              <a:ext cx="548743" cy="1315787"/>
            </a:xfrm>
            <a:custGeom>
              <a:avLst/>
              <a:gdLst>
                <a:gd name="connsiteX0" fmla="*/ 0 w 548743"/>
                <a:gd name="connsiteY0" fmla="*/ 1315788 h 1315787"/>
                <a:gd name="connsiteX1" fmla="*/ 548743 w 548743"/>
                <a:gd name="connsiteY1" fmla="*/ 657896 h 1315787"/>
                <a:gd name="connsiteX2" fmla="*/ 0 w 548743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3" h="1315787">
                  <a:moveTo>
                    <a:pt x="0" y="1315788"/>
                  </a:moveTo>
                  <a:cubicBezTo>
                    <a:pt x="320150" y="1217906"/>
                    <a:pt x="548743" y="960292"/>
                    <a:pt x="548743" y="657896"/>
                  </a:cubicBezTo>
                  <a:cubicBezTo>
                    <a:pt x="548743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5C41E780-141A-D989-563A-EB4A5B1D8543}"/>
                </a:ext>
              </a:extLst>
            </p:cNvPr>
            <p:cNvSpPr/>
            <p:nvPr/>
          </p:nvSpPr>
          <p:spPr>
            <a:xfrm>
              <a:off x="18966527" y="5219236"/>
              <a:ext cx="548749" cy="1315795"/>
            </a:xfrm>
            <a:custGeom>
              <a:avLst/>
              <a:gdLst>
                <a:gd name="connsiteX0" fmla="*/ 548750 w 548749"/>
                <a:gd name="connsiteY0" fmla="*/ 0 h 1315795"/>
                <a:gd name="connsiteX1" fmla="*/ 0 w 548749"/>
                <a:gd name="connsiteY1" fmla="*/ 657897 h 1315795"/>
                <a:gd name="connsiteX2" fmla="*/ 548750 w 54874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9" h="1315795">
                  <a:moveTo>
                    <a:pt x="548750" y="0"/>
                  </a:moveTo>
                  <a:cubicBezTo>
                    <a:pt x="228595" y="97891"/>
                    <a:pt x="0" y="355502"/>
                    <a:pt x="0" y="657897"/>
                  </a:cubicBezTo>
                  <a:cubicBezTo>
                    <a:pt x="0" y="960289"/>
                    <a:pt x="228595" y="1217903"/>
                    <a:pt x="548750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57F07CB6-B531-0361-6D5E-8A2D79061917}"/>
                </a:ext>
              </a:extLst>
            </p:cNvPr>
            <p:cNvSpPr/>
            <p:nvPr/>
          </p:nvSpPr>
          <p:spPr>
            <a:xfrm>
              <a:off x="21060604" y="5034136"/>
              <a:ext cx="11528" cy="1657822"/>
            </a:xfrm>
            <a:custGeom>
              <a:avLst/>
              <a:gdLst>
                <a:gd name="connsiteX0" fmla="*/ 0 w 11528"/>
                <a:gd name="connsiteY0" fmla="*/ 0 h 1657822"/>
                <a:gd name="connsiteX1" fmla="*/ 0 w 11528"/>
                <a:gd name="connsiteY1" fmla="*/ 1657823 h 165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8" h="1657822">
                  <a:moveTo>
                    <a:pt x="0" y="0"/>
                  </a:moveTo>
                  <a:lnTo>
                    <a:pt x="0" y="1657823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E5D7316F-53CF-D513-0555-8DA2A9519045}"/>
                </a:ext>
              </a:extLst>
            </p:cNvPr>
            <p:cNvSpPr/>
            <p:nvPr/>
          </p:nvSpPr>
          <p:spPr>
            <a:xfrm>
              <a:off x="21004184" y="5030115"/>
              <a:ext cx="110498" cy="55095"/>
            </a:xfrm>
            <a:custGeom>
              <a:avLst/>
              <a:gdLst>
                <a:gd name="connsiteX0" fmla="*/ 110498 w 110498"/>
                <a:gd name="connsiteY0" fmla="*/ 55096 h 55095"/>
                <a:gd name="connsiteX1" fmla="*/ 55255 w 110498"/>
                <a:gd name="connsiteY1" fmla="*/ 0 h 55095"/>
                <a:gd name="connsiteX2" fmla="*/ 0 w 110498"/>
                <a:gd name="connsiteY2" fmla="*/ 55096 h 5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8" h="55095">
                  <a:moveTo>
                    <a:pt x="110498" y="55096"/>
                  </a:moveTo>
                  <a:lnTo>
                    <a:pt x="55255" y="0"/>
                  </a:lnTo>
                  <a:lnTo>
                    <a:pt x="0" y="55096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34" name="Группа 233">
            <a:extLst>
              <a:ext uri="{FF2B5EF4-FFF2-40B4-BE49-F238E27FC236}">
                <a16:creationId xmlns:a16="http://schemas.microsoft.com/office/drawing/2014/main" id="{AD8D872F-854C-21A1-B6DB-F66A8F2EE78B}"/>
              </a:ext>
            </a:extLst>
          </p:cNvPr>
          <p:cNvGrpSpPr/>
          <p:nvPr userDrawn="1"/>
        </p:nvGrpSpPr>
        <p:grpSpPr>
          <a:xfrm>
            <a:off x="6515568" y="2539397"/>
            <a:ext cx="2168111" cy="778318"/>
            <a:chOff x="13032832" y="5078794"/>
            <a:chExt cx="4336787" cy="1556635"/>
          </a:xfrm>
        </p:grpSpPr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6F1A06F6-7015-7E09-73BB-5E1574307682}"/>
                </a:ext>
              </a:extLst>
            </p:cNvPr>
            <p:cNvSpPr/>
            <p:nvPr/>
          </p:nvSpPr>
          <p:spPr>
            <a:xfrm>
              <a:off x="13099764" y="5078794"/>
              <a:ext cx="2963148" cy="1556635"/>
            </a:xfrm>
            <a:custGeom>
              <a:avLst/>
              <a:gdLst>
                <a:gd name="connsiteX0" fmla="*/ 2963148 w 2963148"/>
                <a:gd name="connsiteY0" fmla="*/ 1556636 h 1556635"/>
                <a:gd name="connsiteX1" fmla="*/ 2116679 w 2963148"/>
                <a:gd name="connsiteY1" fmla="*/ 0 h 1556635"/>
                <a:gd name="connsiteX2" fmla="*/ 1270314 w 2963148"/>
                <a:gd name="connsiteY2" fmla="*/ 1556636 h 1556635"/>
                <a:gd name="connsiteX3" fmla="*/ 423840 w 2963148"/>
                <a:gd name="connsiteY3" fmla="*/ 0 h 1556635"/>
                <a:gd name="connsiteX4" fmla="*/ 0 w 2963148"/>
                <a:gd name="connsiteY4" fmla="*/ 78038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3148" h="1556635">
                  <a:moveTo>
                    <a:pt x="2963148" y="1556636"/>
                  </a:moveTo>
                  <a:cubicBezTo>
                    <a:pt x="2539919" y="1556636"/>
                    <a:pt x="2539919" y="0"/>
                    <a:pt x="2116679" y="0"/>
                  </a:cubicBezTo>
                  <a:cubicBezTo>
                    <a:pt x="1693439" y="0"/>
                    <a:pt x="1693554" y="1556636"/>
                    <a:pt x="1270314" y="1556636"/>
                  </a:cubicBezTo>
                  <a:cubicBezTo>
                    <a:pt x="847077" y="1556636"/>
                    <a:pt x="847077" y="0"/>
                    <a:pt x="423840" y="0"/>
                  </a:cubicBezTo>
                  <a:cubicBezTo>
                    <a:pt x="211847" y="0"/>
                    <a:pt x="106011" y="390541"/>
                    <a:pt x="0" y="78038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6" name="Полилиния 235">
              <a:extLst>
                <a:ext uri="{FF2B5EF4-FFF2-40B4-BE49-F238E27FC236}">
                  <a16:creationId xmlns:a16="http://schemas.microsoft.com/office/drawing/2014/main" id="{292F0B17-2466-F13C-CCE0-F0E7432D17BA}"/>
                </a:ext>
              </a:extLst>
            </p:cNvPr>
            <p:cNvSpPr/>
            <p:nvPr/>
          </p:nvSpPr>
          <p:spPr>
            <a:xfrm>
              <a:off x="13516380" y="5078794"/>
              <a:ext cx="3808915" cy="1556635"/>
            </a:xfrm>
            <a:custGeom>
              <a:avLst/>
              <a:gdLst>
                <a:gd name="connsiteX0" fmla="*/ 0 w 3808915"/>
                <a:gd name="connsiteY0" fmla="*/ 0 h 1556635"/>
                <a:gd name="connsiteX1" fmla="*/ 846371 w 3808915"/>
                <a:gd name="connsiteY1" fmla="*/ 1556636 h 1556635"/>
                <a:gd name="connsiteX2" fmla="*/ 1692840 w 3808915"/>
                <a:gd name="connsiteY2" fmla="*/ 0 h 1556635"/>
                <a:gd name="connsiteX3" fmla="*/ 2539309 w 3808915"/>
                <a:gd name="connsiteY3" fmla="*/ 1556636 h 1556635"/>
                <a:gd name="connsiteX4" fmla="*/ 3385686 w 3808915"/>
                <a:gd name="connsiteY4" fmla="*/ 0 h 1556635"/>
                <a:gd name="connsiteX5" fmla="*/ 3808915 w 3808915"/>
                <a:gd name="connsiteY5" fmla="*/ 778318 h 15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08915" h="1556635">
                  <a:moveTo>
                    <a:pt x="0" y="0"/>
                  </a:moveTo>
                  <a:cubicBezTo>
                    <a:pt x="423237" y="0"/>
                    <a:pt x="423237" y="1556636"/>
                    <a:pt x="846371" y="1556636"/>
                  </a:cubicBezTo>
                  <a:cubicBezTo>
                    <a:pt x="1269496" y="1556636"/>
                    <a:pt x="1269600" y="0"/>
                    <a:pt x="1692840" y="0"/>
                  </a:cubicBezTo>
                  <a:cubicBezTo>
                    <a:pt x="2116081" y="0"/>
                    <a:pt x="2116081" y="1556636"/>
                    <a:pt x="2539309" y="1556636"/>
                  </a:cubicBezTo>
                  <a:cubicBezTo>
                    <a:pt x="2962550" y="1556636"/>
                    <a:pt x="2962446" y="0"/>
                    <a:pt x="3385686" y="0"/>
                  </a:cubicBezTo>
                  <a:cubicBezTo>
                    <a:pt x="3597301" y="0"/>
                    <a:pt x="3703114" y="389159"/>
                    <a:pt x="3808915" y="778318"/>
                  </a:cubicBezTo>
                </a:path>
              </a:pathLst>
            </a:custGeom>
            <a:noFill/>
            <a:ln w="11500" cap="flat">
              <a:solidFill>
                <a:srgbClr val="775AFF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92960F0A-FC6A-0996-D175-F9FCD163BC15}"/>
                </a:ext>
              </a:extLst>
            </p:cNvPr>
            <p:cNvSpPr/>
            <p:nvPr/>
          </p:nvSpPr>
          <p:spPr>
            <a:xfrm>
              <a:off x="13093194" y="5859658"/>
              <a:ext cx="4232158" cy="11493"/>
            </a:xfrm>
            <a:custGeom>
              <a:avLst/>
              <a:gdLst>
                <a:gd name="connsiteX0" fmla="*/ 0 w 4232158"/>
                <a:gd name="connsiteY0" fmla="*/ 0 h 11493"/>
                <a:gd name="connsiteX1" fmla="*/ 4232159 w 4232158"/>
                <a:gd name="connsiteY1" fmla="*/ 0 h 1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158" h="11493">
                  <a:moveTo>
                    <a:pt x="0" y="0"/>
                  </a:moveTo>
                  <a:lnTo>
                    <a:pt x="4232159" y="0"/>
                  </a:lnTo>
                </a:path>
              </a:pathLst>
            </a:custGeom>
            <a:ln w="115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6DB63F1E-B971-5379-5056-2B964B0FC854}"/>
                </a:ext>
              </a:extLst>
            </p:cNvPr>
            <p:cNvSpPr/>
            <p:nvPr/>
          </p:nvSpPr>
          <p:spPr>
            <a:xfrm>
              <a:off x="14725690" y="5796878"/>
              <a:ext cx="104603" cy="104378"/>
            </a:xfrm>
            <a:custGeom>
              <a:avLst/>
              <a:gdLst>
                <a:gd name="connsiteX0" fmla="*/ 52307 w 104603"/>
                <a:gd name="connsiteY0" fmla="*/ 104379 h 104378"/>
                <a:gd name="connsiteX1" fmla="*/ 104604 w 104603"/>
                <a:gd name="connsiteY1" fmla="*/ 52190 h 104378"/>
                <a:gd name="connsiteX2" fmla="*/ 52307 w 104603"/>
                <a:gd name="connsiteY2" fmla="*/ 0 h 104378"/>
                <a:gd name="connsiteX3" fmla="*/ 0 w 104603"/>
                <a:gd name="connsiteY3" fmla="*/ 52190 h 104378"/>
                <a:gd name="connsiteX4" fmla="*/ 52307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307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CCD02B5B-1D4A-A385-BCB0-34BFE84C90C7}"/>
                </a:ext>
              </a:extLst>
            </p:cNvPr>
            <p:cNvSpPr/>
            <p:nvPr/>
          </p:nvSpPr>
          <p:spPr>
            <a:xfrm>
              <a:off x="13879227" y="5796878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1" y="104379"/>
                    <a:pt x="104608" y="81012"/>
                    <a:pt x="104608" y="52190"/>
                  </a:cubicBezTo>
                  <a:cubicBezTo>
                    <a:pt x="104608" y="23367"/>
                    <a:pt x="81191" y="0"/>
                    <a:pt x="52304" y="0"/>
                  </a:cubicBezTo>
                  <a:cubicBezTo>
                    <a:pt x="23417" y="0"/>
                    <a:pt x="0" y="23367"/>
                    <a:pt x="0" y="52190"/>
                  </a:cubicBezTo>
                  <a:cubicBezTo>
                    <a:pt x="0" y="81012"/>
                    <a:pt x="23417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DD07A308-0275-C2AC-1390-07350921BF84}"/>
                </a:ext>
              </a:extLst>
            </p:cNvPr>
            <p:cNvSpPr/>
            <p:nvPr/>
          </p:nvSpPr>
          <p:spPr>
            <a:xfrm>
              <a:off x="13032832" y="5796879"/>
              <a:ext cx="104608" cy="104378"/>
            </a:xfrm>
            <a:custGeom>
              <a:avLst/>
              <a:gdLst>
                <a:gd name="connsiteX0" fmla="*/ 52304 w 104608"/>
                <a:gd name="connsiteY0" fmla="*/ 104379 h 104378"/>
                <a:gd name="connsiteX1" fmla="*/ 104608 w 104608"/>
                <a:gd name="connsiteY1" fmla="*/ 52190 h 104378"/>
                <a:gd name="connsiteX2" fmla="*/ 52304 w 104608"/>
                <a:gd name="connsiteY2" fmla="*/ 0 h 104378"/>
                <a:gd name="connsiteX3" fmla="*/ 0 w 104608"/>
                <a:gd name="connsiteY3" fmla="*/ 52190 h 104378"/>
                <a:gd name="connsiteX4" fmla="*/ 52304 w 104608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8" h="104378">
                  <a:moveTo>
                    <a:pt x="52304" y="104379"/>
                  </a:moveTo>
                  <a:cubicBezTo>
                    <a:pt x="81192" y="104379"/>
                    <a:pt x="104608" y="81012"/>
                    <a:pt x="104608" y="52190"/>
                  </a:cubicBezTo>
                  <a:cubicBezTo>
                    <a:pt x="104608" y="23367"/>
                    <a:pt x="81192" y="0"/>
                    <a:pt x="52304" y="0"/>
                  </a:cubicBezTo>
                  <a:cubicBezTo>
                    <a:pt x="23416" y="0"/>
                    <a:pt x="0" y="23367"/>
                    <a:pt x="0" y="52190"/>
                  </a:cubicBezTo>
                  <a:cubicBezTo>
                    <a:pt x="0" y="81012"/>
                    <a:pt x="23416" y="104379"/>
                    <a:pt x="52304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CFFAE746-2389-E2F0-8BBA-AB2A8A723258}"/>
                </a:ext>
              </a:extLst>
            </p:cNvPr>
            <p:cNvSpPr/>
            <p:nvPr/>
          </p:nvSpPr>
          <p:spPr>
            <a:xfrm>
              <a:off x="16441608" y="5819864"/>
              <a:ext cx="74677" cy="74520"/>
            </a:xfrm>
            <a:custGeom>
              <a:avLst/>
              <a:gdLst>
                <a:gd name="connsiteX0" fmla="*/ 37333 w 74677"/>
                <a:gd name="connsiteY0" fmla="*/ 74520 h 74520"/>
                <a:gd name="connsiteX1" fmla="*/ 74677 w 74677"/>
                <a:gd name="connsiteY1" fmla="*/ 37259 h 74520"/>
                <a:gd name="connsiteX2" fmla="*/ 37333 w 74677"/>
                <a:gd name="connsiteY2" fmla="*/ 0 h 74520"/>
                <a:gd name="connsiteX3" fmla="*/ 0 w 74677"/>
                <a:gd name="connsiteY3" fmla="*/ 37259 h 74520"/>
                <a:gd name="connsiteX4" fmla="*/ 37333 w 74677"/>
                <a:gd name="connsiteY4" fmla="*/ 74520 h 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77" h="74520">
                  <a:moveTo>
                    <a:pt x="37333" y="74520"/>
                  </a:moveTo>
                  <a:cubicBezTo>
                    <a:pt x="57963" y="74520"/>
                    <a:pt x="74677" y="57838"/>
                    <a:pt x="74677" y="37259"/>
                  </a:cubicBezTo>
                  <a:cubicBezTo>
                    <a:pt x="74677" y="16682"/>
                    <a:pt x="57963" y="0"/>
                    <a:pt x="37333" y="0"/>
                  </a:cubicBezTo>
                  <a:cubicBezTo>
                    <a:pt x="16714" y="0"/>
                    <a:pt x="0" y="16682"/>
                    <a:pt x="0" y="37259"/>
                  </a:cubicBezTo>
                  <a:cubicBezTo>
                    <a:pt x="0" y="57838"/>
                    <a:pt x="16714" y="74520"/>
                    <a:pt x="37333" y="74520"/>
                  </a:cubicBezTo>
                  <a:close/>
                </a:path>
              </a:pathLst>
            </a:custGeom>
            <a:solidFill>
              <a:srgbClr val="775AFF"/>
            </a:solidFill>
            <a:ln w="11500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5608BAFF-1229-90B3-FBF2-218BCE454E4C}"/>
                </a:ext>
              </a:extLst>
            </p:cNvPr>
            <p:cNvSpPr/>
            <p:nvPr/>
          </p:nvSpPr>
          <p:spPr>
            <a:xfrm>
              <a:off x="155762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4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4" y="81012"/>
                    <a:pt x="104604" y="52190"/>
                  </a:cubicBezTo>
                  <a:cubicBezTo>
                    <a:pt x="104604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0248EB2B-FDAD-A4BB-522D-0BD5676C263B}"/>
                </a:ext>
              </a:extLst>
            </p:cNvPr>
            <p:cNvSpPr/>
            <p:nvPr/>
          </p:nvSpPr>
          <p:spPr>
            <a:xfrm>
              <a:off x="16418571" y="5796878"/>
              <a:ext cx="104603" cy="104378"/>
            </a:xfrm>
            <a:custGeom>
              <a:avLst/>
              <a:gdLst>
                <a:gd name="connsiteX0" fmla="*/ 52296 w 104603"/>
                <a:gd name="connsiteY0" fmla="*/ 104379 h 104378"/>
                <a:gd name="connsiteX1" fmla="*/ 104603 w 104603"/>
                <a:gd name="connsiteY1" fmla="*/ 52190 h 104378"/>
                <a:gd name="connsiteX2" fmla="*/ 52296 w 104603"/>
                <a:gd name="connsiteY2" fmla="*/ 0 h 104378"/>
                <a:gd name="connsiteX3" fmla="*/ 0 w 104603"/>
                <a:gd name="connsiteY3" fmla="*/ 52190 h 104378"/>
                <a:gd name="connsiteX4" fmla="*/ 52296 w 104603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03" h="104378">
                  <a:moveTo>
                    <a:pt x="52296" y="104379"/>
                  </a:moveTo>
                  <a:cubicBezTo>
                    <a:pt x="81186" y="104379"/>
                    <a:pt x="104603" y="81012"/>
                    <a:pt x="104603" y="52190"/>
                  </a:cubicBezTo>
                  <a:cubicBezTo>
                    <a:pt x="104603" y="23367"/>
                    <a:pt x="81186" y="0"/>
                    <a:pt x="52296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296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F2241D5B-ADEC-F157-BAA4-D1FE5E652929}"/>
                </a:ext>
              </a:extLst>
            </p:cNvPr>
            <p:cNvSpPr/>
            <p:nvPr/>
          </p:nvSpPr>
          <p:spPr>
            <a:xfrm>
              <a:off x="17265005" y="5796878"/>
              <a:ext cx="104614" cy="104378"/>
            </a:xfrm>
            <a:custGeom>
              <a:avLst/>
              <a:gdLst>
                <a:gd name="connsiteX0" fmla="*/ 52307 w 104614"/>
                <a:gd name="connsiteY0" fmla="*/ 104379 h 104378"/>
                <a:gd name="connsiteX1" fmla="*/ 104615 w 104614"/>
                <a:gd name="connsiteY1" fmla="*/ 52190 h 104378"/>
                <a:gd name="connsiteX2" fmla="*/ 52307 w 104614"/>
                <a:gd name="connsiteY2" fmla="*/ 0 h 104378"/>
                <a:gd name="connsiteX3" fmla="*/ 0 w 104614"/>
                <a:gd name="connsiteY3" fmla="*/ 52190 h 104378"/>
                <a:gd name="connsiteX4" fmla="*/ 52307 w 104614"/>
                <a:gd name="connsiteY4" fmla="*/ 104379 h 10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14" h="104378">
                  <a:moveTo>
                    <a:pt x="52307" y="104379"/>
                  </a:moveTo>
                  <a:cubicBezTo>
                    <a:pt x="81197" y="104379"/>
                    <a:pt x="104615" y="81012"/>
                    <a:pt x="104615" y="52190"/>
                  </a:cubicBezTo>
                  <a:cubicBezTo>
                    <a:pt x="104615" y="23367"/>
                    <a:pt x="81197" y="0"/>
                    <a:pt x="52307" y="0"/>
                  </a:cubicBezTo>
                  <a:cubicBezTo>
                    <a:pt x="23418" y="0"/>
                    <a:pt x="0" y="23367"/>
                    <a:pt x="0" y="52190"/>
                  </a:cubicBezTo>
                  <a:cubicBezTo>
                    <a:pt x="0" y="81012"/>
                    <a:pt x="23418" y="104379"/>
                    <a:pt x="52307" y="104379"/>
                  </a:cubicBezTo>
                  <a:close/>
                </a:path>
              </a:pathLst>
            </a:custGeom>
            <a:solidFill>
              <a:srgbClr val="E6E6E6"/>
            </a:solidFill>
            <a:ln w="460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45" name="Группа 244">
            <a:extLst>
              <a:ext uri="{FF2B5EF4-FFF2-40B4-BE49-F238E27FC236}">
                <a16:creationId xmlns:a16="http://schemas.microsoft.com/office/drawing/2014/main" id="{B8442C6B-AFCC-23D1-6417-7F49455071E0}"/>
              </a:ext>
            </a:extLst>
          </p:cNvPr>
          <p:cNvGrpSpPr/>
          <p:nvPr userDrawn="1"/>
        </p:nvGrpSpPr>
        <p:grpSpPr>
          <a:xfrm>
            <a:off x="634492" y="2574756"/>
            <a:ext cx="2156157" cy="711749"/>
            <a:chOff x="1269149" y="5149511"/>
            <a:chExt cx="4312875" cy="1423498"/>
          </a:xfrm>
        </p:grpSpPr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59416FFB-9F5D-E0C3-DDF0-9CDEA8499B77}"/>
                </a:ext>
              </a:extLst>
            </p:cNvPr>
            <p:cNvSpPr/>
            <p:nvPr/>
          </p:nvSpPr>
          <p:spPr>
            <a:xfrm>
              <a:off x="197096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1" y="1423498"/>
                    <a:pt x="0" y="1104837"/>
                    <a:pt x="0" y="711749"/>
                  </a:cubicBezTo>
                  <a:cubicBezTo>
                    <a:pt x="0" y="318661"/>
                    <a:pt x="320721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5E246B9F-D075-F451-3580-291D30164EC3}"/>
                </a:ext>
              </a:extLst>
            </p:cNvPr>
            <p:cNvSpPr/>
            <p:nvPr/>
          </p:nvSpPr>
          <p:spPr>
            <a:xfrm>
              <a:off x="126914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0" y="1423498"/>
                    <a:pt x="0" y="1104837"/>
                    <a:pt x="0" y="711749"/>
                  </a:cubicBezTo>
                  <a:cubicBezTo>
                    <a:pt x="0" y="318661"/>
                    <a:pt x="320720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54E45EB7-A646-59B9-B473-B0CA8F6EDD76}"/>
                </a:ext>
              </a:extLst>
            </p:cNvPr>
            <p:cNvSpPr/>
            <p:nvPr/>
          </p:nvSpPr>
          <p:spPr>
            <a:xfrm>
              <a:off x="2701833" y="5149511"/>
              <a:ext cx="1424393" cy="1423498"/>
            </a:xfrm>
            <a:custGeom>
              <a:avLst/>
              <a:gdLst>
                <a:gd name="connsiteX0" fmla="*/ 1424393 w 1424393"/>
                <a:gd name="connsiteY0" fmla="*/ 711749 h 1423498"/>
                <a:gd name="connsiteX1" fmla="*/ 712197 w 1424393"/>
                <a:gd name="connsiteY1" fmla="*/ 1423498 h 1423498"/>
                <a:gd name="connsiteX2" fmla="*/ 0 w 1424393"/>
                <a:gd name="connsiteY2" fmla="*/ 711749 h 1423498"/>
                <a:gd name="connsiteX3" fmla="*/ 712197 w 1424393"/>
                <a:gd name="connsiteY3" fmla="*/ 0 h 1423498"/>
                <a:gd name="connsiteX4" fmla="*/ 1424393 w 1424393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393" h="1423498">
                  <a:moveTo>
                    <a:pt x="1424393" y="711749"/>
                  </a:moveTo>
                  <a:cubicBezTo>
                    <a:pt x="1424393" y="1104837"/>
                    <a:pt x="1105532" y="1423498"/>
                    <a:pt x="712197" y="1423498"/>
                  </a:cubicBezTo>
                  <a:cubicBezTo>
                    <a:pt x="318861" y="1423498"/>
                    <a:pt x="0" y="1104837"/>
                    <a:pt x="0" y="711749"/>
                  </a:cubicBezTo>
                  <a:cubicBezTo>
                    <a:pt x="0" y="318661"/>
                    <a:pt x="318861" y="0"/>
                    <a:pt x="712197" y="0"/>
                  </a:cubicBezTo>
                  <a:cubicBezTo>
                    <a:pt x="1105532" y="0"/>
                    <a:pt x="1424393" y="318661"/>
                    <a:pt x="1424393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3DC34D4F-8727-3292-8872-11B218677413}"/>
                </a:ext>
              </a:extLst>
            </p:cNvPr>
            <p:cNvSpPr/>
            <p:nvPr/>
          </p:nvSpPr>
          <p:spPr>
            <a:xfrm>
              <a:off x="3411942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E143BFEA-6A28-D26C-B1AF-314AE5FF37C9}"/>
                </a:ext>
              </a:extLst>
            </p:cNvPr>
            <p:cNvSpPr/>
            <p:nvPr/>
          </p:nvSpPr>
          <p:spPr>
            <a:xfrm>
              <a:off x="4130388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10C7C1E9-F85B-C726-3446-5D6D75A1BB69}"/>
                </a:ext>
              </a:extLst>
            </p:cNvPr>
            <p:cNvSpPr/>
            <p:nvPr/>
          </p:nvSpPr>
          <p:spPr>
            <a:xfrm rot="10800000" flipV="1">
              <a:off x="2649292" y="5818680"/>
              <a:ext cx="104697" cy="104327"/>
            </a:xfrm>
            <a:custGeom>
              <a:avLst/>
              <a:gdLst>
                <a:gd name="connsiteX0" fmla="*/ 104821 w 104697"/>
                <a:gd name="connsiteY0" fmla="*/ 52226 h 104327"/>
                <a:gd name="connsiteX1" fmla="*/ 52472 w 104697"/>
                <a:gd name="connsiteY1" fmla="*/ 104390 h 104327"/>
                <a:gd name="connsiteX2" fmla="*/ 123 w 104697"/>
                <a:gd name="connsiteY2" fmla="*/ 52226 h 104327"/>
                <a:gd name="connsiteX3" fmla="*/ 52472 w 104697"/>
                <a:gd name="connsiteY3" fmla="*/ 62 h 104327"/>
                <a:gd name="connsiteX4" fmla="*/ 104821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21" y="52226"/>
                  </a:moveTo>
                  <a:cubicBezTo>
                    <a:pt x="104821" y="81035"/>
                    <a:pt x="81383" y="104390"/>
                    <a:pt x="52472" y="104390"/>
                  </a:cubicBezTo>
                  <a:cubicBezTo>
                    <a:pt x="23560" y="104390"/>
                    <a:pt x="123" y="81035"/>
                    <a:pt x="123" y="52226"/>
                  </a:cubicBezTo>
                  <a:cubicBezTo>
                    <a:pt x="123" y="23416"/>
                    <a:pt x="23560" y="62"/>
                    <a:pt x="52472" y="62"/>
                  </a:cubicBezTo>
                  <a:cubicBezTo>
                    <a:pt x="81383" y="62"/>
                    <a:pt x="104821" y="23416"/>
                    <a:pt x="104821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2" name="Полилиния 251">
              <a:extLst>
                <a:ext uri="{FF2B5EF4-FFF2-40B4-BE49-F238E27FC236}">
                  <a16:creationId xmlns:a16="http://schemas.microsoft.com/office/drawing/2014/main" id="{C5EEC085-7F9D-A020-3CBD-C9311AADFD7A}"/>
                </a:ext>
              </a:extLst>
            </p:cNvPr>
            <p:cNvSpPr/>
            <p:nvPr/>
          </p:nvSpPr>
          <p:spPr>
            <a:xfrm rot="10800000" flipV="1">
              <a:off x="2076178" y="5359341"/>
              <a:ext cx="104697" cy="104327"/>
            </a:xfrm>
            <a:custGeom>
              <a:avLst/>
              <a:gdLst>
                <a:gd name="connsiteX0" fmla="*/ 104771 w 104697"/>
                <a:gd name="connsiteY0" fmla="*/ 52186 h 104327"/>
                <a:gd name="connsiteX1" fmla="*/ 52422 w 104697"/>
                <a:gd name="connsiteY1" fmla="*/ 104350 h 104327"/>
                <a:gd name="connsiteX2" fmla="*/ 73 w 104697"/>
                <a:gd name="connsiteY2" fmla="*/ 52186 h 104327"/>
                <a:gd name="connsiteX3" fmla="*/ 52422 w 104697"/>
                <a:gd name="connsiteY3" fmla="*/ 22 h 104327"/>
                <a:gd name="connsiteX4" fmla="*/ 104771 w 104697"/>
                <a:gd name="connsiteY4" fmla="*/ 5218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71" y="52186"/>
                  </a:moveTo>
                  <a:cubicBezTo>
                    <a:pt x="104771" y="80995"/>
                    <a:pt x="81333" y="104350"/>
                    <a:pt x="52422" y="104350"/>
                  </a:cubicBezTo>
                  <a:cubicBezTo>
                    <a:pt x="23510" y="104350"/>
                    <a:pt x="73" y="80995"/>
                    <a:pt x="73" y="52186"/>
                  </a:cubicBezTo>
                  <a:cubicBezTo>
                    <a:pt x="73" y="23376"/>
                    <a:pt x="23510" y="22"/>
                    <a:pt x="52422" y="22"/>
                  </a:cubicBezTo>
                  <a:cubicBezTo>
                    <a:pt x="81333" y="22"/>
                    <a:pt x="104771" y="23376"/>
                    <a:pt x="104771" y="5218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094A838B-5D96-FEE0-8399-FD77CE47813B}"/>
                </a:ext>
              </a:extLst>
            </p:cNvPr>
            <p:cNvSpPr/>
            <p:nvPr/>
          </p:nvSpPr>
          <p:spPr>
            <a:xfrm rot="10800000" flipV="1">
              <a:off x="1498990" y="6377312"/>
              <a:ext cx="104697" cy="104327"/>
            </a:xfrm>
            <a:custGeom>
              <a:avLst/>
              <a:gdLst>
                <a:gd name="connsiteX0" fmla="*/ 104721 w 104697"/>
                <a:gd name="connsiteY0" fmla="*/ 52274 h 104327"/>
                <a:gd name="connsiteX1" fmla="*/ 52372 w 104697"/>
                <a:gd name="connsiteY1" fmla="*/ 104438 h 104327"/>
                <a:gd name="connsiteX2" fmla="*/ 23 w 104697"/>
                <a:gd name="connsiteY2" fmla="*/ 52274 h 104327"/>
                <a:gd name="connsiteX3" fmla="*/ 52372 w 104697"/>
                <a:gd name="connsiteY3" fmla="*/ 110 h 104327"/>
                <a:gd name="connsiteX4" fmla="*/ 104721 w 104697"/>
                <a:gd name="connsiteY4" fmla="*/ 52274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21" y="52274"/>
                  </a:moveTo>
                  <a:cubicBezTo>
                    <a:pt x="104721" y="81084"/>
                    <a:pt x="81283" y="104438"/>
                    <a:pt x="52372" y="104438"/>
                  </a:cubicBezTo>
                  <a:cubicBezTo>
                    <a:pt x="23460" y="104438"/>
                    <a:pt x="23" y="81084"/>
                    <a:pt x="23" y="52274"/>
                  </a:cubicBezTo>
                  <a:cubicBezTo>
                    <a:pt x="23" y="23465"/>
                    <a:pt x="23460" y="110"/>
                    <a:pt x="52372" y="110"/>
                  </a:cubicBezTo>
                  <a:cubicBezTo>
                    <a:pt x="81283" y="110"/>
                    <a:pt x="104721" y="23465"/>
                    <a:pt x="104721" y="52274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1D23CACF-401F-205A-8394-30B1881EF974}"/>
                </a:ext>
              </a:extLst>
            </p:cNvPr>
            <p:cNvSpPr/>
            <p:nvPr/>
          </p:nvSpPr>
          <p:spPr>
            <a:xfrm rot="10800000" flipV="1">
              <a:off x="4763020" y="6042130"/>
              <a:ext cx="104697" cy="104327"/>
            </a:xfrm>
            <a:custGeom>
              <a:avLst/>
              <a:gdLst>
                <a:gd name="connsiteX0" fmla="*/ 105004 w 104697"/>
                <a:gd name="connsiteY0" fmla="*/ 52245 h 104327"/>
                <a:gd name="connsiteX1" fmla="*/ 52655 w 104697"/>
                <a:gd name="connsiteY1" fmla="*/ 104409 h 104327"/>
                <a:gd name="connsiteX2" fmla="*/ 306 w 104697"/>
                <a:gd name="connsiteY2" fmla="*/ 52245 h 104327"/>
                <a:gd name="connsiteX3" fmla="*/ 52655 w 104697"/>
                <a:gd name="connsiteY3" fmla="*/ 81 h 104327"/>
                <a:gd name="connsiteX4" fmla="*/ 105004 w 104697"/>
                <a:gd name="connsiteY4" fmla="*/ 52245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04" y="52245"/>
                  </a:moveTo>
                  <a:cubicBezTo>
                    <a:pt x="105004" y="81054"/>
                    <a:pt x="81567" y="104409"/>
                    <a:pt x="52655" y="104409"/>
                  </a:cubicBezTo>
                  <a:cubicBezTo>
                    <a:pt x="23743" y="104409"/>
                    <a:pt x="306" y="81054"/>
                    <a:pt x="306" y="52245"/>
                  </a:cubicBezTo>
                  <a:cubicBezTo>
                    <a:pt x="306" y="23436"/>
                    <a:pt x="23743" y="81"/>
                    <a:pt x="52655" y="81"/>
                  </a:cubicBezTo>
                  <a:cubicBezTo>
                    <a:pt x="81567" y="81"/>
                    <a:pt x="105004" y="23436"/>
                    <a:pt x="105004" y="52245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5FBCDFCD-DFA6-C96A-7F30-F9ED1B91A3F0}"/>
                </a:ext>
              </a:extLst>
            </p:cNvPr>
            <p:cNvSpPr/>
            <p:nvPr/>
          </p:nvSpPr>
          <p:spPr>
            <a:xfrm rot="10800000" flipV="1">
              <a:off x="5477327" y="5603493"/>
              <a:ext cx="104697" cy="104327"/>
            </a:xfrm>
            <a:custGeom>
              <a:avLst/>
              <a:gdLst>
                <a:gd name="connsiteX0" fmla="*/ 105066 w 104697"/>
                <a:gd name="connsiteY0" fmla="*/ 52207 h 104327"/>
                <a:gd name="connsiteX1" fmla="*/ 52717 w 104697"/>
                <a:gd name="connsiteY1" fmla="*/ 104371 h 104327"/>
                <a:gd name="connsiteX2" fmla="*/ 368 w 104697"/>
                <a:gd name="connsiteY2" fmla="*/ 52207 h 104327"/>
                <a:gd name="connsiteX3" fmla="*/ 52717 w 104697"/>
                <a:gd name="connsiteY3" fmla="*/ 43 h 104327"/>
                <a:gd name="connsiteX4" fmla="*/ 105066 w 104697"/>
                <a:gd name="connsiteY4" fmla="*/ 52207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66" y="52207"/>
                  </a:moveTo>
                  <a:cubicBezTo>
                    <a:pt x="105066" y="81016"/>
                    <a:pt x="81628" y="104371"/>
                    <a:pt x="52717" y="104371"/>
                  </a:cubicBezTo>
                  <a:cubicBezTo>
                    <a:pt x="23805" y="104371"/>
                    <a:pt x="368" y="81016"/>
                    <a:pt x="368" y="52207"/>
                  </a:cubicBezTo>
                  <a:cubicBezTo>
                    <a:pt x="368" y="23397"/>
                    <a:pt x="23805" y="43"/>
                    <a:pt x="52717" y="43"/>
                  </a:cubicBezTo>
                  <a:cubicBezTo>
                    <a:pt x="81628" y="43"/>
                    <a:pt x="105066" y="23397"/>
                    <a:pt x="105066" y="52207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0BA9E645-E0B0-1052-A9EE-F0F140A6B166}"/>
                </a:ext>
              </a:extLst>
            </p:cNvPr>
            <p:cNvSpPr/>
            <p:nvPr/>
          </p:nvSpPr>
          <p:spPr>
            <a:xfrm rot="10800000" flipV="1">
              <a:off x="3363564" y="5818680"/>
              <a:ext cx="104697" cy="104327"/>
            </a:xfrm>
            <a:custGeom>
              <a:avLst/>
              <a:gdLst>
                <a:gd name="connsiteX0" fmla="*/ 104883 w 104697"/>
                <a:gd name="connsiteY0" fmla="*/ 52226 h 104327"/>
                <a:gd name="connsiteX1" fmla="*/ 52534 w 104697"/>
                <a:gd name="connsiteY1" fmla="*/ 104390 h 104327"/>
                <a:gd name="connsiteX2" fmla="*/ 185 w 104697"/>
                <a:gd name="connsiteY2" fmla="*/ 52226 h 104327"/>
                <a:gd name="connsiteX3" fmla="*/ 52534 w 104697"/>
                <a:gd name="connsiteY3" fmla="*/ 62 h 104327"/>
                <a:gd name="connsiteX4" fmla="*/ 104883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83" y="52226"/>
                  </a:moveTo>
                  <a:cubicBezTo>
                    <a:pt x="104883" y="81035"/>
                    <a:pt x="81445" y="104390"/>
                    <a:pt x="52534" y="104390"/>
                  </a:cubicBezTo>
                  <a:cubicBezTo>
                    <a:pt x="23622" y="104390"/>
                    <a:pt x="185" y="81035"/>
                    <a:pt x="185" y="52226"/>
                  </a:cubicBezTo>
                  <a:cubicBezTo>
                    <a:pt x="185" y="23416"/>
                    <a:pt x="23622" y="62"/>
                    <a:pt x="52534" y="62"/>
                  </a:cubicBezTo>
                  <a:cubicBezTo>
                    <a:pt x="81445" y="62"/>
                    <a:pt x="104883" y="23416"/>
                    <a:pt x="104883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E460339A-4310-D3F6-CB96-D2C7B84EE399}"/>
                </a:ext>
              </a:extLst>
            </p:cNvPr>
            <p:cNvSpPr/>
            <p:nvPr/>
          </p:nvSpPr>
          <p:spPr>
            <a:xfrm rot="10800000" flipV="1">
              <a:off x="4077836" y="5818680"/>
              <a:ext cx="104697" cy="104327"/>
            </a:xfrm>
            <a:custGeom>
              <a:avLst/>
              <a:gdLst>
                <a:gd name="connsiteX0" fmla="*/ 104945 w 104697"/>
                <a:gd name="connsiteY0" fmla="*/ 52226 h 104327"/>
                <a:gd name="connsiteX1" fmla="*/ 52596 w 104697"/>
                <a:gd name="connsiteY1" fmla="*/ 104390 h 104327"/>
                <a:gd name="connsiteX2" fmla="*/ 247 w 104697"/>
                <a:gd name="connsiteY2" fmla="*/ 52226 h 104327"/>
                <a:gd name="connsiteX3" fmla="*/ 52596 w 104697"/>
                <a:gd name="connsiteY3" fmla="*/ 62 h 104327"/>
                <a:gd name="connsiteX4" fmla="*/ 104945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945" y="52226"/>
                  </a:moveTo>
                  <a:cubicBezTo>
                    <a:pt x="104945" y="81035"/>
                    <a:pt x="81507" y="104390"/>
                    <a:pt x="52596" y="104390"/>
                  </a:cubicBezTo>
                  <a:cubicBezTo>
                    <a:pt x="23684" y="104390"/>
                    <a:pt x="247" y="81035"/>
                    <a:pt x="247" y="52226"/>
                  </a:cubicBezTo>
                  <a:cubicBezTo>
                    <a:pt x="247" y="23416"/>
                    <a:pt x="23684" y="62"/>
                    <a:pt x="52596" y="62"/>
                  </a:cubicBezTo>
                  <a:cubicBezTo>
                    <a:pt x="81507" y="62"/>
                    <a:pt x="104945" y="23416"/>
                    <a:pt x="104945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58" name="Text 3">
            <a:hlinkClick r:id="rId2"/>
            <a:extLst>
              <a:ext uri="{FF2B5EF4-FFF2-40B4-BE49-F238E27FC236}">
                <a16:creationId xmlns:a16="http://schemas.microsoft.com/office/drawing/2014/main" id="{92A1D86A-6E0A-12C7-74CB-DAFC7556626B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18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770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499B1-4F56-9A30-5973-87EB96B63F56}"/>
              </a:ext>
            </a:extLst>
          </p:cNvPr>
          <p:cNvSpPr txBox="1"/>
          <p:nvPr userDrawn="1"/>
        </p:nvSpPr>
        <p:spPr>
          <a:xfrm>
            <a:off x="609596" y="408890"/>
            <a:ext cx="9475200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3999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3" name="Text 3">
            <a:hlinkClick r:id="rId2"/>
            <a:extLst>
              <a:ext uri="{FF2B5EF4-FFF2-40B4-BE49-F238E27FC236}">
                <a16:creationId xmlns:a16="http://schemas.microsoft.com/office/drawing/2014/main" id="{58794D2A-53CA-F559-313B-F231A82C399A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18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6E7629D-0C2A-2E1E-EE32-B9F36A6B77C8}"/>
              </a:ext>
            </a:extLst>
          </p:cNvPr>
          <p:cNvSpPr/>
          <p:nvPr userDrawn="1"/>
        </p:nvSpPr>
        <p:spPr>
          <a:xfrm>
            <a:off x="7994384" y="1219200"/>
            <a:ext cx="3580506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742847">
              <a:lnSpc>
                <a:spcPts val="2300"/>
              </a:lnSpc>
            </a:pPr>
            <a:r>
              <a:rPr lang="ru-RU" sz="18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при масштабировании – 2 </a:t>
            </a:r>
            <a:r>
              <a:rPr lang="ru-RU" sz="18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18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C9FE35D-5748-D385-21CB-8C3FC424C8B4}"/>
              </a:ext>
            </a:extLst>
          </p:cNvPr>
          <p:cNvGrpSpPr/>
          <p:nvPr userDrawn="1"/>
        </p:nvGrpSpPr>
        <p:grpSpPr>
          <a:xfrm>
            <a:off x="3647914" y="2490511"/>
            <a:ext cx="2015422" cy="1062267"/>
            <a:chOff x="7296778" y="4981021"/>
            <a:chExt cx="4031369" cy="2124533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4A985AD-0036-884A-7E0E-AD02DD0D8FF0}"/>
                </a:ext>
              </a:extLst>
            </p:cNvPr>
            <p:cNvSpPr/>
            <p:nvPr/>
          </p:nvSpPr>
          <p:spPr>
            <a:xfrm>
              <a:off x="7296778" y="5379608"/>
              <a:ext cx="779140" cy="1327352"/>
            </a:xfrm>
            <a:custGeom>
              <a:avLst/>
              <a:gdLst>
                <a:gd name="connsiteX0" fmla="*/ 779140 w 779140"/>
                <a:gd name="connsiteY0" fmla="*/ 265741 h 1327352"/>
                <a:gd name="connsiteX1" fmla="*/ 0 w 779140"/>
                <a:gd name="connsiteY1" fmla="*/ 0 h 1327352"/>
                <a:gd name="connsiteX2" fmla="*/ 0 w 779140"/>
                <a:gd name="connsiteY2" fmla="*/ 1327352 h 1327352"/>
                <a:gd name="connsiteX3" fmla="*/ 779140 w 779140"/>
                <a:gd name="connsiteY3" fmla="*/ 1224790 h 1327352"/>
                <a:gd name="connsiteX4" fmla="*/ 779140 w 779140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0" h="1327352">
                  <a:moveTo>
                    <a:pt x="779140" y="265741"/>
                  </a:moveTo>
                  <a:lnTo>
                    <a:pt x="0" y="0"/>
                  </a:lnTo>
                  <a:lnTo>
                    <a:pt x="0" y="1327352"/>
                  </a:lnTo>
                  <a:lnTo>
                    <a:pt x="779140" y="1224790"/>
                  </a:lnTo>
                  <a:lnTo>
                    <a:pt x="77914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5DC7C3A-C8DE-65CA-1338-ABAA93EE1C29}"/>
                </a:ext>
              </a:extLst>
            </p:cNvPr>
            <p:cNvSpPr/>
            <p:nvPr/>
          </p:nvSpPr>
          <p:spPr>
            <a:xfrm>
              <a:off x="10549002" y="5379608"/>
              <a:ext cx="779145" cy="1327352"/>
            </a:xfrm>
            <a:custGeom>
              <a:avLst/>
              <a:gdLst>
                <a:gd name="connsiteX0" fmla="*/ 0 w 779145"/>
                <a:gd name="connsiteY0" fmla="*/ 265741 h 1327352"/>
                <a:gd name="connsiteX1" fmla="*/ 779146 w 779145"/>
                <a:gd name="connsiteY1" fmla="*/ 0 h 1327352"/>
                <a:gd name="connsiteX2" fmla="*/ 779146 w 779145"/>
                <a:gd name="connsiteY2" fmla="*/ 1327352 h 1327352"/>
                <a:gd name="connsiteX3" fmla="*/ 0 w 779145"/>
                <a:gd name="connsiteY3" fmla="*/ 1224790 h 1327352"/>
                <a:gd name="connsiteX4" fmla="*/ 0 w 779145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327352">
                  <a:moveTo>
                    <a:pt x="0" y="265741"/>
                  </a:moveTo>
                  <a:lnTo>
                    <a:pt x="779146" y="0"/>
                  </a:lnTo>
                  <a:lnTo>
                    <a:pt x="779146" y="1327352"/>
                  </a:lnTo>
                  <a:lnTo>
                    <a:pt x="0" y="1224790"/>
                  </a:lnTo>
                  <a:lnTo>
                    <a:pt x="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49146FF-C1A8-2098-F333-607414C9F066}"/>
                </a:ext>
              </a:extLst>
            </p:cNvPr>
            <p:cNvSpPr/>
            <p:nvPr/>
          </p:nvSpPr>
          <p:spPr>
            <a:xfrm>
              <a:off x="9897738" y="5147426"/>
              <a:ext cx="779145" cy="1791722"/>
            </a:xfrm>
            <a:custGeom>
              <a:avLst/>
              <a:gdLst>
                <a:gd name="connsiteX0" fmla="*/ 0 w 779145"/>
                <a:gd name="connsiteY0" fmla="*/ 652724 h 1791722"/>
                <a:gd name="connsiteX1" fmla="*/ 779146 w 779145"/>
                <a:gd name="connsiteY1" fmla="*/ 0 h 1791722"/>
                <a:gd name="connsiteX2" fmla="*/ 779146 w 779145"/>
                <a:gd name="connsiteY2" fmla="*/ 1791723 h 1791722"/>
                <a:gd name="connsiteX3" fmla="*/ 0 w 779145"/>
                <a:gd name="connsiteY3" fmla="*/ 1302188 h 1791722"/>
                <a:gd name="connsiteX4" fmla="*/ 0 w 779145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791722">
                  <a:moveTo>
                    <a:pt x="0" y="652724"/>
                  </a:moveTo>
                  <a:lnTo>
                    <a:pt x="779146" y="0"/>
                  </a:lnTo>
                  <a:lnTo>
                    <a:pt x="779146" y="1791723"/>
                  </a:lnTo>
                  <a:lnTo>
                    <a:pt x="0" y="1302188"/>
                  </a:lnTo>
                  <a:lnTo>
                    <a:pt x="0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5F79E9D-2014-56DA-6957-E77DA816302A}"/>
                </a:ext>
              </a:extLst>
            </p:cNvPr>
            <p:cNvSpPr/>
            <p:nvPr/>
          </p:nvSpPr>
          <p:spPr>
            <a:xfrm>
              <a:off x="9308593" y="4988753"/>
              <a:ext cx="10900" cy="2087768"/>
            </a:xfrm>
            <a:custGeom>
              <a:avLst/>
              <a:gdLst>
                <a:gd name="connsiteX0" fmla="*/ 0 w 10900"/>
                <a:gd name="connsiteY0" fmla="*/ 0 h 2087768"/>
                <a:gd name="connsiteX1" fmla="*/ 0 w 10900"/>
                <a:gd name="connsiteY1" fmla="*/ 2087769 h 20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087768">
                  <a:moveTo>
                    <a:pt x="0" y="0"/>
                  </a:moveTo>
                  <a:lnTo>
                    <a:pt x="0" y="2087769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E96D4C13-B7EB-7BE2-426B-A79C0519A5E6}"/>
                </a:ext>
              </a:extLst>
            </p:cNvPr>
            <p:cNvSpPr/>
            <p:nvPr/>
          </p:nvSpPr>
          <p:spPr>
            <a:xfrm>
              <a:off x="9268644" y="4984887"/>
              <a:ext cx="82895" cy="41377"/>
            </a:xfrm>
            <a:custGeom>
              <a:avLst/>
              <a:gdLst>
                <a:gd name="connsiteX0" fmla="*/ 82896 w 82895"/>
                <a:gd name="connsiteY0" fmla="*/ 41378 h 41377"/>
                <a:gd name="connsiteX1" fmla="*/ 41443 w 82895"/>
                <a:gd name="connsiteY1" fmla="*/ 0 h 41377"/>
                <a:gd name="connsiteX2" fmla="*/ 0 w 82895"/>
                <a:gd name="connsiteY2" fmla="*/ 41378 h 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95" h="41377">
                  <a:moveTo>
                    <a:pt x="82896" y="41378"/>
                  </a:moveTo>
                  <a:lnTo>
                    <a:pt x="41443" y="0"/>
                  </a:lnTo>
                  <a:lnTo>
                    <a:pt x="0" y="41378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82847CE-B5FC-5D03-0562-224269CEA07F}"/>
                </a:ext>
              </a:extLst>
            </p:cNvPr>
            <p:cNvSpPr/>
            <p:nvPr/>
          </p:nvSpPr>
          <p:spPr>
            <a:xfrm>
              <a:off x="7548749" y="6095526"/>
              <a:ext cx="41446" cy="82757"/>
            </a:xfrm>
            <a:custGeom>
              <a:avLst/>
              <a:gdLst>
                <a:gd name="connsiteX0" fmla="*/ 41447 w 41446"/>
                <a:gd name="connsiteY0" fmla="*/ 0 h 82757"/>
                <a:gd name="connsiteX1" fmla="*/ 0 w 41446"/>
                <a:gd name="connsiteY1" fmla="*/ 41384 h 82757"/>
                <a:gd name="connsiteX2" fmla="*/ 41447 w 41446"/>
                <a:gd name="connsiteY2" fmla="*/ 82757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6" h="82757">
                  <a:moveTo>
                    <a:pt x="41447" y="0"/>
                  </a:moveTo>
                  <a:lnTo>
                    <a:pt x="0" y="41384"/>
                  </a:lnTo>
                  <a:lnTo>
                    <a:pt x="41447" y="82757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E66502A-B1BD-4ED6-7421-7A9763826274}"/>
                </a:ext>
              </a:extLst>
            </p:cNvPr>
            <p:cNvSpPr/>
            <p:nvPr/>
          </p:nvSpPr>
          <p:spPr>
            <a:xfrm>
              <a:off x="11020763" y="6095526"/>
              <a:ext cx="41442" cy="82757"/>
            </a:xfrm>
            <a:custGeom>
              <a:avLst/>
              <a:gdLst>
                <a:gd name="connsiteX0" fmla="*/ 0 w 41442"/>
                <a:gd name="connsiteY0" fmla="*/ 82757 h 82757"/>
                <a:gd name="connsiteX1" fmla="*/ 41443 w 41442"/>
                <a:gd name="connsiteY1" fmla="*/ 41384 h 82757"/>
                <a:gd name="connsiteX2" fmla="*/ 0 w 41442"/>
                <a:gd name="connsiteY2" fmla="*/ 0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2" h="82757">
                  <a:moveTo>
                    <a:pt x="0" y="82757"/>
                  </a:moveTo>
                  <a:lnTo>
                    <a:pt x="41443" y="41384"/>
                  </a:lnTo>
                  <a:lnTo>
                    <a:pt x="0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8FA902C8-B47D-5BB8-ABD3-CEC184EBF2C4}"/>
                </a:ext>
              </a:extLst>
            </p:cNvPr>
            <p:cNvSpPr/>
            <p:nvPr/>
          </p:nvSpPr>
          <p:spPr>
            <a:xfrm>
              <a:off x="9440354" y="4981021"/>
              <a:ext cx="469035" cy="2124533"/>
            </a:xfrm>
            <a:custGeom>
              <a:avLst/>
              <a:gdLst>
                <a:gd name="connsiteX0" fmla="*/ 0 w 469035"/>
                <a:gd name="connsiteY0" fmla="*/ 773965 h 2124533"/>
                <a:gd name="connsiteX1" fmla="*/ 469035 w 469035"/>
                <a:gd name="connsiteY1" fmla="*/ 0 h 2124533"/>
                <a:gd name="connsiteX2" fmla="*/ 469035 w 469035"/>
                <a:gd name="connsiteY2" fmla="*/ 2124534 h 2124533"/>
                <a:gd name="connsiteX3" fmla="*/ 0 w 469035"/>
                <a:gd name="connsiteY3" fmla="*/ 1544059 h 2124533"/>
                <a:gd name="connsiteX4" fmla="*/ 0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0" y="773965"/>
                  </a:moveTo>
                  <a:lnTo>
                    <a:pt x="469035" y="0"/>
                  </a:lnTo>
                  <a:lnTo>
                    <a:pt x="469035" y="2124534"/>
                  </a:lnTo>
                  <a:lnTo>
                    <a:pt x="0" y="1544059"/>
                  </a:lnTo>
                  <a:lnTo>
                    <a:pt x="0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2765786-4922-49EF-3764-192852B4924F}"/>
                </a:ext>
              </a:extLst>
            </p:cNvPr>
            <p:cNvSpPr/>
            <p:nvPr/>
          </p:nvSpPr>
          <p:spPr>
            <a:xfrm>
              <a:off x="7932523" y="5147426"/>
              <a:ext cx="779142" cy="1791722"/>
            </a:xfrm>
            <a:custGeom>
              <a:avLst/>
              <a:gdLst>
                <a:gd name="connsiteX0" fmla="*/ 779143 w 779142"/>
                <a:gd name="connsiteY0" fmla="*/ 652724 h 1791722"/>
                <a:gd name="connsiteX1" fmla="*/ 0 w 779142"/>
                <a:gd name="connsiteY1" fmla="*/ 0 h 1791722"/>
                <a:gd name="connsiteX2" fmla="*/ 0 w 779142"/>
                <a:gd name="connsiteY2" fmla="*/ 1791723 h 1791722"/>
                <a:gd name="connsiteX3" fmla="*/ 779143 w 779142"/>
                <a:gd name="connsiteY3" fmla="*/ 1302188 h 1791722"/>
                <a:gd name="connsiteX4" fmla="*/ 779143 w 779142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2" h="1791722">
                  <a:moveTo>
                    <a:pt x="779143" y="652724"/>
                  </a:moveTo>
                  <a:lnTo>
                    <a:pt x="0" y="0"/>
                  </a:lnTo>
                  <a:lnTo>
                    <a:pt x="0" y="1791723"/>
                  </a:lnTo>
                  <a:lnTo>
                    <a:pt x="779143" y="1302188"/>
                  </a:lnTo>
                  <a:lnTo>
                    <a:pt x="779143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15841031-9FDC-05C1-04F2-05EEA0F47834}"/>
                </a:ext>
              </a:extLst>
            </p:cNvPr>
            <p:cNvSpPr/>
            <p:nvPr/>
          </p:nvSpPr>
          <p:spPr>
            <a:xfrm>
              <a:off x="8707763" y="4981021"/>
              <a:ext cx="469035" cy="2124533"/>
            </a:xfrm>
            <a:custGeom>
              <a:avLst/>
              <a:gdLst>
                <a:gd name="connsiteX0" fmla="*/ 469035 w 469035"/>
                <a:gd name="connsiteY0" fmla="*/ 773965 h 2124533"/>
                <a:gd name="connsiteX1" fmla="*/ 0 w 469035"/>
                <a:gd name="connsiteY1" fmla="*/ 0 h 2124533"/>
                <a:gd name="connsiteX2" fmla="*/ 0 w 469035"/>
                <a:gd name="connsiteY2" fmla="*/ 2124534 h 2124533"/>
                <a:gd name="connsiteX3" fmla="*/ 469035 w 469035"/>
                <a:gd name="connsiteY3" fmla="*/ 1544059 h 2124533"/>
                <a:gd name="connsiteX4" fmla="*/ 469035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469035" y="773965"/>
                  </a:moveTo>
                  <a:lnTo>
                    <a:pt x="0" y="0"/>
                  </a:lnTo>
                  <a:lnTo>
                    <a:pt x="0" y="2124534"/>
                  </a:lnTo>
                  <a:lnTo>
                    <a:pt x="469035" y="1544059"/>
                  </a:lnTo>
                  <a:lnTo>
                    <a:pt x="469035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8FE45FF-B4B4-178C-FED9-5B2BBE6B7E04}"/>
                </a:ext>
              </a:extLst>
            </p:cNvPr>
            <p:cNvSpPr/>
            <p:nvPr/>
          </p:nvSpPr>
          <p:spPr>
            <a:xfrm>
              <a:off x="8986852" y="6134222"/>
              <a:ext cx="645400" cy="10881"/>
            </a:xfrm>
            <a:custGeom>
              <a:avLst/>
              <a:gdLst>
                <a:gd name="connsiteX0" fmla="*/ 0 w 645400"/>
                <a:gd name="connsiteY0" fmla="*/ 0 h 10881"/>
                <a:gd name="connsiteX1" fmla="*/ 645401 w 645400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400" h="10881">
                  <a:moveTo>
                    <a:pt x="0" y="0"/>
                  </a:moveTo>
                  <a:lnTo>
                    <a:pt x="645401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261B60C-E6F4-A5B9-8D96-CA9FD9DFBAF4}"/>
                </a:ext>
              </a:extLst>
            </p:cNvPr>
            <p:cNvSpPr/>
            <p:nvPr/>
          </p:nvSpPr>
          <p:spPr>
            <a:xfrm>
              <a:off x="8327879" y="6134222"/>
              <a:ext cx="379873" cy="10881"/>
            </a:xfrm>
            <a:custGeom>
              <a:avLst/>
              <a:gdLst>
                <a:gd name="connsiteX0" fmla="*/ 0 w 379873"/>
                <a:gd name="connsiteY0" fmla="*/ 0 h 10881"/>
                <a:gd name="connsiteX1" fmla="*/ 379874 w 379873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3" h="10881">
                  <a:moveTo>
                    <a:pt x="0" y="0"/>
                  </a:moveTo>
                  <a:lnTo>
                    <a:pt x="379874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9F953ED-1CA7-6331-A57A-3C40B5445DCF}"/>
                </a:ext>
              </a:extLst>
            </p:cNvPr>
            <p:cNvSpPr/>
            <p:nvPr/>
          </p:nvSpPr>
          <p:spPr>
            <a:xfrm>
              <a:off x="7552624" y="6134222"/>
              <a:ext cx="379878" cy="10881"/>
            </a:xfrm>
            <a:custGeom>
              <a:avLst/>
              <a:gdLst>
                <a:gd name="connsiteX0" fmla="*/ 0 w 379878"/>
                <a:gd name="connsiteY0" fmla="*/ 0 h 10881"/>
                <a:gd name="connsiteX1" fmla="*/ 379878 w 379878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8" h="10881">
                  <a:moveTo>
                    <a:pt x="0" y="0"/>
                  </a:moveTo>
                  <a:lnTo>
                    <a:pt x="379878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CAD673C-FE87-17A2-C82F-995064141DA4}"/>
                </a:ext>
              </a:extLst>
            </p:cNvPr>
            <p:cNvSpPr/>
            <p:nvPr/>
          </p:nvSpPr>
          <p:spPr>
            <a:xfrm>
              <a:off x="9909434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ED38309-F684-E9DE-F711-36FF2513C42B}"/>
                </a:ext>
              </a:extLst>
            </p:cNvPr>
            <p:cNvSpPr/>
            <p:nvPr/>
          </p:nvSpPr>
          <p:spPr>
            <a:xfrm>
              <a:off x="10676938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9B009C8E-685A-4A90-7593-B2A6D118A5E4}"/>
              </a:ext>
            </a:extLst>
          </p:cNvPr>
          <p:cNvGrpSpPr/>
          <p:nvPr userDrawn="1"/>
        </p:nvGrpSpPr>
        <p:grpSpPr>
          <a:xfrm>
            <a:off x="9715714" y="2383421"/>
            <a:ext cx="1870160" cy="1270467"/>
            <a:chOff x="19433958" y="4766842"/>
            <a:chExt cx="3740808" cy="2540933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D4B45C1-D614-77B0-289D-B8700FBB0D71}"/>
                </a:ext>
              </a:extLst>
            </p:cNvPr>
            <p:cNvSpPr/>
            <p:nvPr/>
          </p:nvSpPr>
          <p:spPr>
            <a:xfrm>
              <a:off x="19433958" y="4864345"/>
              <a:ext cx="1874542" cy="2345944"/>
            </a:xfrm>
            <a:custGeom>
              <a:avLst/>
              <a:gdLst>
                <a:gd name="connsiteX0" fmla="*/ 1873267 w 1874542"/>
                <a:gd name="connsiteY0" fmla="*/ 1107360 h 2345944"/>
                <a:gd name="connsiteX1" fmla="*/ 1874543 w 1874542"/>
                <a:gd name="connsiteY1" fmla="*/ 1151019 h 2345944"/>
                <a:gd name="connsiteX2" fmla="*/ 1869092 w 1874542"/>
                <a:gd name="connsiteY2" fmla="*/ 1151106 h 2345944"/>
                <a:gd name="connsiteX3" fmla="*/ 1869256 w 1874542"/>
                <a:gd name="connsiteY3" fmla="*/ 1172974 h 2345944"/>
                <a:gd name="connsiteX4" fmla="*/ 1869092 w 1874542"/>
                <a:gd name="connsiteY4" fmla="*/ 1194841 h 2345944"/>
                <a:gd name="connsiteX5" fmla="*/ 1874543 w 1874542"/>
                <a:gd name="connsiteY5" fmla="*/ 1194928 h 2345944"/>
                <a:gd name="connsiteX6" fmla="*/ 1873267 w 1874542"/>
                <a:gd name="connsiteY6" fmla="*/ 1238587 h 2345944"/>
                <a:gd name="connsiteX7" fmla="*/ 1867817 w 1874542"/>
                <a:gd name="connsiteY7" fmla="*/ 1238347 h 2345944"/>
                <a:gd name="connsiteX8" fmla="*/ 1865256 w 1874542"/>
                <a:gd name="connsiteY8" fmla="*/ 1281875 h 2345944"/>
                <a:gd name="connsiteX9" fmla="*/ 1870695 w 1874542"/>
                <a:gd name="connsiteY9" fmla="*/ 1282278 h 2345944"/>
                <a:gd name="connsiteX10" fmla="*/ 1866814 w 1874542"/>
                <a:gd name="connsiteY10" fmla="*/ 1325871 h 2345944"/>
                <a:gd name="connsiteX11" fmla="*/ 1861397 w 1874542"/>
                <a:gd name="connsiteY11" fmla="*/ 1325316 h 2345944"/>
                <a:gd name="connsiteX12" fmla="*/ 1856241 w 1874542"/>
                <a:gd name="connsiteY12" fmla="*/ 1368572 h 2345944"/>
                <a:gd name="connsiteX13" fmla="*/ 1861637 w 1874542"/>
                <a:gd name="connsiteY13" fmla="*/ 1369291 h 2345944"/>
                <a:gd name="connsiteX14" fmla="*/ 1855162 w 1874542"/>
                <a:gd name="connsiteY14" fmla="*/ 1412492 h 2345944"/>
                <a:gd name="connsiteX15" fmla="*/ 1849777 w 1874542"/>
                <a:gd name="connsiteY15" fmla="*/ 1411610 h 2345944"/>
                <a:gd name="connsiteX16" fmla="*/ 1841994 w 1874542"/>
                <a:gd name="connsiteY16" fmla="*/ 1454507 h 2345944"/>
                <a:gd name="connsiteX17" fmla="*/ 1847336 w 1874542"/>
                <a:gd name="connsiteY17" fmla="*/ 1455563 h 2345944"/>
                <a:gd name="connsiteX18" fmla="*/ 1838190 w 1874542"/>
                <a:gd name="connsiteY18" fmla="*/ 1498373 h 2345944"/>
                <a:gd name="connsiteX19" fmla="*/ 1832871 w 1874542"/>
                <a:gd name="connsiteY19" fmla="*/ 1497154 h 2345944"/>
                <a:gd name="connsiteX20" fmla="*/ 1822440 w 1874542"/>
                <a:gd name="connsiteY20" fmla="*/ 1539441 h 2345944"/>
                <a:gd name="connsiteX21" fmla="*/ 1827704 w 1874542"/>
                <a:gd name="connsiteY21" fmla="*/ 1540834 h 2345944"/>
                <a:gd name="connsiteX22" fmla="*/ 1815899 w 1874542"/>
                <a:gd name="connsiteY22" fmla="*/ 1582914 h 2345944"/>
                <a:gd name="connsiteX23" fmla="*/ 1810678 w 1874542"/>
                <a:gd name="connsiteY23" fmla="*/ 1581358 h 2345944"/>
                <a:gd name="connsiteX24" fmla="*/ 1797565 w 1874542"/>
                <a:gd name="connsiteY24" fmla="*/ 1622905 h 2345944"/>
                <a:gd name="connsiteX25" fmla="*/ 1802732 w 1874542"/>
                <a:gd name="connsiteY25" fmla="*/ 1624625 h 2345944"/>
                <a:gd name="connsiteX26" fmla="*/ 1788202 w 1874542"/>
                <a:gd name="connsiteY26" fmla="*/ 1665921 h 2345944"/>
                <a:gd name="connsiteX27" fmla="*/ 1783090 w 1874542"/>
                <a:gd name="connsiteY27" fmla="*/ 1664027 h 2345944"/>
                <a:gd name="connsiteX28" fmla="*/ 1767274 w 1874542"/>
                <a:gd name="connsiteY28" fmla="*/ 1704638 h 2345944"/>
                <a:gd name="connsiteX29" fmla="*/ 1772320 w 1874542"/>
                <a:gd name="connsiteY29" fmla="*/ 1706696 h 2345944"/>
                <a:gd name="connsiteX30" fmla="*/ 1755087 w 1874542"/>
                <a:gd name="connsiteY30" fmla="*/ 1746893 h 2345944"/>
                <a:gd name="connsiteX31" fmla="*/ 1750117 w 1874542"/>
                <a:gd name="connsiteY31" fmla="*/ 1744662 h 2345944"/>
                <a:gd name="connsiteX32" fmla="*/ 1731608 w 1874542"/>
                <a:gd name="connsiteY32" fmla="*/ 1784064 h 2345944"/>
                <a:gd name="connsiteX33" fmla="*/ 1736502 w 1874542"/>
                <a:gd name="connsiteY33" fmla="*/ 1786459 h 2345944"/>
                <a:gd name="connsiteX34" fmla="*/ 1716533 w 1874542"/>
                <a:gd name="connsiteY34" fmla="*/ 1825383 h 2345944"/>
                <a:gd name="connsiteX35" fmla="*/ 1711726 w 1874542"/>
                <a:gd name="connsiteY35" fmla="*/ 1822814 h 2345944"/>
                <a:gd name="connsiteX36" fmla="*/ 1690471 w 1874542"/>
                <a:gd name="connsiteY36" fmla="*/ 1860867 h 2345944"/>
                <a:gd name="connsiteX37" fmla="*/ 1695180 w 1874542"/>
                <a:gd name="connsiteY37" fmla="*/ 1863610 h 2345944"/>
                <a:gd name="connsiteX38" fmla="*/ 1672453 w 1874542"/>
                <a:gd name="connsiteY38" fmla="*/ 1901010 h 2345944"/>
                <a:gd name="connsiteX39" fmla="*/ 1667842 w 1874542"/>
                <a:gd name="connsiteY39" fmla="*/ 1898104 h 2345944"/>
                <a:gd name="connsiteX40" fmla="*/ 1643862 w 1874542"/>
                <a:gd name="connsiteY40" fmla="*/ 1934459 h 2345944"/>
                <a:gd name="connsiteX41" fmla="*/ 1648364 w 1874542"/>
                <a:gd name="connsiteY41" fmla="*/ 1937539 h 2345944"/>
                <a:gd name="connsiteX42" fmla="*/ 1622901 w 1874542"/>
                <a:gd name="connsiteY42" fmla="*/ 1973110 h 2345944"/>
                <a:gd name="connsiteX43" fmla="*/ 1618530 w 1874542"/>
                <a:gd name="connsiteY43" fmla="*/ 1969867 h 2345944"/>
                <a:gd name="connsiteX44" fmla="*/ 1591835 w 1874542"/>
                <a:gd name="connsiteY44" fmla="*/ 2004241 h 2345944"/>
                <a:gd name="connsiteX45" fmla="*/ 1596075 w 1874542"/>
                <a:gd name="connsiteY45" fmla="*/ 2007658 h 2345944"/>
                <a:gd name="connsiteX46" fmla="*/ 1567898 w 1874542"/>
                <a:gd name="connsiteY46" fmla="*/ 2041107 h 2345944"/>
                <a:gd name="connsiteX47" fmla="*/ 1563800 w 1874542"/>
                <a:gd name="connsiteY47" fmla="*/ 2037515 h 2345944"/>
                <a:gd name="connsiteX48" fmla="*/ 1534369 w 1874542"/>
                <a:gd name="connsiteY48" fmla="*/ 2069647 h 2345944"/>
                <a:gd name="connsiteX49" fmla="*/ 1538315 w 1874542"/>
                <a:gd name="connsiteY49" fmla="*/ 2073402 h 2345944"/>
                <a:gd name="connsiteX50" fmla="*/ 1507402 w 1874542"/>
                <a:gd name="connsiteY50" fmla="*/ 2104402 h 2345944"/>
                <a:gd name="connsiteX51" fmla="*/ 1503620 w 1874542"/>
                <a:gd name="connsiteY51" fmla="*/ 2100483 h 2345944"/>
                <a:gd name="connsiteX52" fmla="*/ 1471562 w 1874542"/>
                <a:gd name="connsiteY52" fmla="*/ 2129938 h 2345944"/>
                <a:gd name="connsiteX53" fmla="*/ 1475159 w 1874542"/>
                <a:gd name="connsiteY53" fmla="*/ 2134030 h 2345944"/>
                <a:gd name="connsiteX54" fmla="*/ 1441619 w 1874542"/>
                <a:gd name="connsiteY54" fmla="*/ 2162156 h 2345944"/>
                <a:gd name="connsiteX55" fmla="*/ 1438208 w 1874542"/>
                <a:gd name="connsiteY55" fmla="*/ 2157911 h 2345944"/>
                <a:gd name="connsiteX56" fmla="*/ 1403610 w 1874542"/>
                <a:gd name="connsiteY56" fmla="*/ 2184296 h 2345944"/>
                <a:gd name="connsiteX57" fmla="*/ 1406815 w 1874542"/>
                <a:gd name="connsiteY57" fmla="*/ 2188693 h 2345944"/>
                <a:gd name="connsiteX58" fmla="*/ 1370779 w 1874542"/>
                <a:gd name="connsiteY58" fmla="*/ 2213543 h 2345944"/>
                <a:gd name="connsiteX59" fmla="*/ 1367792 w 1874542"/>
                <a:gd name="connsiteY59" fmla="*/ 2208993 h 2345944"/>
                <a:gd name="connsiteX60" fmla="*/ 1330808 w 1874542"/>
                <a:gd name="connsiteY60" fmla="*/ 2231884 h 2345944"/>
                <a:gd name="connsiteX61" fmla="*/ 1333555 w 1874542"/>
                <a:gd name="connsiteY61" fmla="*/ 2236575 h 2345944"/>
                <a:gd name="connsiteX62" fmla="*/ 1295219 w 1874542"/>
                <a:gd name="connsiteY62" fmla="*/ 2257692 h 2345944"/>
                <a:gd name="connsiteX63" fmla="*/ 1292701 w 1874542"/>
                <a:gd name="connsiteY63" fmla="*/ 2252870 h 2345944"/>
                <a:gd name="connsiteX64" fmla="*/ 1253569 w 1874542"/>
                <a:gd name="connsiteY64" fmla="*/ 2271831 h 2345944"/>
                <a:gd name="connsiteX65" fmla="*/ 1255815 w 1874542"/>
                <a:gd name="connsiteY65" fmla="*/ 2276783 h 2345944"/>
                <a:gd name="connsiteX66" fmla="*/ 1215451 w 1874542"/>
                <a:gd name="connsiteY66" fmla="*/ 2293742 h 2345944"/>
                <a:gd name="connsiteX67" fmla="*/ 1213468 w 1874542"/>
                <a:gd name="connsiteY67" fmla="*/ 2288670 h 2345944"/>
                <a:gd name="connsiteX68" fmla="*/ 1172505 w 1874542"/>
                <a:gd name="connsiteY68" fmla="*/ 2303288 h 2345944"/>
                <a:gd name="connsiteX69" fmla="*/ 1174205 w 1874542"/>
                <a:gd name="connsiteY69" fmla="*/ 2308469 h 2345944"/>
                <a:gd name="connsiteX70" fmla="*/ 1132196 w 1874542"/>
                <a:gd name="connsiteY70" fmla="*/ 2320867 h 2345944"/>
                <a:gd name="connsiteX71" fmla="*/ 1130800 w 1874542"/>
                <a:gd name="connsiteY71" fmla="*/ 2315598 h 2345944"/>
                <a:gd name="connsiteX72" fmla="*/ 1088475 w 1874542"/>
                <a:gd name="connsiteY72" fmla="*/ 2325525 h 2345944"/>
                <a:gd name="connsiteX73" fmla="*/ 1089565 w 1874542"/>
                <a:gd name="connsiteY73" fmla="*/ 2330859 h 2345944"/>
                <a:gd name="connsiteX74" fmla="*/ 1046437 w 1874542"/>
                <a:gd name="connsiteY74" fmla="*/ 2338391 h 2345944"/>
                <a:gd name="connsiteX75" fmla="*/ 1045654 w 1874542"/>
                <a:gd name="connsiteY75" fmla="*/ 2333003 h 2345944"/>
                <a:gd name="connsiteX76" fmla="*/ 1002475 w 1874542"/>
                <a:gd name="connsiteY76" fmla="*/ 2338010 h 2345944"/>
                <a:gd name="connsiteX77" fmla="*/ 1002945 w 1874542"/>
                <a:gd name="connsiteY77" fmla="*/ 2343431 h 2345944"/>
                <a:gd name="connsiteX78" fmla="*/ 959237 w 1874542"/>
                <a:gd name="connsiteY78" fmla="*/ 2345945 h 2345944"/>
                <a:gd name="connsiteX79" fmla="*/ 959080 w 1874542"/>
                <a:gd name="connsiteY79" fmla="*/ 2340503 h 2345944"/>
                <a:gd name="connsiteX80" fmla="*/ 937273 w 1874542"/>
                <a:gd name="connsiteY80" fmla="*/ 2340818 h 2345944"/>
                <a:gd name="connsiteX81" fmla="*/ 915467 w 1874542"/>
                <a:gd name="connsiteY81" fmla="*/ 2340503 h 2345944"/>
                <a:gd name="connsiteX82" fmla="*/ 915310 w 1874542"/>
                <a:gd name="connsiteY82" fmla="*/ 2345945 h 2345944"/>
                <a:gd name="connsiteX83" fmla="*/ 871600 w 1874542"/>
                <a:gd name="connsiteY83" fmla="*/ 2343431 h 2345944"/>
                <a:gd name="connsiteX84" fmla="*/ 872071 w 1874542"/>
                <a:gd name="connsiteY84" fmla="*/ 2338010 h 2345944"/>
                <a:gd name="connsiteX85" fmla="*/ 828892 w 1874542"/>
                <a:gd name="connsiteY85" fmla="*/ 2333003 h 2345944"/>
                <a:gd name="connsiteX86" fmla="*/ 828109 w 1874542"/>
                <a:gd name="connsiteY86" fmla="*/ 2338391 h 2345944"/>
                <a:gd name="connsiteX87" fmla="*/ 784978 w 1874542"/>
                <a:gd name="connsiteY87" fmla="*/ 2330859 h 2345944"/>
                <a:gd name="connsiteX88" fmla="*/ 786071 w 1874542"/>
                <a:gd name="connsiteY88" fmla="*/ 2325525 h 2345944"/>
                <a:gd name="connsiteX89" fmla="*/ 743742 w 1874542"/>
                <a:gd name="connsiteY89" fmla="*/ 2315598 h 2345944"/>
                <a:gd name="connsiteX90" fmla="*/ 742346 w 1874542"/>
                <a:gd name="connsiteY90" fmla="*/ 2320867 h 2345944"/>
                <a:gd name="connsiteX91" fmla="*/ 700345 w 1874542"/>
                <a:gd name="connsiteY91" fmla="*/ 2308469 h 2345944"/>
                <a:gd name="connsiteX92" fmla="*/ 702037 w 1874542"/>
                <a:gd name="connsiteY92" fmla="*/ 2303288 h 2345944"/>
                <a:gd name="connsiteX93" fmla="*/ 661076 w 1874542"/>
                <a:gd name="connsiteY93" fmla="*/ 2288670 h 2345944"/>
                <a:gd name="connsiteX94" fmla="*/ 659101 w 1874542"/>
                <a:gd name="connsiteY94" fmla="*/ 2293742 h 2345944"/>
                <a:gd name="connsiteX95" fmla="*/ 618731 w 1874542"/>
                <a:gd name="connsiteY95" fmla="*/ 2276783 h 2345944"/>
                <a:gd name="connsiteX96" fmla="*/ 620979 w 1874542"/>
                <a:gd name="connsiteY96" fmla="*/ 2271831 h 2345944"/>
                <a:gd name="connsiteX97" fmla="*/ 581840 w 1874542"/>
                <a:gd name="connsiteY97" fmla="*/ 2252870 h 2345944"/>
                <a:gd name="connsiteX98" fmla="*/ 579333 w 1874542"/>
                <a:gd name="connsiteY98" fmla="*/ 2257692 h 2345944"/>
                <a:gd name="connsiteX99" fmla="*/ 540989 w 1874542"/>
                <a:gd name="connsiteY99" fmla="*/ 2236575 h 2345944"/>
                <a:gd name="connsiteX100" fmla="*/ 543742 w 1874542"/>
                <a:gd name="connsiteY100" fmla="*/ 2231884 h 2345944"/>
                <a:gd name="connsiteX101" fmla="*/ 506754 w 1874542"/>
                <a:gd name="connsiteY101" fmla="*/ 2208993 h 2345944"/>
                <a:gd name="connsiteX102" fmla="*/ 503769 w 1874542"/>
                <a:gd name="connsiteY102" fmla="*/ 2213543 h 2345944"/>
                <a:gd name="connsiteX103" fmla="*/ 467732 w 1874542"/>
                <a:gd name="connsiteY103" fmla="*/ 2188704 h 2345944"/>
                <a:gd name="connsiteX104" fmla="*/ 470936 w 1874542"/>
                <a:gd name="connsiteY104" fmla="*/ 2184296 h 2345944"/>
                <a:gd name="connsiteX105" fmla="*/ 436334 w 1874542"/>
                <a:gd name="connsiteY105" fmla="*/ 2157911 h 2345944"/>
                <a:gd name="connsiteX106" fmla="*/ 432925 w 1874542"/>
                <a:gd name="connsiteY106" fmla="*/ 2162156 h 2345944"/>
                <a:gd name="connsiteX107" fmla="*/ 399387 w 1874542"/>
                <a:gd name="connsiteY107" fmla="*/ 2134030 h 2345944"/>
                <a:gd name="connsiteX108" fmla="*/ 402987 w 1874542"/>
                <a:gd name="connsiteY108" fmla="*/ 2129938 h 2345944"/>
                <a:gd name="connsiteX109" fmla="*/ 370926 w 1874542"/>
                <a:gd name="connsiteY109" fmla="*/ 2100483 h 2345944"/>
                <a:gd name="connsiteX110" fmla="*/ 367148 w 1874542"/>
                <a:gd name="connsiteY110" fmla="*/ 2104402 h 2345944"/>
                <a:gd name="connsiteX111" fmla="*/ 336231 w 1874542"/>
                <a:gd name="connsiteY111" fmla="*/ 2073402 h 2345944"/>
                <a:gd name="connsiteX112" fmla="*/ 340174 w 1874542"/>
                <a:gd name="connsiteY112" fmla="*/ 2069647 h 2345944"/>
                <a:gd name="connsiteX113" fmla="*/ 310749 w 1874542"/>
                <a:gd name="connsiteY113" fmla="*/ 2037515 h 2345944"/>
                <a:gd name="connsiteX114" fmla="*/ 306652 w 1874542"/>
                <a:gd name="connsiteY114" fmla="*/ 2041107 h 2345944"/>
                <a:gd name="connsiteX115" fmla="*/ 278466 w 1874542"/>
                <a:gd name="connsiteY115" fmla="*/ 2007658 h 2345944"/>
                <a:gd name="connsiteX116" fmla="*/ 282706 w 1874542"/>
                <a:gd name="connsiteY116" fmla="*/ 2004241 h 2345944"/>
                <a:gd name="connsiteX117" fmla="*/ 256016 w 1874542"/>
                <a:gd name="connsiteY117" fmla="*/ 1969867 h 2345944"/>
                <a:gd name="connsiteX118" fmla="*/ 251644 w 1874542"/>
                <a:gd name="connsiteY118" fmla="*/ 1973110 h 2345944"/>
                <a:gd name="connsiteX119" fmla="*/ 226186 w 1874542"/>
                <a:gd name="connsiteY119" fmla="*/ 1937539 h 2345944"/>
                <a:gd name="connsiteX120" fmla="*/ 230680 w 1874542"/>
                <a:gd name="connsiteY120" fmla="*/ 1934459 h 2345944"/>
                <a:gd name="connsiteX121" fmla="*/ 206700 w 1874542"/>
                <a:gd name="connsiteY121" fmla="*/ 1898104 h 2345944"/>
                <a:gd name="connsiteX122" fmla="*/ 202094 w 1874542"/>
                <a:gd name="connsiteY122" fmla="*/ 1901010 h 2345944"/>
                <a:gd name="connsiteX123" fmla="*/ 179368 w 1874542"/>
                <a:gd name="connsiteY123" fmla="*/ 1863610 h 2345944"/>
                <a:gd name="connsiteX124" fmla="*/ 184079 w 1874542"/>
                <a:gd name="connsiteY124" fmla="*/ 1860867 h 2345944"/>
                <a:gd name="connsiteX125" fmla="*/ 162815 w 1874542"/>
                <a:gd name="connsiteY125" fmla="*/ 1822814 h 2345944"/>
                <a:gd name="connsiteX126" fmla="*/ 158009 w 1874542"/>
                <a:gd name="connsiteY126" fmla="*/ 1825383 h 2345944"/>
                <a:gd name="connsiteX127" fmla="*/ 138042 w 1874542"/>
                <a:gd name="connsiteY127" fmla="*/ 1786459 h 2345944"/>
                <a:gd name="connsiteX128" fmla="*/ 142935 w 1874542"/>
                <a:gd name="connsiteY128" fmla="*/ 1784064 h 2345944"/>
                <a:gd name="connsiteX129" fmla="*/ 124428 w 1874542"/>
                <a:gd name="connsiteY129" fmla="*/ 1744662 h 2345944"/>
                <a:gd name="connsiteX130" fmla="*/ 119455 w 1874542"/>
                <a:gd name="connsiteY130" fmla="*/ 1746893 h 2345944"/>
                <a:gd name="connsiteX131" fmla="*/ 102223 w 1874542"/>
                <a:gd name="connsiteY131" fmla="*/ 1706696 h 2345944"/>
                <a:gd name="connsiteX132" fmla="*/ 107269 w 1874542"/>
                <a:gd name="connsiteY132" fmla="*/ 1704638 h 2345944"/>
                <a:gd name="connsiteX133" fmla="*/ 91455 w 1874542"/>
                <a:gd name="connsiteY133" fmla="*/ 1664038 h 2345944"/>
                <a:gd name="connsiteX134" fmla="*/ 86343 w 1874542"/>
                <a:gd name="connsiteY134" fmla="*/ 1665921 h 2345944"/>
                <a:gd name="connsiteX135" fmla="*/ 71812 w 1874542"/>
                <a:gd name="connsiteY135" fmla="*/ 1624625 h 2345944"/>
                <a:gd name="connsiteX136" fmla="*/ 76983 w 1874542"/>
                <a:gd name="connsiteY136" fmla="*/ 1622905 h 2345944"/>
                <a:gd name="connsiteX137" fmla="*/ 63872 w 1874542"/>
                <a:gd name="connsiteY137" fmla="*/ 1581358 h 2345944"/>
                <a:gd name="connsiteX138" fmla="*/ 58648 w 1874542"/>
                <a:gd name="connsiteY138" fmla="*/ 1582914 h 2345944"/>
                <a:gd name="connsiteX139" fmla="*/ 46838 w 1874542"/>
                <a:gd name="connsiteY139" fmla="*/ 1540834 h 2345944"/>
                <a:gd name="connsiteX140" fmla="*/ 52108 w 1874542"/>
                <a:gd name="connsiteY140" fmla="*/ 1539441 h 2345944"/>
                <a:gd name="connsiteX141" fmla="*/ 41671 w 1874542"/>
                <a:gd name="connsiteY141" fmla="*/ 1497154 h 2345944"/>
                <a:gd name="connsiteX142" fmla="*/ 36360 w 1874542"/>
                <a:gd name="connsiteY142" fmla="*/ 1498373 h 2345944"/>
                <a:gd name="connsiteX143" fmla="*/ 27210 w 1874542"/>
                <a:gd name="connsiteY143" fmla="*/ 1455563 h 2345944"/>
                <a:gd name="connsiteX144" fmla="*/ 32557 w 1874542"/>
                <a:gd name="connsiteY144" fmla="*/ 1454518 h 2345944"/>
                <a:gd name="connsiteX145" fmla="*/ 24766 w 1874542"/>
                <a:gd name="connsiteY145" fmla="*/ 1411610 h 2345944"/>
                <a:gd name="connsiteX146" fmla="*/ 19389 w 1874542"/>
                <a:gd name="connsiteY146" fmla="*/ 1412492 h 2345944"/>
                <a:gd name="connsiteX147" fmla="*/ 12904 w 1874542"/>
                <a:gd name="connsiteY147" fmla="*/ 1369291 h 2345944"/>
                <a:gd name="connsiteX148" fmla="*/ 18306 w 1874542"/>
                <a:gd name="connsiteY148" fmla="*/ 1368572 h 2345944"/>
                <a:gd name="connsiteX149" fmla="*/ 13148 w 1874542"/>
                <a:gd name="connsiteY149" fmla="*/ 1325316 h 2345944"/>
                <a:gd name="connsiteX150" fmla="*/ 7727 w 1874542"/>
                <a:gd name="connsiteY150" fmla="*/ 1325871 h 2345944"/>
                <a:gd name="connsiteX151" fmla="*/ 3853 w 1874542"/>
                <a:gd name="connsiteY151" fmla="*/ 1282278 h 2345944"/>
                <a:gd name="connsiteX152" fmla="*/ 9289 w 1874542"/>
                <a:gd name="connsiteY152" fmla="*/ 1281875 h 2345944"/>
                <a:gd name="connsiteX153" fmla="*/ 6725 w 1874542"/>
                <a:gd name="connsiteY153" fmla="*/ 1238347 h 2345944"/>
                <a:gd name="connsiteX154" fmla="*/ 1280 w 1874542"/>
                <a:gd name="connsiteY154" fmla="*/ 1238587 h 2345944"/>
                <a:gd name="connsiteX155" fmla="*/ 0 w 1874542"/>
                <a:gd name="connsiteY155" fmla="*/ 1194928 h 2345944"/>
                <a:gd name="connsiteX156" fmla="*/ 5450 w 1874542"/>
                <a:gd name="connsiteY156" fmla="*/ 1194841 h 2345944"/>
                <a:gd name="connsiteX157" fmla="*/ 5289 w 1874542"/>
                <a:gd name="connsiteY157" fmla="*/ 1172974 h 2345944"/>
                <a:gd name="connsiteX158" fmla="*/ 5450 w 1874542"/>
                <a:gd name="connsiteY158" fmla="*/ 1151106 h 2345944"/>
                <a:gd name="connsiteX159" fmla="*/ 0 w 1874542"/>
                <a:gd name="connsiteY159" fmla="*/ 1151019 h 2345944"/>
                <a:gd name="connsiteX160" fmla="*/ 1280 w 1874542"/>
                <a:gd name="connsiteY160" fmla="*/ 1107360 h 2345944"/>
                <a:gd name="connsiteX161" fmla="*/ 6725 w 1874542"/>
                <a:gd name="connsiteY161" fmla="*/ 1107600 h 2345944"/>
                <a:gd name="connsiteX162" fmla="*/ 9289 w 1874542"/>
                <a:gd name="connsiteY162" fmla="*/ 1064072 h 2345944"/>
                <a:gd name="connsiteX163" fmla="*/ 3853 w 1874542"/>
                <a:gd name="connsiteY163" fmla="*/ 1063669 h 2345944"/>
                <a:gd name="connsiteX164" fmla="*/ 7727 w 1874542"/>
                <a:gd name="connsiteY164" fmla="*/ 1020076 h 2345944"/>
                <a:gd name="connsiteX165" fmla="*/ 13148 w 1874542"/>
                <a:gd name="connsiteY165" fmla="*/ 1020631 h 2345944"/>
                <a:gd name="connsiteX166" fmla="*/ 18306 w 1874542"/>
                <a:gd name="connsiteY166" fmla="*/ 977377 h 2345944"/>
                <a:gd name="connsiteX167" fmla="*/ 12904 w 1874542"/>
                <a:gd name="connsiteY167" fmla="*/ 976652 h 2345944"/>
                <a:gd name="connsiteX168" fmla="*/ 19389 w 1874542"/>
                <a:gd name="connsiteY168" fmla="*/ 933449 h 2345944"/>
                <a:gd name="connsiteX169" fmla="*/ 24766 w 1874542"/>
                <a:gd name="connsiteY169" fmla="*/ 934337 h 2345944"/>
                <a:gd name="connsiteX170" fmla="*/ 32557 w 1874542"/>
                <a:gd name="connsiteY170" fmla="*/ 891433 h 2345944"/>
                <a:gd name="connsiteX171" fmla="*/ 27209 w 1874542"/>
                <a:gd name="connsiteY171" fmla="*/ 890380 h 2345944"/>
                <a:gd name="connsiteX172" fmla="*/ 36360 w 1874542"/>
                <a:gd name="connsiteY172" fmla="*/ 847578 h 2345944"/>
                <a:gd name="connsiteX173" fmla="*/ 41671 w 1874542"/>
                <a:gd name="connsiteY173" fmla="*/ 848797 h 2345944"/>
                <a:gd name="connsiteX174" fmla="*/ 52108 w 1874542"/>
                <a:gd name="connsiteY174" fmla="*/ 806501 h 2345944"/>
                <a:gd name="connsiteX175" fmla="*/ 46838 w 1874542"/>
                <a:gd name="connsiteY175" fmla="*/ 805116 h 2345944"/>
                <a:gd name="connsiteX176" fmla="*/ 58648 w 1874542"/>
                <a:gd name="connsiteY176" fmla="*/ 763036 h 2345944"/>
                <a:gd name="connsiteX177" fmla="*/ 63872 w 1874542"/>
                <a:gd name="connsiteY177" fmla="*/ 764588 h 2345944"/>
                <a:gd name="connsiteX178" fmla="*/ 76983 w 1874542"/>
                <a:gd name="connsiteY178" fmla="*/ 723046 h 2345944"/>
                <a:gd name="connsiteX179" fmla="*/ 71812 w 1874542"/>
                <a:gd name="connsiteY179" fmla="*/ 721326 h 2345944"/>
                <a:gd name="connsiteX180" fmla="*/ 86343 w 1874542"/>
                <a:gd name="connsiteY180" fmla="*/ 680025 h 2345944"/>
                <a:gd name="connsiteX181" fmla="*/ 91454 w 1874542"/>
                <a:gd name="connsiteY181" fmla="*/ 681913 h 2345944"/>
                <a:gd name="connsiteX182" fmla="*/ 107269 w 1874542"/>
                <a:gd name="connsiteY182" fmla="*/ 641308 h 2345944"/>
                <a:gd name="connsiteX183" fmla="*/ 102223 w 1874542"/>
                <a:gd name="connsiteY183" fmla="*/ 639251 h 2345944"/>
                <a:gd name="connsiteX184" fmla="*/ 119454 w 1874542"/>
                <a:gd name="connsiteY184" fmla="*/ 599053 h 2345944"/>
                <a:gd name="connsiteX185" fmla="*/ 124428 w 1874542"/>
                <a:gd name="connsiteY185" fmla="*/ 601279 h 2345944"/>
                <a:gd name="connsiteX186" fmla="*/ 142935 w 1874542"/>
                <a:gd name="connsiteY186" fmla="*/ 561882 h 2345944"/>
                <a:gd name="connsiteX187" fmla="*/ 138042 w 1874542"/>
                <a:gd name="connsiteY187" fmla="*/ 559485 h 2345944"/>
                <a:gd name="connsiteX188" fmla="*/ 158009 w 1874542"/>
                <a:gd name="connsiteY188" fmla="*/ 520564 h 2345944"/>
                <a:gd name="connsiteX189" fmla="*/ 162815 w 1874542"/>
                <a:gd name="connsiteY189" fmla="*/ 523130 h 2345944"/>
                <a:gd name="connsiteX190" fmla="*/ 184079 w 1874542"/>
                <a:gd name="connsiteY190" fmla="*/ 485077 h 2345944"/>
                <a:gd name="connsiteX191" fmla="*/ 179368 w 1874542"/>
                <a:gd name="connsiteY191" fmla="*/ 482339 h 2345944"/>
                <a:gd name="connsiteX192" fmla="*/ 202094 w 1874542"/>
                <a:gd name="connsiteY192" fmla="*/ 444932 h 2345944"/>
                <a:gd name="connsiteX193" fmla="*/ 206700 w 1874542"/>
                <a:gd name="connsiteY193" fmla="*/ 447839 h 2345944"/>
                <a:gd name="connsiteX194" fmla="*/ 230680 w 1874542"/>
                <a:gd name="connsiteY194" fmla="*/ 411483 h 2345944"/>
                <a:gd name="connsiteX195" fmla="*/ 226186 w 1874542"/>
                <a:gd name="connsiteY195" fmla="*/ 408405 h 2345944"/>
                <a:gd name="connsiteX196" fmla="*/ 251644 w 1874542"/>
                <a:gd name="connsiteY196" fmla="*/ 372830 h 2345944"/>
                <a:gd name="connsiteX197" fmla="*/ 256016 w 1874542"/>
                <a:gd name="connsiteY197" fmla="*/ 376079 h 2345944"/>
                <a:gd name="connsiteX198" fmla="*/ 282706 w 1874542"/>
                <a:gd name="connsiteY198" fmla="*/ 341702 h 2345944"/>
                <a:gd name="connsiteX199" fmla="*/ 278466 w 1874542"/>
                <a:gd name="connsiteY199" fmla="*/ 338283 h 2345944"/>
                <a:gd name="connsiteX200" fmla="*/ 306651 w 1874542"/>
                <a:gd name="connsiteY200" fmla="*/ 304839 h 2345944"/>
                <a:gd name="connsiteX201" fmla="*/ 310748 w 1874542"/>
                <a:gd name="connsiteY201" fmla="*/ 308428 h 2345944"/>
                <a:gd name="connsiteX202" fmla="*/ 340174 w 1874542"/>
                <a:gd name="connsiteY202" fmla="*/ 276300 h 2345944"/>
                <a:gd name="connsiteX203" fmla="*/ 336231 w 1874542"/>
                <a:gd name="connsiteY203" fmla="*/ 272543 h 2345944"/>
                <a:gd name="connsiteX204" fmla="*/ 367148 w 1874542"/>
                <a:gd name="connsiteY204" fmla="*/ 241539 h 2345944"/>
                <a:gd name="connsiteX205" fmla="*/ 370926 w 1874542"/>
                <a:gd name="connsiteY205" fmla="*/ 245462 h 2345944"/>
                <a:gd name="connsiteX206" fmla="*/ 402987 w 1874542"/>
                <a:gd name="connsiteY206" fmla="*/ 216008 h 2345944"/>
                <a:gd name="connsiteX207" fmla="*/ 399387 w 1874542"/>
                <a:gd name="connsiteY207" fmla="*/ 211920 h 2345944"/>
                <a:gd name="connsiteX208" fmla="*/ 432925 w 1874542"/>
                <a:gd name="connsiteY208" fmla="*/ 183789 h 2345944"/>
                <a:gd name="connsiteX209" fmla="*/ 436334 w 1874542"/>
                <a:gd name="connsiteY209" fmla="*/ 188036 h 2345944"/>
                <a:gd name="connsiteX210" fmla="*/ 470935 w 1874542"/>
                <a:gd name="connsiteY210" fmla="*/ 161649 h 2345944"/>
                <a:gd name="connsiteX211" fmla="*/ 467732 w 1874542"/>
                <a:gd name="connsiteY211" fmla="*/ 157247 h 2345944"/>
                <a:gd name="connsiteX212" fmla="*/ 503769 w 1874542"/>
                <a:gd name="connsiteY212" fmla="*/ 132403 h 2345944"/>
                <a:gd name="connsiteX213" fmla="*/ 506754 w 1874542"/>
                <a:gd name="connsiteY213" fmla="*/ 136956 h 2345944"/>
                <a:gd name="connsiteX214" fmla="*/ 543742 w 1874542"/>
                <a:gd name="connsiteY214" fmla="*/ 114063 h 2345944"/>
                <a:gd name="connsiteX215" fmla="*/ 540989 w 1874542"/>
                <a:gd name="connsiteY215" fmla="*/ 109367 h 2345944"/>
                <a:gd name="connsiteX216" fmla="*/ 579332 w 1874542"/>
                <a:gd name="connsiteY216" fmla="*/ 88249 h 2345944"/>
                <a:gd name="connsiteX217" fmla="*/ 581840 w 1874542"/>
                <a:gd name="connsiteY217" fmla="*/ 93081 h 2345944"/>
                <a:gd name="connsiteX218" fmla="*/ 620979 w 1874542"/>
                <a:gd name="connsiteY218" fmla="*/ 74116 h 2345944"/>
                <a:gd name="connsiteX219" fmla="*/ 618731 w 1874542"/>
                <a:gd name="connsiteY219" fmla="*/ 69159 h 2345944"/>
                <a:gd name="connsiteX220" fmla="*/ 659100 w 1874542"/>
                <a:gd name="connsiteY220" fmla="*/ 52203 h 2345944"/>
                <a:gd name="connsiteX221" fmla="*/ 661076 w 1874542"/>
                <a:gd name="connsiteY221" fmla="*/ 57275 h 2345944"/>
                <a:gd name="connsiteX222" fmla="*/ 702037 w 1874542"/>
                <a:gd name="connsiteY222" fmla="*/ 42654 h 2345944"/>
                <a:gd name="connsiteX223" fmla="*/ 700345 w 1874542"/>
                <a:gd name="connsiteY223" fmla="*/ 37480 h 2345944"/>
                <a:gd name="connsiteX224" fmla="*/ 742346 w 1874542"/>
                <a:gd name="connsiteY224" fmla="*/ 25084 h 2345944"/>
                <a:gd name="connsiteX225" fmla="*/ 743742 w 1874542"/>
                <a:gd name="connsiteY225" fmla="*/ 30344 h 2345944"/>
                <a:gd name="connsiteX226" fmla="*/ 786071 w 1874542"/>
                <a:gd name="connsiteY226" fmla="*/ 20421 h 2345944"/>
                <a:gd name="connsiteX227" fmla="*/ 784978 w 1874542"/>
                <a:gd name="connsiteY227" fmla="*/ 15090 h 2345944"/>
                <a:gd name="connsiteX228" fmla="*/ 828109 w 1874542"/>
                <a:gd name="connsiteY228" fmla="*/ 7555 h 2345944"/>
                <a:gd name="connsiteX229" fmla="*/ 828892 w 1874542"/>
                <a:gd name="connsiteY229" fmla="*/ 12941 h 2345944"/>
                <a:gd name="connsiteX230" fmla="*/ 872071 w 1874542"/>
                <a:gd name="connsiteY230" fmla="*/ 7940 h 2345944"/>
                <a:gd name="connsiteX231" fmla="*/ 871600 w 1874542"/>
                <a:gd name="connsiteY231" fmla="*/ 2519 h 2345944"/>
                <a:gd name="connsiteX232" fmla="*/ 915310 w 1874542"/>
                <a:gd name="connsiteY232" fmla="*/ 0 h 2345944"/>
                <a:gd name="connsiteX233" fmla="*/ 915467 w 1874542"/>
                <a:gd name="connsiteY233" fmla="*/ 5440 h 2345944"/>
                <a:gd name="connsiteX234" fmla="*/ 937273 w 1874542"/>
                <a:gd name="connsiteY234" fmla="*/ 5127 h 2345944"/>
                <a:gd name="connsiteX235" fmla="*/ 959080 w 1874542"/>
                <a:gd name="connsiteY235" fmla="*/ 5440 h 2345944"/>
                <a:gd name="connsiteX236" fmla="*/ 959237 w 1874542"/>
                <a:gd name="connsiteY236" fmla="*/ 0 h 2345944"/>
                <a:gd name="connsiteX237" fmla="*/ 1002945 w 1874542"/>
                <a:gd name="connsiteY237" fmla="*/ 2519 h 2345944"/>
                <a:gd name="connsiteX238" fmla="*/ 1002475 w 1874542"/>
                <a:gd name="connsiteY238" fmla="*/ 7940 h 2345944"/>
                <a:gd name="connsiteX239" fmla="*/ 1045654 w 1874542"/>
                <a:gd name="connsiteY239" fmla="*/ 12941 h 2345944"/>
                <a:gd name="connsiteX240" fmla="*/ 1046437 w 1874542"/>
                <a:gd name="connsiteY240" fmla="*/ 7555 h 2345944"/>
                <a:gd name="connsiteX241" fmla="*/ 1089565 w 1874542"/>
                <a:gd name="connsiteY241" fmla="*/ 15090 h 2345944"/>
                <a:gd name="connsiteX242" fmla="*/ 1088475 w 1874542"/>
                <a:gd name="connsiteY242" fmla="*/ 20421 h 2345944"/>
                <a:gd name="connsiteX243" fmla="*/ 1130800 w 1874542"/>
                <a:gd name="connsiteY243" fmla="*/ 30344 h 2345944"/>
                <a:gd name="connsiteX244" fmla="*/ 1132196 w 1874542"/>
                <a:gd name="connsiteY244" fmla="*/ 25084 h 2345944"/>
                <a:gd name="connsiteX245" fmla="*/ 1174205 w 1874542"/>
                <a:gd name="connsiteY245" fmla="*/ 37480 h 2345944"/>
                <a:gd name="connsiteX246" fmla="*/ 1172505 w 1874542"/>
                <a:gd name="connsiteY246" fmla="*/ 42654 h 2345944"/>
                <a:gd name="connsiteX247" fmla="*/ 1213468 w 1874542"/>
                <a:gd name="connsiteY247" fmla="*/ 57275 h 2345944"/>
                <a:gd name="connsiteX248" fmla="*/ 1215440 w 1874542"/>
                <a:gd name="connsiteY248" fmla="*/ 52203 h 2345944"/>
                <a:gd name="connsiteX249" fmla="*/ 1255815 w 1874542"/>
                <a:gd name="connsiteY249" fmla="*/ 69158 h 2345944"/>
                <a:gd name="connsiteX250" fmla="*/ 1253569 w 1874542"/>
                <a:gd name="connsiteY250" fmla="*/ 74116 h 2345944"/>
                <a:gd name="connsiteX251" fmla="*/ 1292701 w 1874542"/>
                <a:gd name="connsiteY251" fmla="*/ 93081 h 2345944"/>
                <a:gd name="connsiteX252" fmla="*/ 1295208 w 1874542"/>
                <a:gd name="connsiteY252" fmla="*/ 88249 h 2345944"/>
                <a:gd name="connsiteX253" fmla="*/ 1333555 w 1874542"/>
                <a:gd name="connsiteY253" fmla="*/ 109367 h 2345944"/>
                <a:gd name="connsiteX254" fmla="*/ 1330808 w 1874542"/>
                <a:gd name="connsiteY254" fmla="*/ 114063 h 2345944"/>
                <a:gd name="connsiteX255" fmla="*/ 1367792 w 1874542"/>
                <a:gd name="connsiteY255" fmla="*/ 136956 h 2345944"/>
                <a:gd name="connsiteX256" fmla="*/ 1370779 w 1874542"/>
                <a:gd name="connsiteY256" fmla="*/ 132403 h 2345944"/>
                <a:gd name="connsiteX257" fmla="*/ 1406815 w 1874542"/>
                <a:gd name="connsiteY257" fmla="*/ 157247 h 2345944"/>
                <a:gd name="connsiteX258" fmla="*/ 1403610 w 1874542"/>
                <a:gd name="connsiteY258" fmla="*/ 161649 h 2345944"/>
                <a:gd name="connsiteX259" fmla="*/ 1438208 w 1874542"/>
                <a:gd name="connsiteY259" fmla="*/ 188035 h 2345944"/>
                <a:gd name="connsiteX260" fmla="*/ 1441619 w 1874542"/>
                <a:gd name="connsiteY260" fmla="*/ 183789 h 2345944"/>
                <a:gd name="connsiteX261" fmla="*/ 1475159 w 1874542"/>
                <a:gd name="connsiteY261" fmla="*/ 211920 h 2345944"/>
                <a:gd name="connsiteX262" fmla="*/ 1471562 w 1874542"/>
                <a:gd name="connsiteY262" fmla="*/ 216006 h 2345944"/>
                <a:gd name="connsiteX263" fmla="*/ 1503620 w 1874542"/>
                <a:gd name="connsiteY263" fmla="*/ 245462 h 2345944"/>
                <a:gd name="connsiteX264" fmla="*/ 1507402 w 1874542"/>
                <a:gd name="connsiteY264" fmla="*/ 241539 h 2345944"/>
                <a:gd name="connsiteX265" fmla="*/ 1538315 w 1874542"/>
                <a:gd name="connsiteY265" fmla="*/ 272543 h 2345944"/>
                <a:gd name="connsiteX266" fmla="*/ 1534369 w 1874542"/>
                <a:gd name="connsiteY266" fmla="*/ 276299 h 2345944"/>
                <a:gd name="connsiteX267" fmla="*/ 1563800 w 1874542"/>
                <a:gd name="connsiteY267" fmla="*/ 308428 h 2345944"/>
                <a:gd name="connsiteX268" fmla="*/ 1567898 w 1874542"/>
                <a:gd name="connsiteY268" fmla="*/ 304839 h 2345944"/>
                <a:gd name="connsiteX269" fmla="*/ 1596075 w 1874542"/>
                <a:gd name="connsiteY269" fmla="*/ 338283 h 2345944"/>
                <a:gd name="connsiteX270" fmla="*/ 1591835 w 1874542"/>
                <a:gd name="connsiteY270" fmla="*/ 341702 h 2345944"/>
                <a:gd name="connsiteX271" fmla="*/ 1618530 w 1874542"/>
                <a:gd name="connsiteY271" fmla="*/ 376079 h 2345944"/>
                <a:gd name="connsiteX272" fmla="*/ 1622901 w 1874542"/>
                <a:gd name="connsiteY272" fmla="*/ 372830 h 2345944"/>
                <a:gd name="connsiteX273" fmla="*/ 1648364 w 1874542"/>
                <a:gd name="connsiteY273" fmla="*/ 408405 h 2345944"/>
                <a:gd name="connsiteX274" fmla="*/ 1643862 w 1874542"/>
                <a:gd name="connsiteY274" fmla="*/ 411483 h 2345944"/>
                <a:gd name="connsiteX275" fmla="*/ 1667842 w 1874542"/>
                <a:gd name="connsiteY275" fmla="*/ 447839 h 2345944"/>
                <a:gd name="connsiteX276" fmla="*/ 1672453 w 1874542"/>
                <a:gd name="connsiteY276" fmla="*/ 444931 h 2345944"/>
                <a:gd name="connsiteX277" fmla="*/ 1695180 w 1874542"/>
                <a:gd name="connsiteY277" fmla="*/ 482339 h 2345944"/>
                <a:gd name="connsiteX278" fmla="*/ 1690471 w 1874542"/>
                <a:gd name="connsiteY278" fmla="*/ 485077 h 2345944"/>
                <a:gd name="connsiteX279" fmla="*/ 1711726 w 1874542"/>
                <a:gd name="connsiteY279" fmla="*/ 523130 h 2345944"/>
                <a:gd name="connsiteX280" fmla="*/ 1716533 w 1874542"/>
                <a:gd name="connsiteY280" fmla="*/ 520563 h 2345944"/>
                <a:gd name="connsiteX281" fmla="*/ 1736502 w 1874542"/>
                <a:gd name="connsiteY281" fmla="*/ 559485 h 2345944"/>
                <a:gd name="connsiteX282" fmla="*/ 1731608 w 1874542"/>
                <a:gd name="connsiteY282" fmla="*/ 561882 h 2345944"/>
                <a:gd name="connsiteX283" fmla="*/ 1750117 w 1874542"/>
                <a:gd name="connsiteY283" fmla="*/ 601279 h 2345944"/>
                <a:gd name="connsiteX284" fmla="*/ 1755087 w 1874542"/>
                <a:gd name="connsiteY284" fmla="*/ 599053 h 2345944"/>
                <a:gd name="connsiteX285" fmla="*/ 1772320 w 1874542"/>
                <a:gd name="connsiteY285" fmla="*/ 639249 h 2345944"/>
                <a:gd name="connsiteX286" fmla="*/ 1767274 w 1874542"/>
                <a:gd name="connsiteY286" fmla="*/ 641307 h 2345944"/>
                <a:gd name="connsiteX287" fmla="*/ 1783090 w 1874542"/>
                <a:gd name="connsiteY287" fmla="*/ 681912 h 2345944"/>
                <a:gd name="connsiteX288" fmla="*/ 1788202 w 1874542"/>
                <a:gd name="connsiteY288" fmla="*/ 680025 h 2345944"/>
                <a:gd name="connsiteX289" fmla="*/ 1802732 w 1874542"/>
                <a:gd name="connsiteY289" fmla="*/ 721326 h 2345944"/>
                <a:gd name="connsiteX290" fmla="*/ 1797565 w 1874542"/>
                <a:gd name="connsiteY290" fmla="*/ 723046 h 2345944"/>
                <a:gd name="connsiteX291" fmla="*/ 1810678 w 1874542"/>
                <a:gd name="connsiteY291" fmla="*/ 764588 h 2345944"/>
                <a:gd name="connsiteX292" fmla="*/ 1815899 w 1874542"/>
                <a:gd name="connsiteY292" fmla="*/ 763036 h 2345944"/>
                <a:gd name="connsiteX293" fmla="*/ 1827704 w 1874542"/>
                <a:gd name="connsiteY293" fmla="*/ 805115 h 2345944"/>
                <a:gd name="connsiteX294" fmla="*/ 1822440 w 1874542"/>
                <a:gd name="connsiteY294" fmla="*/ 806501 h 2345944"/>
                <a:gd name="connsiteX295" fmla="*/ 1832871 w 1874542"/>
                <a:gd name="connsiteY295" fmla="*/ 848797 h 2345944"/>
                <a:gd name="connsiteX296" fmla="*/ 1838190 w 1874542"/>
                <a:gd name="connsiteY296" fmla="*/ 847578 h 2345944"/>
                <a:gd name="connsiteX297" fmla="*/ 1847336 w 1874542"/>
                <a:gd name="connsiteY297" fmla="*/ 890380 h 2345944"/>
                <a:gd name="connsiteX298" fmla="*/ 1841994 w 1874542"/>
                <a:gd name="connsiteY298" fmla="*/ 891432 h 2345944"/>
                <a:gd name="connsiteX299" fmla="*/ 1849777 w 1874542"/>
                <a:gd name="connsiteY299" fmla="*/ 934337 h 2345944"/>
                <a:gd name="connsiteX300" fmla="*/ 1855162 w 1874542"/>
                <a:gd name="connsiteY300" fmla="*/ 933449 h 2345944"/>
                <a:gd name="connsiteX301" fmla="*/ 1861637 w 1874542"/>
                <a:gd name="connsiteY301" fmla="*/ 976652 h 2345944"/>
                <a:gd name="connsiteX302" fmla="*/ 1856241 w 1874542"/>
                <a:gd name="connsiteY302" fmla="*/ 977377 h 2345944"/>
                <a:gd name="connsiteX303" fmla="*/ 1861397 w 1874542"/>
                <a:gd name="connsiteY303" fmla="*/ 1020631 h 2345944"/>
                <a:gd name="connsiteX304" fmla="*/ 1866814 w 1874542"/>
                <a:gd name="connsiteY304" fmla="*/ 1020076 h 2345944"/>
                <a:gd name="connsiteX305" fmla="*/ 1870695 w 1874542"/>
                <a:gd name="connsiteY305" fmla="*/ 1063669 h 2345944"/>
                <a:gd name="connsiteX306" fmla="*/ 1865256 w 1874542"/>
                <a:gd name="connsiteY306" fmla="*/ 1064072 h 2345944"/>
                <a:gd name="connsiteX307" fmla="*/ 1867817 w 1874542"/>
                <a:gd name="connsiteY307" fmla="*/ 1107600 h 2345944"/>
                <a:gd name="connsiteX308" fmla="*/ 1873267 w 1874542"/>
                <a:gd name="connsiteY308" fmla="*/ 1107360 h 234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42" h="2345944">
                  <a:moveTo>
                    <a:pt x="1873267" y="1107360"/>
                  </a:moveTo>
                  <a:cubicBezTo>
                    <a:pt x="1873899" y="1121848"/>
                    <a:pt x="1874335" y="1136401"/>
                    <a:pt x="1874543" y="1151019"/>
                  </a:cubicBezTo>
                  <a:lnTo>
                    <a:pt x="1869092" y="1151106"/>
                  </a:lnTo>
                  <a:cubicBezTo>
                    <a:pt x="1869201" y="1158377"/>
                    <a:pt x="1869256" y="1165670"/>
                    <a:pt x="1869256" y="1172974"/>
                  </a:cubicBezTo>
                  <a:cubicBezTo>
                    <a:pt x="1869256" y="1180277"/>
                    <a:pt x="1869201" y="1187570"/>
                    <a:pt x="1869092" y="1194841"/>
                  </a:cubicBezTo>
                  <a:lnTo>
                    <a:pt x="1874543" y="1194928"/>
                  </a:lnTo>
                  <a:cubicBezTo>
                    <a:pt x="1874335" y="1209546"/>
                    <a:pt x="1873899" y="1224099"/>
                    <a:pt x="1873267" y="1238587"/>
                  </a:cubicBezTo>
                  <a:lnTo>
                    <a:pt x="1867817" y="1238347"/>
                  </a:lnTo>
                  <a:cubicBezTo>
                    <a:pt x="1867174" y="1252933"/>
                    <a:pt x="1866324" y="1267442"/>
                    <a:pt x="1865256" y="1281875"/>
                  </a:cubicBezTo>
                  <a:lnTo>
                    <a:pt x="1870695" y="1282278"/>
                  </a:lnTo>
                  <a:cubicBezTo>
                    <a:pt x="1869616" y="1296885"/>
                    <a:pt x="1868319" y="1311427"/>
                    <a:pt x="1866814" y="1325871"/>
                  </a:cubicBezTo>
                  <a:lnTo>
                    <a:pt x="1861397" y="1325316"/>
                  </a:lnTo>
                  <a:cubicBezTo>
                    <a:pt x="1859893" y="1339815"/>
                    <a:pt x="1858170" y="1354237"/>
                    <a:pt x="1856241" y="1368572"/>
                  </a:cubicBezTo>
                  <a:lnTo>
                    <a:pt x="1861637" y="1369291"/>
                  </a:lnTo>
                  <a:cubicBezTo>
                    <a:pt x="1859696" y="1383789"/>
                    <a:pt x="1857527" y="1398190"/>
                    <a:pt x="1855162" y="1412492"/>
                  </a:cubicBezTo>
                  <a:lnTo>
                    <a:pt x="1849777" y="1411610"/>
                  </a:lnTo>
                  <a:cubicBezTo>
                    <a:pt x="1847390" y="1426011"/>
                    <a:pt x="1844796" y="1440314"/>
                    <a:pt x="1841994" y="1454507"/>
                  </a:cubicBezTo>
                  <a:lnTo>
                    <a:pt x="1847336" y="1455563"/>
                  </a:lnTo>
                  <a:cubicBezTo>
                    <a:pt x="1844501" y="1469942"/>
                    <a:pt x="1841449" y="1484212"/>
                    <a:pt x="1838190" y="1498373"/>
                  </a:cubicBezTo>
                  <a:lnTo>
                    <a:pt x="1832871" y="1497154"/>
                  </a:lnTo>
                  <a:cubicBezTo>
                    <a:pt x="1829601" y="1511358"/>
                    <a:pt x="1826124" y="1525465"/>
                    <a:pt x="1822440" y="1539441"/>
                  </a:cubicBezTo>
                  <a:lnTo>
                    <a:pt x="1827704" y="1540834"/>
                  </a:lnTo>
                  <a:cubicBezTo>
                    <a:pt x="1823976" y="1554973"/>
                    <a:pt x="1820042" y="1569004"/>
                    <a:pt x="1815899" y="1582914"/>
                  </a:cubicBezTo>
                  <a:lnTo>
                    <a:pt x="1810678" y="1581358"/>
                  </a:lnTo>
                  <a:cubicBezTo>
                    <a:pt x="1806514" y="1595334"/>
                    <a:pt x="1802143" y="1609179"/>
                    <a:pt x="1797565" y="1622905"/>
                  </a:cubicBezTo>
                  <a:lnTo>
                    <a:pt x="1802732" y="1624625"/>
                  </a:lnTo>
                  <a:cubicBezTo>
                    <a:pt x="1798099" y="1638524"/>
                    <a:pt x="1793249" y="1652294"/>
                    <a:pt x="1788202" y="1665921"/>
                  </a:cubicBezTo>
                  <a:lnTo>
                    <a:pt x="1783090" y="1664027"/>
                  </a:lnTo>
                  <a:cubicBezTo>
                    <a:pt x="1778021" y="1677710"/>
                    <a:pt x="1772746" y="1691250"/>
                    <a:pt x="1767274" y="1704638"/>
                  </a:cubicBezTo>
                  <a:lnTo>
                    <a:pt x="1772320" y="1706696"/>
                  </a:lnTo>
                  <a:cubicBezTo>
                    <a:pt x="1766783" y="1720247"/>
                    <a:pt x="1761039" y="1733646"/>
                    <a:pt x="1755087" y="1746893"/>
                  </a:cubicBezTo>
                  <a:lnTo>
                    <a:pt x="1750117" y="1744662"/>
                  </a:lnTo>
                  <a:cubicBezTo>
                    <a:pt x="1744143" y="1757963"/>
                    <a:pt x="1737974" y="1771101"/>
                    <a:pt x="1731608" y="1784064"/>
                  </a:cubicBezTo>
                  <a:lnTo>
                    <a:pt x="1736502" y="1786459"/>
                  </a:lnTo>
                  <a:cubicBezTo>
                    <a:pt x="1730049" y="1799608"/>
                    <a:pt x="1723390" y="1812582"/>
                    <a:pt x="1716533" y="1825383"/>
                  </a:cubicBezTo>
                  <a:lnTo>
                    <a:pt x="1711726" y="1822814"/>
                  </a:lnTo>
                  <a:cubicBezTo>
                    <a:pt x="1704837" y="1835680"/>
                    <a:pt x="1697752" y="1848371"/>
                    <a:pt x="1690471" y="1860867"/>
                  </a:cubicBezTo>
                  <a:lnTo>
                    <a:pt x="1695180" y="1863610"/>
                  </a:lnTo>
                  <a:cubicBezTo>
                    <a:pt x="1687800" y="1876269"/>
                    <a:pt x="1680225" y="1888743"/>
                    <a:pt x="1672453" y="1901010"/>
                  </a:cubicBezTo>
                  <a:lnTo>
                    <a:pt x="1667842" y="1898104"/>
                  </a:lnTo>
                  <a:cubicBezTo>
                    <a:pt x="1660048" y="1910425"/>
                    <a:pt x="1652048" y="1922551"/>
                    <a:pt x="1643862" y="1934459"/>
                  </a:cubicBezTo>
                  <a:lnTo>
                    <a:pt x="1648364" y="1937539"/>
                  </a:lnTo>
                  <a:cubicBezTo>
                    <a:pt x="1640068" y="1949610"/>
                    <a:pt x="1631577" y="1961474"/>
                    <a:pt x="1622901" y="1973110"/>
                  </a:cubicBezTo>
                  <a:lnTo>
                    <a:pt x="1618530" y="1969867"/>
                  </a:lnTo>
                  <a:cubicBezTo>
                    <a:pt x="1609820" y="1981557"/>
                    <a:pt x="1600926" y="1993019"/>
                    <a:pt x="1591835" y="2004241"/>
                  </a:cubicBezTo>
                  <a:lnTo>
                    <a:pt x="1596075" y="2007658"/>
                  </a:lnTo>
                  <a:cubicBezTo>
                    <a:pt x="1586875" y="2019055"/>
                    <a:pt x="1577469" y="2030201"/>
                    <a:pt x="1567898" y="2041107"/>
                  </a:cubicBezTo>
                  <a:lnTo>
                    <a:pt x="1563800" y="2037515"/>
                  </a:lnTo>
                  <a:cubicBezTo>
                    <a:pt x="1554175" y="2048476"/>
                    <a:pt x="1544365" y="2059187"/>
                    <a:pt x="1534369" y="2069647"/>
                  </a:cubicBezTo>
                  <a:lnTo>
                    <a:pt x="1538315" y="2073402"/>
                  </a:lnTo>
                  <a:cubicBezTo>
                    <a:pt x="1528189" y="2084004"/>
                    <a:pt x="1517877" y="2094344"/>
                    <a:pt x="1507402" y="2104402"/>
                  </a:cubicBezTo>
                  <a:lnTo>
                    <a:pt x="1503620" y="2100483"/>
                  </a:lnTo>
                  <a:cubicBezTo>
                    <a:pt x="1493112" y="2110584"/>
                    <a:pt x="1482419" y="2120402"/>
                    <a:pt x="1471562" y="2129938"/>
                  </a:cubicBezTo>
                  <a:lnTo>
                    <a:pt x="1475159" y="2134030"/>
                  </a:lnTo>
                  <a:cubicBezTo>
                    <a:pt x="1464150" y="2143696"/>
                    <a:pt x="1452967" y="2153078"/>
                    <a:pt x="1441619" y="2162156"/>
                  </a:cubicBezTo>
                  <a:lnTo>
                    <a:pt x="1438208" y="2157911"/>
                  </a:lnTo>
                  <a:cubicBezTo>
                    <a:pt x="1426839" y="2167011"/>
                    <a:pt x="1415306" y="2175806"/>
                    <a:pt x="1403610" y="2184296"/>
                  </a:cubicBezTo>
                  <a:lnTo>
                    <a:pt x="1406815" y="2188693"/>
                  </a:lnTo>
                  <a:cubicBezTo>
                    <a:pt x="1394967" y="2197303"/>
                    <a:pt x="1382955" y="2205586"/>
                    <a:pt x="1370779" y="2213543"/>
                  </a:cubicBezTo>
                  <a:lnTo>
                    <a:pt x="1367792" y="2208993"/>
                  </a:lnTo>
                  <a:cubicBezTo>
                    <a:pt x="1355617" y="2216950"/>
                    <a:pt x="1343289" y="2224580"/>
                    <a:pt x="1330808" y="2231884"/>
                  </a:cubicBezTo>
                  <a:lnTo>
                    <a:pt x="1333555" y="2236575"/>
                  </a:lnTo>
                  <a:cubicBezTo>
                    <a:pt x="1320932" y="2243966"/>
                    <a:pt x="1308147" y="2251008"/>
                    <a:pt x="1295219" y="2257692"/>
                  </a:cubicBezTo>
                  <a:lnTo>
                    <a:pt x="1292701" y="2252870"/>
                  </a:lnTo>
                  <a:cubicBezTo>
                    <a:pt x="1279806" y="2259542"/>
                    <a:pt x="1266759" y="2265866"/>
                    <a:pt x="1253569" y="2271831"/>
                  </a:cubicBezTo>
                  <a:lnTo>
                    <a:pt x="1255815" y="2276783"/>
                  </a:lnTo>
                  <a:cubicBezTo>
                    <a:pt x="1242495" y="2282814"/>
                    <a:pt x="1229033" y="2288463"/>
                    <a:pt x="1215451" y="2293742"/>
                  </a:cubicBezTo>
                  <a:lnTo>
                    <a:pt x="1213468" y="2288670"/>
                  </a:lnTo>
                  <a:cubicBezTo>
                    <a:pt x="1199940" y="2293927"/>
                    <a:pt x="1186293" y="2298803"/>
                    <a:pt x="1172505" y="2303288"/>
                  </a:cubicBezTo>
                  <a:lnTo>
                    <a:pt x="1174205" y="2308469"/>
                  </a:lnTo>
                  <a:cubicBezTo>
                    <a:pt x="1160318" y="2312986"/>
                    <a:pt x="1146322" y="2317122"/>
                    <a:pt x="1132196" y="2320867"/>
                  </a:cubicBezTo>
                  <a:lnTo>
                    <a:pt x="1130800" y="2315598"/>
                  </a:lnTo>
                  <a:cubicBezTo>
                    <a:pt x="1116805" y="2319310"/>
                    <a:pt x="1102700" y="2322619"/>
                    <a:pt x="1088475" y="2325525"/>
                  </a:cubicBezTo>
                  <a:lnTo>
                    <a:pt x="1089565" y="2330859"/>
                  </a:lnTo>
                  <a:cubicBezTo>
                    <a:pt x="1075298" y="2333776"/>
                    <a:pt x="1060918" y="2336290"/>
                    <a:pt x="1046437" y="2338391"/>
                  </a:cubicBezTo>
                  <a:lnTo>
                    <a:pt x="1045654" y="2333003"/>
                  </a:lnTo>
                  <a:cubicBezTo>
                    <a:pt x="1031357" y="2335082"/>
                    <a:pt x="1016962" y="2336747"/>
                    <a:pt x="1002475" y="2338010"/>
                  </a:cubicBezTo>
                  <a:lnTo>
                    <a:pt x="1002945" y="2343431"/>
                  </a:lnTo>
                  <a:cubicBezTo>
                    <a:pt x="988465" y="2344682"/>
                    <a:pt x="973892" y="2345521"/>
                    <a:pt x="959237" y="2345945"/>
                  </a:cubicBezTo>
                  <a:lnTo>
                    <a:pt x="959080" y="2340503"/>
                  </a:lnTo>
                  <a:cubicBezTo>
                    <a:pt x="951831" y="2340709"/>
                    <a:pt x="944562" y="2340818"/>
                    <a:pt x="937273" y="2340818"/>
                  </a:cubicBezTo>
                  <a:cubicBezTo>
                    <a:pt x="929984" y="2340818"/>
                    <a:pt x="922716" y="2340709"/>
                    <a:pt x="915467" y="2340503"/>
                  </a:cubicBezTo>
                  <a:lnTo>
                    <a:pt x="915310" y="2345945"/>
                  </a:lnTo>
                  <a:cubicBezTo>
                    <a:pt x="900655" y="2345521"/>
                    <a:pt x="886082" y="2344682"/>
                    <a:pt x="871600" y="2343431"/>
                  </a:cubicBezTo>
                  <a:lnTo>
                    <a:pt x="872071" y="2338010"/>
                  </a:lnTo>
                  <a:cubicBezTo>
                    <a:pt x="857585" y="2336747"/>
                    <a:pt x="843189" y="2335082"/>
                    <a:pt x="828892" y="2333003"/>
                  </a:cubicBezTo>
                  <a:lnTo>
                    <a:pt x="828109" y="2338391"/>
                  </a:lnTo>
                  <a:cubicBezTo>
                    <a:pt x="813629" y="2336290"/>
                    <a:pt x="799249" y="2333776"/>
                    <a:pt x="784978" y="2330859"/>
                  </a:cubicBezTo>
                  <a:lnTo>
                    <a:pt x="786071" y="2325525"/>
                  </a:lnTo>
                  <a:cubicBezTo>
                    <a:pt x="771850" y="2322619"/>
                    <a:pt x="757739" y="2319310"/>
                    <a:pt x="743742" y="2315598"/>
                  </a:cubicBezTo>
                  <a:lnTo>
                    <a:pt x="742346" y="2320867"/>
                  </a:lnTo>
                  <a:cubicBezTo>
                    <a:pt x="728226" y="2317122"/>
                    <a:pt x="714223" y="2312986"/>
                    <a:pt x="700345" y="2308469"/>
                  </a:cubicBezTo>
                  <a:lnTo>
                    <a:pt x="702037" y="2303288"/>
                  </a:lnTo>
                  <a:cubicBezTo>
                    <a:pt x="688257" y="2298803"/>
                    <a:pt x="674601" y="2293927"/>
                    <a:pt x="661076" y="2288670"/>
                  </a:cubicBezTo>
                  <a:lnTo>
                    <a:pt x="659101" y="2293742"/>
                  </a:lnTo>
                  <a:cubicBezTo>
                    <a:pt x="645508" y="2288463"/>
                    <a:pt x="632050" y="2282814"/>
                    <a:pt x="618731" y="2276783"/>
                  </a:cubicBezTo>
                  <a:lnTo>
                    <a:pt x="620979" y="2271831"/>
                  </a:lnTo>
                  <a:cubicBezTo>
                    <a:pt x="607793" y="2265866"/>
                    <a:pt x="594744" y="2259542"/>
                    <a:pt x="581840" y="2252870"/>
                  </a:cubicBezTo>
                  <a:lnTo>
                    <a:pt x="579333" y="2257692"/>
                  </a:lnTo>
                  <a:cubicBezTo>
                    <a:pt x="566404" y="2251008"/>
                    <a:pt x="553620" y="2243966"/>
                    <a:pt x="540989" y="2236575"/>
                  </a:cubicBezTo>
                  <a:lnTo>
                    <a:pt x="543742" y="2231884"/>
                  </a:lnTo>
                  <a:cubicBezTo>
                    <a:pt x="531261" y="2224580"/>
                    <a:pt x="518930" y="2216950"/>
                    <a:pt x="506754" y="2208993"/>
                  </a:cubicBezTo>
                  <a:lnTo>
                    <a:pt x="503769" y="2213543"/>
                  </a:lnTo>
                  <a:cubicBezTo>
                    <a:pt x="491597" y="2205586"/>
                    <a:pt x="479582" y="2197303"/>
                    <a:pt x="467732" y="2188704"/>
                  </a:cubicBezTo>
                  <a:lnTo>
                    <a:pt x="470936" y="2184296"/>
                  </a:lnTo>
                  <a:cubicBezTo>
                    <a:pt x="459239" y="2175806"/>
                    <a:pt x="447703" y="2167011"/>
                    <a:pt x="436334" y="2157911"/>
                  </a:cubicBezTo>
                  <a:lnTo>
                    <a:pt x="432925" y="2162156"/>
                  </a:lnTo>
                  <a:cubicBezTo>
                    <a:pt x="421577" y="2153078"/>
                    <a:pt x="410396" y="2143696"/>
                    <a:pt x="399387" y="2134030"/>
                  </a:cubicBezTo>
                  <a:lnTo>
                    <a:pt x="402987" y="2129938"/>
                  </a:lnTo>
                  <a:cubicBezTo>
                    <a:pt x="392129" y="2120402"/>
                    <a:pt x="381439" y="2110584"/>
                    <a:pt x="370926" y="2100483"/>
                  </a:cubicBezTo>
                  <a:lnTo>
                    <a:pt x="367148" y="2104402"/>
                  </a:lnTo>
                  <a:cubicBezTo>
                    <a:pt x="356665" y="2094344"/>
                    <a:pt x="346357" y="2084004"/>
                    <a:pt x="336231" y="2073402"/>
                  </a:cubicBezTo>
                  <a:lnTo>
                    <a:pt x="340174" y="2069647"/>
                  </a:lnTo>
                  <a:cubicBezTo>
                    <a:pt x="330187" y="2059187"/>
                    <a:pt x="320376" y="2048476"/>
                    <a:pt x="310749" y="2037515"/>
                  </a:cubicBezTo>
                  <a:lnTo>
                    <a:pt x="306652" y="2041107"/>
                  </a:lnTo>
                  <a:cubicBezTo>
                    <a:pt x="297073" y="2030201"/>
                    <a:pt x="287676" y="2019055"/>
                    <a:pt x="278466" y="2007658"/>
                  </a:cubicBezTo>
                  <a:lnTo>
                    <a:pt x="282706" y="2004241"/>
                  </a:lnTo>
                  <a:cubicBezTo>
                    <a:pt x="273625" y="1993019"/>
                    <a:pt x="264726" y="1981557"/>
                    <a:pt x="256016" y="1969867"/>
                  </a:cubicBezTo>
                  <a:lnTo>
                    <a:pt x="251644" y="1973110"/>
                  </a:lnTo>
                  <a:cubicBezTo>
                    <a:pt x="242969" y="1961474"/>
                    <a:pt x="234481" y="1949610"/>
                    <a:pt x="226186" y="1937539"/>
                  </a:cubicBezTo>
                  <a:lnTo>
                    <a:pt x="230680" y="1934459"/>
                  </a:lnTo>
                  <a:cubicBezTo>
                    <a:pt x="222497" y="1922551"/>
                    <a:pt x="214502" y="1910425"/>
                    <a:pt x="206700" y="1898104"/>
                  </a:cubicBezTo>
                  <a:lnTo>
                    <a:pt x="202094" y="1901010"/>
                  </a:lnTo>
                  <a:cubicBezTo>
                    <a:pt x="194324" y="1888743"/>
                    <a:pt x="186748" y="1876269"/>
                    <a:pt x="179368" y="1863610"/>
                  </a:cubicBezTo>
                  <a:lnTo>
                    <a:pt x="184079" y="1860867"/>
                  </a:lnTo>
                  <a:cubicBezTo>
                    <a:pt x="176796" y="1848371"/>
                    <a:pt x="169706" y="1835680"/>
                    <a:pt x="162815" y="1822814"/>
                  </a:cubicBezTo>
                  <a:lnTo>
                    <a:pt x="158009" y="1825383"/>
                  </a:lnTo>
                  <a:cubicBezTo>
                    <a:pt x="151156" y="1812582"/>
                    <a:pt x="144498" y="1799608"/>
                    <a:pt x="138042" y="1786459"/>
                  </a:cubicBezTo>
                  <a:lnTo>
                    <a:pt x="142935" y="1784064"/>
                  </a:lnTo>
                  <a:cubicBezTo>
                    <a:pt x="136569" y="1771101"/>
                    <a:pt x="130397" y="1757963"/>
                    <a:pt x="124428" y="1744662"/>
                  </a:cubicBezTo>
                  <a:lnTo>
                    <a:pt x="119455" y="1746893"/>
                  </a:lnTo>
                  <a:cubicBezTo>
                    <a:pt x="113509" y="1733646"/>
                    <a:pt x="107764" y="1720247"/>
                    <a:pt x="102223" y="1706696"/>
                  </a:cubicBezTo>
                  <a:lnTo>
                    <a:pt x="107269" y="1704638"/>
                  </a:lnTo>
                  <a:cubicBezTo>
                    <a:pt x="101795" y="1691250"/>
                    <a:pt x="96522" y="1677710"/>
                    <a:pt x="91455" y="1664038"/>
                  </a:cubicBezTo>
                  <a:lnTo>
                    <a:pt x="86343" y="1665921"/>
                  </a:lnTo>
                  <a:cubicBezTo>
                    <a:pt x="81295" y="1652294"/>
                    <a:pt x="76450" y="1638524"/>
                    <a:pt x="71812" y="1624625"/>
                  </a:cubicBezTo>
                  <a:lnTo>
                    <a:pt x="76983" y="1622905"/>
                  </a:lnTo>
                  <a:cubicBezTo>
                    <a:pt x="72408" y="1609179"/>
                    <a:pt x="68036" y="1595334"/>
                    <a:pt x="63872" y="1581358"/>
                  </a:cubicBezTo>
                  <a:lnTo>
                    <a:pt x="58648" y="1582914"/>
                  </a:lnTo>
                  <a:cubicBezTo>
                    <a:pt x="54505" y="1569004"/>
                    <a:pt x="50567" y="1554973"/>
                    <a:pt x="46838" y="1540834"/>
                  </a:cubicBezTo>
                  <a:lnTo>
                    <a:pt x="52108" y="1539441"/>
                  </a:lnTo>
                  <a:cubicBezTo>
                    <a:pt x="48423" y="1525465"/>
                    <a:pt x="44942" y="1511358"/>
                    <a:pt x="41671" y="1497154"/>
                  </a:cubicBezTo>
                  <a:lnTo>
                    <a:pt x="36360" y="1498373"/>
                  </a:lnTo>
                  <a:cubicBezTo>
                    <a:pt x="33101" y="1484212"/>
                    <a:pt x="30049" y="1469942"/>
                    <a:pt x="27210" y="1455563"/>
                  </a:cubicBezTo>
                  <a:lnTo>
                    <a:pt x="32557" y="1454518"/>
                  </a:lnTo>
                  <a:cubicBezTo>
                    <a:pt x="29751" y="1440314"/>
                    <a:pt x="27153" y="1426011"/>
                    <a:pt x="24766" y="1411610"/>
                  </a:cubicBezTo>
                  <a:lnTo>
                    <a:pt x="19389" y="1412492"/>
                  </a:lnTo>
                  <a:cubicBezTo>
                    <a:pt x="17018" y="1398190"/>
                    <a:pt x="14855" y="1383789"/>
                    <a:pt x="12904" y="1369291"/>
                  </a:cubicBezTo>
                  <a:lnTo>
                    <a:pt x="18306" y="1368572"/>
                  </a:lnTo>
                  <a:cubicBezTo>
                    <a:pt x="16377" y="1354237"/>
                    <a:pt x="14656" y="1339815"/>
                    <a:pt x="13148" y="1325316"/>
                  </a:cubicBezTo>
                  <a:lnTo>
                    <a:pt x="7727" y="1325871"/>
                  </a:lnTo>
                  <a:cubicBezTo>
                    <a:pt x="6225" y="1311427"/>
                    <a:pt x="4932" y="1296885"/>
                    <a:pt x="3853" y="1282278"/>
                  </a:cubicBezTo>
                  <a:lnTo>
                    <a:pt x="9289" y="1281875"/>
                  </a:lnTo>
                  <a:cubicBezTo>
                    <a:pt x="8223" y="1267442"/>
                    <a:pt x="7368" y="1252933"/>
                    <a:pt x="6725" y="1238347"/>
                  </a:cubicBezTo>
                  <a:lnTo>
                    <a:pt x="1280" y="1238587"/>
                  </a:lnTo>
                  <a:cubicBezTo>
                    <a:pt x="642" y="1224099"/>
                    <a:pt x="214" y="1209546"/>
                    <a:pt x="0" y="1194928"/>
                  </a:cubicBezTo>
                  <a:lnTo>
                    <a:pt x="5450" y="1194841"/>
                  </a:lnTo>
                  <a:cubicBezTo>
                    <a:pt x="5343" y="1187570"/>
                    <a:pt x="5289" y="1180277"/>
                    <a:pt x="5289" y="1172974"/>
                  </a:cubicBezTo>
                  <a:cubicBezTo>
                    <a:pt x="5289" y="1165670"/>
                    <a:pt x="5343" y="1158377"/>
                    <a:pt x="5450" y="1151106"/>
                  </a:cubicBezTo>
                  <a:lnTo>
                    <a:pt x="0" y="1151019"/>
                  </a:lnTo>
                  <a:cubicBezTo>
                    <a:pt x="214" y="1136401"/>
                    <a:pt x="642" y="1121848"/>
                    <a:pt x="1280" y="1107360"/>
                  </a:cubicBezTo>
                  <a:lnTo>
                    <a:pt x="6725" y="1107600"/>
                  </a:lnTo>
                  <a:cubicBezTo>
                    <a:pt x="7368" y="1093014"/>
                    <a:pt x="8223" y="1078505"/>
                    <a:pt x="9289" y="1064072"/>
                  </a:cubicBezTo>
                  <a:lnTo>
                    <a:pt x="3853" y="1063669"/>
                  </a:lnTo>
                  <a:cubicBezTo>
                    <a:pt x="4932" y="1049062"/>
                    <a:pt x="6225" y="1034520"/>
                    <a:pt x="7727" y="1020076"/>
                  </a:cubicBezTo>
                  <a:lnTo>
                    <a:pt x="13148" y="1020631"/>
                  </a:lnTo>
                  <a:cubicBezTo>
                    <a:pt x="14656" y="1006132"/>
                    <a:pt x="16377" y="991710"/>
                    <a:pt x="18306" y="977377"/>
                  </a:cubicBezTo>
                  <a:lnTo>
                    <a:pt x="12904" y="976652"/>
                  </a:lnTo>
                  <a:cubicBezTo>
                    <a:pt x="14855" y="962159"/>
                    <a:pt x="17018" y="947757"/>
                    <a:pt x="19389" y="933449"/>
                  </a:cubicBezTo>
                  <a:lnTo>
                    <a:pt x="24766" y="934337"/>
                  </a:lnTo>
                  <a:cubicBezTo>
                    <a:pt x="27153" y="919936"/>
                    <a:pt x="29751" y="905634"/>
                    <a:pt x="32557" y="891433"/>
                  </a:cubicBezTo>
                  <a:lnTo>
                    <a:pt x="27209" y="890380"/>
                  </a:lnTo>
                  <a:cubicBezTo>
                    <a:pt x="30049" y="876006"/>
                    <a:pt x="33101" y="861737"/>
                    <a:pt x="36360" y="847578"/>
                  </a:cubicBezTo>
                  <a:lnTo>
                    <a:pt x="41671" y="848797"/>
                  </a:lnTo>
                  <a:cubicBezTo>
                    <a:pt x="44942" y="834585"/>
                    <a:pt x="48423" y="820485"/>
                    <a:pt x="52108" y="806501"/>
                  </a:cubicBezTo>
                  <a:lnTo>
                    <a:pt x="46838" y="805116"/>
                  </a:lnTo>
                  <a:cubicBezTo>
                    <a:pt x="50567" y="790968"/>
                    <a:pt x="54505" y="776940"/>
                    <a:pt x="58648" y="763036"/>
                  </a:cubicBezTo>
                  <a:lnTo>
                    <a:pt x="63872" y="764588"/>
                  </a:lnTo>
                  <a:cubicBezTo>
                    <a:pt x="68036" y="750611"/>
                    <a:pt x="72408" y="736763"/>
                    <a:pt x="76983" y="723046"/>
                  </a:cubicBezTo>
                  <a:lnTo>
                    <a:pt x="71812" y="721326"/>
                  </a:lnTo>
                  <a:cubicBezTo>
                    <a:pt x="76449" y="707422"/>
                    <a:pt x="81295" y="693652"/>
                    <a:pt x="86343" y="680025"/>
                  </a:cubicBezTo>
                  <a:lnTo>
                    <a:pt x="91454" y="681913"/>
                  </a:lnTo>
                  <a:cubicBezTo>
                    <a:pt x="96522" y="668232"/>
                    <a:pt x="101795" y="654695"/>
                    <a:pt x="107269" y="641308"/>
                  </a:cubicBezTo>
                  <a:lnTo>
                    <a:pt x="102223" y="639251"/>
                  </a:lnTo>
                  <a:cubicBezTo>
                    <a:pt x="107764" y="625697"/>
                    <a:pt x="113509" y="612296"/>
                    <a:pt x="119454" y="599053"/>
                  </a:cubicBezTo>
                  <a:lnTo>
                    <a:pt x="124428" y="601279"/>
                  </a:lnTo>
                  <a:cubicBezTo>
                    <a:pt x="130397" y="587983"/>
                    <a:pt x="136569" y="574849"/>
                    <a:pt x="142935" y="561882"/>
                  </a:cubicBezTo>
                  <a:lnTo>
                    <a:pt x="138042" y="559485"/>
                  </a:lnTo>
                  <a:cubicBezTo>
                    <a:pt x="144498" y="546338"/>
                    <a:pt x="151156" y="533362"/>
                    <a:pt x="158009" y="520564"/>
                  </a:cubicBezTo>
                  <a:lnTo>
                    <a:pt x="162815" y="523130"/>
                  </a:lnTo>
                  <a:cubicBezTo>
                    <a:pt x="169706" y="510262"/>
                    <a:pt x="176796" y="497575"/>
                    <a:pt x="184079" y="485077"/>
                  </a:cubicBezTo>
                  <a:lnTo>
                    <a:pt x="179368" y="482339"/>
                  </a:lnTo>
                  <a:cubicBezTo>
                    <a:pt x="186748" y="469676"/>
                    <a:pt x="194324" y="457204"/>
                    <a:pt x="202094" y="444932"/>
                  </a:cubicBezTo>
                  <a:lnTo>
                    <a:pt x="206700" y="447839"/>
                  </a:lnTo>
                  <a:cubicBezTo>
                    <a:pt x="214502" y="435516"/>
                    <a:pt x="222497" y="423395"/>
                    <a:pt x="230680" y="411483"/>
                  </a:cubicBezTo>
                  <a:lnTo>
                    <a:pt x="226186" y="408405"/>
                  </a:lnTo>
                  <a:cubicBezTo>
                    <a:pt x="234481" y="396331"/>
                    <a:pt x="242969" y="384469"/>
                    <a:pt x="251644" y="372830"/>
                  </a:cubicBezTo>
                  <a:lnTo>
                    <a:pt x="256016" y="376079"/>
                  </a:lnTo>
                  <a:cubicBezTo>
                    <a:pt x="264725" y="364394"/>
                    <a:pt x="273624" y="352932"/>
                    <a:pt x="282706" y="341702"/>
                  </a:cubicBezTo>
                  <a:lnTo>
                    <a:pt x="278466" y="338283"/>
                  </a:lnTo>
                  <a:cubicBezTo>
                    <a:pt x="287676" y="326896"/>
                    <a:pt x="297073" y="315744"/>
                    <a:pt x="306651" y="304839"/>
                  </a:cubicBezTo>
                  <a:lnTo>
                    <a:pt x="310748" y="308428"/>
                  </a:lnTo>
                  <a:cubicBezTo>
                    <a:pt x="320376" y="297466"/>
                    <a:pt x="330187" y="286754"/>
                    <a:pt x="340174" y="276300"/>
                  </a:cubicBezTo>
                  <a:lnTo>
                    <a:pt x="336231" y="272543"/>
                  </a:lnTo>
                  <a:cubicBezTo>
                    <a:pt x="346357" y="261943"/>
                    <a:pt x="356665" y="251605"/>
                    <a:pt x="367148" y="241539"/>
                  </a:cubicBezTo>
                  <a:lnTo>
                    <a:pt x="370926" y="245462"/>
                  </a:lnTo>
                  <a:cubicBezTo>
                    <a:pt x="381439" y="235366"/>
                    <a:pt x="392129" y="225545"/>
                    <a:pt x="402987" y="216008"/>
                  </a:cubicBezTo>
                  <a:lnTo>
                    <a:pt x="399387" y="211920"/>
                  </a:lnTo>
                  <a:cubicBezTo>
                    <a:pt x="410396" y="202251"/>
                    <a:pt x="421577" y="192872"/>
                    <a:pt x="432925" y="183789"/>
                  </a:cubicBezTo>
                  <a:lnTo>
                    <a:pt x="436334" y="188036"/>
                  </a:lnTo>
                  <a:cubicBezTo>
                    <a:pt x="447703" y="178936"/>
                    <a:pt x="459239" y="170138"/>
                    <a:pt x="470935" y="161649"/>
                  </a:cubicBezTo>
                  <a:lnTo>
                    <a:pt x="467732" y="157247"/>
                  </a:lnTo>
                  <a:cubicBezTo>
                    <a:pt x="479582" y="148647"/>
                    <a:pt x="491597" y="140363"/>
                    <a:pt x="503769" y="132403"/>
                  </a:cubicBezTo>
                  <a:lnTo>
                    <a:pt x="506754" y="136956"/>
                  </a:lnTo>
                  <a:cubicBezTo>
                    <a:pt x="518929" y="128995"/>
                    <a:pt x="531261" y="121360"/>
                    <a:pt x="543742" y="114063"/>
                  </a:cubicBezTo>
                  <a:lnTo>
                    <a:pt x="540989" y="109367"/>
                  </a:lnTo>
                  <a:cubicBezTo>
                    <a:pt x="553619" y="101982"/>
                    <a:pt x="566402" y="94940"/>
                    <a:pt x="579332" y="88249"/>
                  </a:cubicBezTo>
                  <a:lnTo>
                    <a:pt x="581840" y="93081"/>
                  </a:lnTo>
                  <a:cubicBezTo>
                    <a:pt x="594744" y="86403"/>
                    <a:pt x="607793" y="80079"/>
                    <a:pt x="620979" y="74116"/>
                  </a:cubicBezTo>
                  <a:lnTo>
                    <a:pt x="618731" y="69159"/>
                  </a:lnTo>
                  <a:cubicBezTo>
                    <a:pt x="632050" y="63137"/>
                    <a:pt x="645508" y="57482"/>
                    <a:pt x="659100" y="52203"/>
                  </a:cubicBezTo>
                  <a:lnTo>
                    <a:pt x="661076" y="57275"/>
                  </a:lnTo>
                  <a:cubicBezTo>
                    <a:pt x="674601" y="52022"/>
                    <a:pt x="688257" y="47146"/>
                    <a:pt x="702037" y="42654"/>
                  </a:cubicBezTo>
                  <a:lnTo>
                    <a:pt x="700345" y="37480"/>
                  </a:lnTo>
                  <a:cubicBezTo>
                    <a:pt x="714223" y="32957"/>
                    <a:pt x="728226" y="28822"/>
                    <a:pt x="742346" y="25084"/>
                  </a:cubicBezTo>
                  <a:lnTo>
                    <a:pt x="743742" y="30344"/>
                  </a:lnTo>
                  <a:cubicBezTo>
                    <a:pt x="757739" y="26640"/>
                    <a:pt x="771850" y="23329"/>
                    <a:pt x="786071" y="20421"/>
                  </a:cubicBezTo>
                  <a:lnTo>
                    <a:pt x="784978" y="15090"/>
                  </a:lnTo>
                  <a:cubicBezTo>
                    <a:pt x="799248" y="12171"/>
                    <a:pt x="813628" y="9657"/>
                    <a:pt x="828109" y="7555"/>
                  </a:cubicBezTo>
                  <a:lnTo>
                    <a:pt x="828892" y="12941"/>
                  </a:lnTo>
                  <a:cubicBezTo>
                    <a:pt x="843189" y="10865"/>
                    <a:pt x="857585" y="9195"/>
                    <a:pt x="872071" y="7940"/>
                  </a:cubicBezTo>
                  <a:lnTo>
                    <a:pt x="871600" y="2519"/>
                  </a:lnTo>
                  <a:cubicBezTo>
                    <a:pt x="886082" y="1264"/>
                    <a:pt x="900655" y="422"/>
                    <a:pt x="915310" y="0"/>
                  </a:cubicBezTo>
                  <a:lnTo>
                    <a:pt x="915467" y="5440"/>
                  </a:lnTo>
                  <a:cubicBezTo>
                    <a:pt x="922715" y="5231"/>
                    <a:pt x="929984" y="5127"/>
                    <a:pt x="937273" y="5127"/>
                  </a:cubicBezTo>
                  <a:cubicBezTo>
                    <a:pt x="944562" y="5127"/>
                    <a:pt x="951831" y="5231"/>
                    <a:pt x="959080" y="5440"/>
                  </a:cubicBezTo>
                  <a:lnTo>
                    <a:pt x="959237" y="0"/>
                  </a:lnTo>
                  <a:cubicBezTo>
                    <a:pt x="973892" y="422"/>
                    <a:pt x="988463" y="1264"/>
                    <a:pt x="1002945" y="2519"/>
                  </a:cubicBezTo>
                  <a:lnTo>
                    <a:pt x="1002475" y="7940"/>
                  </a:lnTo>
                  <a:cubicBezTo>
                    <a:pt x="1016961" y="9195"/>
                    <a:pt x="1031357" y="10865"/>
                    <a:pt x="1045654" y="12941"/>
                  </a:cubicBezTo>
                  <a:lnTo>
                    <a:pt x="1046437" y="7555"/>
                  </a:lnTo>
                  <a:cubicBezTo>
                    <a:pt x="1060918" y="9657"/>
                    <a:pt x="1075298" y="12171"/>
                    <a:pt x="1089565" y="15090"/>
                  </a:cubicBezTo>
                  <a:lnTo>
                    <a:pt x="1088475" y="20421"/>
                  </a:lnTo>
                  <a:cubicBezTo>
                    <a:pt x="1102700" y="23329"/>
                    <a:pt x="1116805" y="26640"/>
                    <a:pt x="1130800" y="30344"/>
                  </a:cubicBezTo>
                  <a:lnTo>
                    <a:pt x="1132196" y="25084"/>
                  </a:lnTo>
                  <a:cubicBezTo>
                    <a:pt x="1146322" y="28822"/>
                    <a:pt x="1160318" y="32957"/>
                    <a:pt x="1174205" y="37480"/>
                  </a:cubicBezTo>
                  <a:lnTo>
                    <a:pt x="1172505" y="42654"/>
                  </a:lnTo>
                  <a:cubicBezTo>
                    <a:pt x="1186293" y="47146"/>
                    <a:pt x="1199940" y="52022"/>
                    <a:pt x="1213468" y="57275"/>
                  </a:cubicBezTo>
                  <a:lnTo>
                    <a:pt x="1215440" y="52203"/>
                  </a:lnTo>
                  <a:cubicBezTo>
                    <a:pt x="1229033" y="57481"/>
                    <a:pt x="1242495" y="63137"/>
                    <a:pt x="1255815" y="69158"/>
                  </a:cubicBezTo>
                  <a:lnTo>
                    <a:pt x="1253569" y="74116"/>
                  </a:lnTo>
                  <a:cubicBezTo>
                    <a:pt x="1266748" y="80079"/>
                    <a:pt x="1279806" y="86403"/>
                    <a:pt x="1292701" y="93081"/>
                  </a:cubicBezTo>
                  <a:lnTo>
                    <a:pt x="1295208" y="88249"/>
                  </a:lnTo>
                  <a:cubicBezTo>
                    <a:pt x="1308147" y="94940"/>
                    <a:pt x="1320922" y="101982"/>
                    <a:pt x="1333555" y="109367"/>
                  </a:cubicBezTo>
                  <a:lnTo>
                    <a:pt x="1330808" y="114063"/>
                  </a:lnTo>
                  <a:cubicBezTo>
                    <a:pt x="1343289" y="121360"/>
                    <a:pt x="1355617" y="128994"/>
                    <a:pt x="1367792" y="136956"/>
                  </a:cubicBezTo>
                  <a:lnTo>
                    <a:pt x="1370779" y="132403"/>
                  </a:lnTo>
                  <a:cubicBezTo>
                    <a:pt x="1382944" y="140363"/>
                    <a:pt x="1394967" y="148647"/>
                    <a:pt x="1406815" y="157247"/>
                  </a:cubicBezTo>
                  <a:lnTo>
                    <a:pt x="1403610" y="161649"/>
                  </a:lnTo>
                  <a:cubicBezTo>
                    <a:pt x="1415306" y="170138"/>
                    <a:pt x="1426839" y="178936"/>
                    <a:pt x="1438208" y="188035"/>
                  </a:cubicBezTo>
                  <a:lnTo>
                    <a:pt x="1441619" y="183789"/>
                  </a:lnTo>
                  <a:cubicBezTo>
                    <a:pt x="1452967" y="192871"/>
                    <a:pt x="1464150" y="202251"/>
                    <a:pt x="1475159" y="211920"/>
                  </a:cubicBezTo>
                  <a:lnTo>
                    <a:pt x="1471562" y="216006"/>
                  </a:lnTo>
                  <a:cubicBezTo>
                    <a:pt x="1482419" y="225545"/>
                    <a:pt x="1493112" y="235366"/>
                    <a:pt x="1503620" y="245462"/>
                  </a:cubicBezTo>
                  <a:lnTo>
                    <a:pt x="1507402" y="241539"/>
                  </a:lnTo>
                  <a:cubicBezTo>
                    <a:pt x="1517877" y="251605"/>
                    <a:pt x="1528189" y="261942"/>
                    <a:pt x="1538315" y="272543"/>
                  </a:cubicBezTo>
                  <a:lnTo>
                    <a:pt x="1534369" y="276299"/>
                  </a:lnTo>
                  <a:cubicBezTo>
                    <a:pt x="1544365" y="286754"/>
                    <a:pt x="1554175" y="297466"/>
                    <a:pt x="1563800" y="308428"/>
                  </a:cubicBezTo>
                  <a:lnTo>
                    <a:pt x="1567898" y="304839"/>
                  </a:lnTo>
                  <a:cubicBezTo>
                    <a:pt x="1577469" y="315744"/>
                    <a:pt x="1586875" y="326896"/>
                    <a:pt x="1596075" y="338283"/>
                  </a:cubicBezTo>
                  <a:lnTo>
                    <a:pt x="1591835" y="341702"/>
                  </a:lnTo>
                  <a:cubicBezTo>
                    <a:pt x="1600926" y="352932"/>
                    <a:pt x="1609820" y="364394"/>
                    <a:pt x="1618530" y="376079"/>
                  </a:cubicBezTo>
                  <a:lnTo>
                    <a:pt x="1622901" y="372830"/>
                  </a:lnTo>
                  <a:cubicBezTo>
                    <a:pt x="1631577" y="384469"/>
                    <a:pt x="1640068" y="396331"/>
                    <a:pt x="1648364" y="408405"/>
                  </a:cubicBezTo>
                  <a:lnTo>
                    <a:pt x="1643862" y="411483"/>
                  </a:lnTo>
                  <a:cubicBezTo>
                    <a:pt x="1652048" y="423394"/>
                    <a:pt x="1660048" y="435516"/>
                    <a:pt x="1667842" y="447839"/>
                  </a:cubicBezTo>
                  <a:lnTo>
                    <a:pt x="1672453" y="444931"/>
                  </a:lnTo>
                  <a:cubicBezTo>
                    <a:pt x="1680225" y="457204"/>
                    <a:pt x="1687800" y="469676"/>
                    <a:pt x="1695180" y="482339"/>
                  </a:cubicBezTo>
                  <a:lnTo>
                    <a:pt x="1690471" y="485077"/>
                  </a:lnTo>
                  <a:cubicBezTo>
                    <a:pt x="1697752" y="497575"/>
                    <a:pt x="1704837" y="510262"/>
                    <a:pt x="1711726" y="523130"/>
                  </a:cubicBezTo>
                  <a:lnTo>
                    <a:pt x="1716533" y="520563"/>
                  </a:lnTo>
                  <a:cubicBezTo>
                    <a:pt x="1723390" y="533362"/>
                    <a:pt x="1730049" y="546337"/>
                    <a:pt x="1736502" y="559485"/>
                  </a:cubicBezTo>
                  <a:lnTo>
                    <a:pt x="1731608" y="561882"/>
                  </a:lnTo>
                  <a:cubicBezTo>
                    <a:pt x="1737974" y="574848"/>
                    <a:pt x="1744143" y="587982"/>
                    <a:pt x="1750117" y="601279"/>
                  </a:cubicBezTo>
                  <a:lnTo>
                    <a:pt x="1755087" y="599053"/>
                  </a:lnTo>
                  <a:cubicBezTo>
                    <a:pt x="1761039" y="612294"/>
                    <a:pt x="1766783" y="625696"/>
                    <a:pt x="1772320" y="639249"/>
                  </a:cubicBezTo>
                  <a:lnTo>
                    <a:pt x="1767274" y="641307"/>
                  </a:lnTo>
                  <a:cubicBezTo>
                    <a:pt x="1772746" y="654694"/>
                    <a:pt x="1778021" y="668231"/>
                    <a:pt x="1783090" y="681912"/>
                  </a:cubicBezTo>
                  <a:lnTo>
                    <a:pt x="1788202" y="680025"/>
                  </a:lnTo>
                  <a:cubicBezTo>
                    <a:pt x="1793249" y="693651"/>
                    <a:pt x="1798099" y="707421"/>
                    <a:pt x="1802732" y="721326"/>
                  </a:cubicBezTo>
                  <a:lnTo>
                    <a:pt x="1797565" y="723046"/>
                  </a:lnTo>
                  <a:cubicBezTo>
                    <a:pt x="1802143" y="736761"/>
                    <a:pt x="1806514" y="750611"/>
                    <a:pt x="1810678" y="764588"/>
                  </a:cubicBezTo>
                  <a:lnTo>
                    <a:pt x="1815899" y="763036"/>
                  </a:lnTo>
                  <a:cubicBezTo>
                    <a:pt x="1820042" y="776939"/>
                    <a:pt x="1823976" y="790968"/>
                    <a:pt x="1827704" y="805115"/>
                  </a:cubicBezTo>
                  <a:lnTo>
                    <a:pt x="1822440" y="806501"/>
                  </a:lnTo>
                  <a:cubicBezTo>
                    <a:pt x="1826124" y="820485"/>
                    <a:pt x="1829601" y="834585"/>
                    <a:pt x="1832871" y="848797"/>
                  </a:cubicBezTo>
                  <a:lnTo>
                    <a:pt x="1838190" y="847578"/>
                  </a:lnTo>
                  <a:cubicBezTo>
                    <a:pt x="1841449" y="861737"/>
                    <a:pt x="1844501" y="876005"/>
                    <a:pt x="1847336" y="890380"/>
                  </a:cubicBezTo>
                  <a:lnTo>
                    <a:pt x="1841994" y="891432"/>
                  </a:lnTo>
                  <a:cubicBezTo>
                    <a:pt x="1844796" y="905634"/>
                    <a:pt x="1847390" y="919936"/>
                    <a:pt x="1849777" y="934337"/>
                  </a:cubicBezTo>
                  <a:lnTo>
                    <a:pt x="1855162" y="933449"/>
                  </a:lnTo>
                  <a:cubicBezTo>
                    <a:pt x="1857527" y="947755"/>
                    <a:pt x="1859696" y="962159"/>
                    <a:pt x="1861637" y="976652"/>
                  </a:cubicBezTo>
                  <a:lnTo>
                    <a:pt x="1856241" y="977377"/>
                  </a:lnTo>
                  <a:cubicBezTo>
                    <a:pt x="1858170" y="991710"/>
                    <a:pt x="1859893" y="1006132"/>
                    <a:pt x="1861397" y="1020631"/>
                  </a:cubicBezTo>
                  <a:lnTo>
                    <a:pt x="1866814" y="1020076"/>
                  </a:lnTo>
                  <a:cubicBezTo>
                    <a:pt x="1868319" y="1034520"/>
                    <a:pt x="1869616" y="1049062"/>
                    <a:pt x="1870695" y="1063669"/>
                  </a:cubicBezTo>
                  <a:lnTo>
                    <a:pt x="1865256" y="1064072"/>
                  </a:lnTo>
                  <a:cubicBezTo>
                    <a:pt x="1866324" y="1078505"/>
                    <a:pt x="1867174" y="1093014"/>
                    <a:pt x="1867817" y="1107600"/>
                  </a:cubicBezTo>
                  <a:lnTo>
                    <a:pt x="1873267" y="1107360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920A5AA2-758B-AC8D-B5E5-E2026B631B79}"/>
                </a:ext>
              </a:extLst>
            </p:cNvPr>
            <p:cNvSpPr/>
            <p:nvPr/>
          </p:nvSpPr>
          <p:spPr>
            <a:xfrm>
              <a:off x="20058753" y="4766842"/>
              <a:ext cx="1245602" cy="2540931"/>
            </a:xfrm>
            <a:custGeom>
              <a:avLst/>
              <a:gdLst>
                <a:gd name="connsiteX0" fmla="*/ 1245602 w 1245602"/>
                <a:gd name="connsiteY0" fmla="*/ 1270466 h 2540931"/>
                <a:gd name="connsiteX1" fmla="*/ 622801 w 1245602"/>
                <a:gd name="connsiteY1" fmla="*/ 2540932 h 2540931"/>
                <a:gd name="connsiteX2" fmla="*/ 0 w 1245602"/>
                <a:gd name="connsiteY2" fmla="*/ 1270466 h 2540931"/>
                <a:gd name="connsiteX3" fmla="*/ 622801 w 1245602"/>
                <a:gd name="connsiteY3" fmla="*/ 0 h 2540931"/>
                <a:gd name="connsiteX4" fmla="*/ 1245602 w 1245602"/>
                <a:gd name="connsiteY4" fmla="*/ 1270466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602" y="1270466"/>
                  </a:moveTo>
                  <a:cubicBezTo>
                    <a:pt x="1245602" y="1972125"/>
                    <a:pt x="966765" y="2540932"/>
                    <a:pt x="622801" y="2540932"/>
                  </a:cubicBezTo>
                  <a:cubicBezTo>
                    <a:pt x="278838" y="2540932"/>
                    <a:pt x="0" y="1972125"/>
                    <a:pt x="0" y="1270466"/>
                  </a:cubicBezTo>
                  <a:cubicBezTo>
                    <a:pt x="0" y="568807"/>
                    <a:pt x="278838" y="0"/>
                    <a:pt x="622801" y="0"/>
                  </a:cubicBezTo>
                  <a:cubicBezTo>
                    <a:pt x="966765" y="0"/>
                    <a:pt x="1245602" y="568807"/>
                    <a:pt x="1245602" y="1270466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A7013A79-5DDE-C2F1-74F7-A16DC5915B02}"/>
                </a:ext>
              </a:extLst>
            </p:cNvPr>
            <p:cNvSpPr/>
            <p:nvPr/>
          </p:nvSpPr>
          <p:spPr>
            <a:xfrm>
              <a:off x="20666432" y="5295905"/>
              <a:ext cx="637885" cy="1482805"/>
            </a:xfrm>
            <a:custGeom>
              <a:avLst/>
              <a:gdLst>
                <a:gd name="connsiteX0" fmla="*/ 637886 w 637885"/>
                <a:gd name="connsiteY0" fmla="*/ 741403 h 1482805"/>
                <a:gd name="connsiteX1" fmla="*/ 318943 w 637885"/>
                <a:gd name="connsiteY1" fmla="*/ 1482805 h 1482805"/>
                <a:gd name="connsiteX2" fmla="*/ 0 w 637885"/>
                <a:gd name="connsiteY2" fmla="*/ 741403 h 1482805"/>
                <a:gd name="connsiteX3" fmla="*/ 318943 w 637885"/>
                <a:gd name="connsiteY3" fmla="*/ 0 h 1482805"/>
                <a:gd name="connsiteX4" fmla="*/ 637886 w 637885"/>
                <a:gd name="connsiteY4" fmla="*/ 741403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7886" y="741403"/>
                  </a:moveTo>
                  <a:cubicBezTo>
                    <a:pt x="637886" y="1150868"/>
                    <a:pt x="495090" y="1482805"/>
                    <a:pt x="318943" y="1482805"/>
                  </a:cubicBezTo>
                  <a:cubicBezTo>
                    <a:pt x="142796" y="1482805"/>
                    <a:pt x="0" y="1150868"/>
                    <a:pt x="0" y="741403"/>
                  </a:cubicBezTo>
                  <a:cubicBezTo>
                    <a:pt x="0" y="331937"/>
                    <a:pt x="142796" y="0"/>
                    <a:pt x="318943" y="0"/>
                  </a:cubicBezTo>
                  <a:cubicBezTo>
                    <a:pt x="495090" y="0"/>
                    <a:pt x="637886" y="331937"/>
                    <a:pt x="637886" y="741403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B709CC7A-1232-ABBB-346A-55730D3CE24B}"/>
                </a:ext>
              </a:extLst>
            </p:cNvPr>
            <p:cNvSpPr/>
            <p:nvPr/>
          </p:nvSpPr>
          <p:spPr>
            <a:xfrm>
              <a:off x="21300216" y="4864337"/>
              <a:ext cx="1874550" cy="2345941"/>
            </a:xfrm>
            <a:custGeom>
              <a:avLst/>
              <a:gdLst>
                <a:gd name="connsiteX0" fmla="*/ 1286 w 1874550"/>
                <a:gd name="connsiteY0" fmla="*/ 1107358 h 2345941"/>
                <a:gd name="connsiteX1" fmla="*/ 0 w 1874550"/>
                <a:gd name="connsiteY1" fmla="*/ 1151027 h 2345941"/>
                <a:gd name="connsiteX2" fmla="*/ 5450 w 1874550"/>
                <a:gd name="connsiteY2" fmla="*/ 1151103 h 2345941"/>
                <a:gd name="connsiteX3" fmla="*/ 5298 w 1874550"/>
                <a:gd name="connsiteY3" fmla="*/ 1172971 h 2345941"/>
                <a:gd name="connsiteX4" fmla="*/ 5450 w 1874550"/>
                <a:gd name="connsiteY4" fmla="*/ 1194849 h 2345941"/>
                <a:gd name="connsiteX5" fmla="*/ 0 w 1874550"/>
                <a:gd name="connsiteY5" fmla="*/ 1194925 h 2345941"/>
                <a:gd name="connsiteX6" fmla="*/ 1286 w 1874550"/>
                <a:gd name="connsiteY6" fmla="*/ 1238595 h 2345941"/>
                <a:gd name="connsiteX7" fmla="*/ 6725 w 1874550"/>
                <a:gd name="connsiteY7" fmla="*/ 1238355 h 2345941"/>
                <a:gd name="connsiteX8" fmla="*/ 9298 w 1874550"/>
                <a:gd name="connsiteY8" fmla="*/ 1281872 h 2345941"/>
                <a:gd name="connsiteX9" fmla="*/ 3859 w 1874550"/>
                <a:gd name="connsiteY9" fmla="*/ 1282275 h 2345941"/>
                <a:gd name="connsiteX10" fmla="*/ 7728 w 1874550"/>
                <a:gd name="connsiteY10" fmla="*/ 1325879 h 2345941"/>
                <a:gd name="connsiteX11" fmla="*/ 13157 w 1874550"/>
                <a:gd name="connsiteY11" fmla="*/ 1325313 h 2345941"/>
                <a:gd name="connsiteX12" fmla="*/ 18312 w 1874550"/>
                <a:gd name="connsiteY12" fmla="*/ 1368569 h 2345941"/>
                <a:gd name="connsiteX13" fmla="*/ 12906 w 1874550"/>
                <a:gd name="connsiteY13" fmla="*/ 1369299 h 2345941"/>
                <a:gd name="connsiteX14" fmla="*/ 19392 w 1874550"/>
                <a:gd name="connsiteY14" fmla="*/ 1412500 h 2345941"/>
                <a:gd name="connsiteX15" fmla="*/ 24765 w 1874550"/>
                <a:gd name="connsiteY15" fmla="*/ 1411608 h 2345941"/>
                <a:gd name="connsiteX16" fmla="*/ 32559 w 1874550"/>
                <a:gd name="connsiteY16" fmla="*/ 1454515 h 2345941"/>
                <a:gd name="connsiteX17" fmla="*/ 27218 w 1874550"/>
                <a:gd name="connsiteY17" fmla="*/ 1455571 h 2345941"/>
                <a:gd name="connsiteX18" fmla="*/ 36363 w 1874550"/>
                <a:gd name="connsiteY18" fmla="*/ 1498370 h 2345941"/>
                <a:gd name="connsiteX19" fmla="*/ 41671 w 1874550"/>
                <a:gd name="connsiteY19" fmla="*/ 1497151 h 2345941"/>
                <a:gd name="connsiteX20" fmla="*/ 52114 w 1874550"/>
                <a:gd name="connsiteY20" fmla="*/ 1539449 h 2345941"/>
                <a:gd name="connsiteX21" fmla="*/ 46838 w 1874550"/>
                <a:gd name="connsiteY21" fmla="*/ 1540831 h 2345941"/>
                <a:gd name="connsiteX22" fmla="*/ 58654 w 1874550"/>
                <a:gd name="connsiteY22" fmla="*/ 1582911 h 2345941"/>
                <a:gd name="connsiteX23" fmla="*/ 63875 w 1874550"/>
                <a:gd name="connsiteY23" fmla="*/ 1581355 h 2345941"/>
                <a:gd name="connsiteX24" fmla="*/ 76988 w 1874550"/>
                <a:gd name="connsiteY24" fmla="*/ 1622902 h 2345941"/>
                <a:gd name="connsiteX25" fmla="*/ 71821 w 1874550"/>
                <a:gd name="connsiteY25" fmla="*/ 1624622 h 2345941"/>
                <a:gd name="connsiteX26" fmla="*/ 86351 w 1874550"/>
                <a:gd name="connsiteY26" fmla="*/ 1665918 h 2345941"/>
                <a:gd name="connsiteX27" fmla="*/ 91464 w 1874550"/>
                <a:gd name="connsiteY27" fmla="*/ 1664035 h 2345941"/>
                <a:gd name="connsiteX28" fmla="*/ 107269 w 1874550"/>
                <a:gd name="connsiteY28" fmla="*/ 1704635 h 2345941"/>
                <a:gd name="connsiteX29" fmla="*/ 102222 w 1874550"/>
                <a:gd name="connsiteY29" fmla="*/ 1706693 h 2345941"/>
                <a:gd name="connsiteX30" fmla="*/ 119455 w 1874550"/>
                <a:gd name="connsiteY30" fmla="*/ 1746890 h 2345941"/>
                <a:gd name="connsiteX31" fmla="*/ 124437 w 1874550"/>
                <a:gd name="connsiteY31" fmla="*/ 1744669 h 2345941"/>
                <a:gd name="connsiteX32" fmla="*/ 142934 w 1874550"/>
                <a:gd name="connsiteY32" fmla="*/ 1784061 h 2345941"/>
                <a:gd name="connsiteX33" fmla="*/ 138051 w 1874550"/>
                <a:gd name="connsiteY33" fmla="*/ 1786456 h 2345941"/>
                <a:gd name="connsiteX34" fmla="*/ 158009 w 1874550"/>
                <a:gd name="connsiteY34" fmla="*/ 1825380 h 2345941"/>
                <a:gd name="connsiteX35" fmla="*/ 162816 w 1874550"/>
                <a:gd name="connsiteY35" fmla="*/ 1822811 h 2345941"/>
                <a:gd name="connsiteX36" fmla="*/ 184083 w 1874550"/>
                <a:gd name="connsiteY36" fmla="*/ 1860864 h 2345941"/>
                <a:gd name="connsiteX37" fmla="*/ 179374 w 1874550"/>
                <a:gd name="connsiteY37" fmla="*/ 1863607 h 2345941"/>
                <a:gd name="connsiteX38" fmla="*/ 202101 w 1874550"/>
                <a:gd name="connsiteY38" fmla="*/ 1901018 h 2345941"/>
                <a:gd name="connsiteX39" fmla="*/ 206700 w 1874550"/>
                <a:gd name="connsiteY39" fmla="*/ 1898112 h 2345941"/>
                <a:gd name="connsiteX40" fmla="*/ 230681 w 1874550"/>
                <a:gd name="connsiteY40" fmla="*/ 1934467 h 2345941"/>
                <a:gd name="connsiteX41" fmla="*/ 226190 w 1874550"/>
                <a:gd name="connsiteY41" fmla="*/ 1937536 h 2345941"/>
                <a:gd name="connsiteX42" fmla="*/ 251653 w 1874550"/>
                <a:gd name="connsiteY42" fmla="*/ 1973118 h 2345941"/>
                <a:gd name="connsiteX43" fmla="*/ 256024 w 1874550"/>
                <a:gd name="connsiteY43" fmla="*/ 1969864 h 2345941"/>
                <a:gd name="connsiteX44" fmla="*/ 282708 w 1874550"/>
                <a:gd name="connsiteY44" fmla="*/ 2004238 h 2345941"/>
                <a:gd name="connsiteX45" fmla="*/ 278467 w 1874550"/>
                <a:gd name="connsiteY45" fmla="*/ 2007666 h 2345941"/>
                <a:gd name="connsiteX46" fmla="*/ 306655 w 1874550"/>
                <a:gd name="connsiteY46" fmla="*/ 2041104 h 2345941"/>
                <a:gd name="connsiteX47" fmla="*/ 310754 w 1874550"/>
                <a:gd name="connsiteY47" fmla="*/ 2037523 h 2345941"/>
                <a:gd name="connsiteX48" fmla="*/ 340173 w 1874550"/>
                <a:gd name="connsiteY48" fmla="*/ 2069644 h 2345941"/>
                <a:gd name="connsiteX49" fmla="*/ 336238 w 1874550"/>
                <a:gd name="connsiteY49" fmla="*/ 2073399 h 2345941"/>
                <a:gd name="connsiteX50" fmla="*/ 367151 w 1874550"/>
                <a:gd name="connsiteY50" fmla="*/ 2104410 h 2345941"/>
                <a:gd name="connsiteX51" fmla="*/ 370934 w 1874550"/>
                <a:gd name="connsiteY51" fmla="*/ 2100481 h 2345941"/>
                <a:gd name="connsiteX52" fmla="*/ 402991 w 1874550"/>
                <a:gd name="connsiteY52" fmla="*/ 2129935 h 2345941"/>
                <a:gd name="connsiteX53" fmla="*/ 399394 w 1874550"/>
                <a:gd name="connsiteY53" fmla="*/ 2134027 h 2345941"/>
                <a:gd name="connsiteX54" fmla="*/ 432934 w 1874550"/>
                <a:gd name="connsiteY54" fmla="*/ 2162153 h 2345941"/>
                <a:gd name="connsiteX55" fmla="*/ 436335 w 1874550"/>
                <a:gd name="connsiteY55" fmla="*/ 2157908 h 2345941"/>
                <a:gd name="connsiteX56" fmla="*/ 470943 w 1874550"/>
                <a:gd name="connsiteY56" fmla="*/ 2184293 h 2345941"/>
                <a:gd name="connsiteX57" fmla="*/ 467738 w 1874550"/>
                <a:gd name="connsiteY57" fmla="*/ 2188701 h 2345941"/>
                <a:gd name="connsiteX58" fmla="*/ 503774 w 1874550"/>
                <a:gd name="connsiteY58" fmla="*/ 2213540 h 2345941"/>
                <a:gd name="connsiteX59" fmla="*/ 506761 w 1874550"/>
                <a:gd name="connsiteY59" fmla="*/ 2208990 h 2345941"/>
                <a:gd name="connsiteX60" fmla="*/ 543745 w 1874550"/>
                <a:gd name="connsiteY60" fmla="*/ 2231881 h 2345941"/>
                <a:gd name="connsiteX61" fmla="*/ 540988 w 1874550"/>
                <a:gd name="connsiteY61" fmla="*/ 2236583 h 2345941"/>
                <a:gd name="connsiteX62" fmla="*/ 579335 w 1874550"/>
                <a:gd name="connsiteY62" fmla="*/ 2257700 h 2345941"/>
                <a:gd name="connsiteX63" fmla="*/ 581842 w 1874550"/>
                <a:gd name="connsiteY63" fmla="*/ 2252867 h 2345941"/>
                <a:gd name="connsiteX64" fmla="*/ 620984 w 1874550"/>
                <a:gd name="connsiteY64" fmla="*/ 2271828 h 2345941"/>
                <a:gd name="connsiteX65" fmla="*/ 618739 w 1874550"/>
                <a:gd name="connsiteY65" fmla="*/ 2276791 h 2345941"/>
                <a:gd name="connsiteX66" fmla="*/ 659102 w 1874550"/>
                <a:gd name="connsiteY66" fmla="*/ 2293739 h 2345941"/>
                <a:gd name="connsiteX67" fmla="*/ 661075 w 1874550"/>
                <a:gd name="connsiteY67" fmla="*/ 2288667 h 2345941"/>
                <a:gd name="connsiteX68" fmla="*/ 702038 w 1874550"/>
                <a:gd name="connsiteY68" fmla="*/ 2303296 h 2345941"/>
                <a:gd name="connsiteX69" fmla="*/ 700349 w 1874550"/>
                <a:gd name="connsiteY69" fmla="*/ 2308466 h 2345941"/>
                <a:gd name="connsiteX70" fmla="*/ 742347 w 1874550"/>
                <a:gd name="connsiteY70" fmla="*/ 2320864 h 2345941"/>
                <a:gd name="connsiteX71" fmla="*/ 743742 w 1874550"/>
                <a:gd name="connsiteY71" fmla="*/ 2315595 h 2345941"/>
                <a:gd name="connsiteX72" fmla="*/ 786078 w 1874550"/>
                <a:gd name="connsiteY72" fmla="*/ 2325522 h 2345941"/>
                <a:gd name="connsiteX73" fmla="*/ 784978 w 1874550"/>
                <a:gd name="connsiteY73" fmla="*/ 2330856 h 2345941"/>
                <a:gd name="connsiteX74" fmla="*/ 828110 w 1874550"/>
                <a:gd name="connsiteY74" fmla="*/ 2338388 h 2345941"/>
                <a:gd name="connsiteX75" fmla="*/ 828895 w 1874550"/>
                <a:gd name="connsiteY75" fmla="*/ 2333000 h 2345941"/>
                <a:gd name="connsiteX76" fmla="*/ 872070 w 1874550"/>
                <a:gd name="connsiteY76" fmla="*/ 2338007 h 2345941"/>
                <a:gd name="connsiteX77" fmla="*/ 871601 w 1874550"/>
                <a:gd name="connsiteY77" fmla="*/ 2343428 h 2345941"/>
                <a:gd name="connsiteX78" fmla="*/ 915311 w 1874550"/>
                <a:gd name="connsiteY78" fmla="*/ 2345942 h 2345941"/>
                <a:gd name="connsiteX79" fmla="*/ 915475 w 1874550"/>
                <a:gd name="connsiteY79" fmla="*/ 2340511 h 2345941"/>
                <a:gd name="connsiteX80" fmla="*/ 937275 w 1874550"/>
                <a:gd name="connsiteY80" fmla="*/ 2340815 h 2345941"/>
                <a:gd name="connsiteX81" fmla="*/ 959086 w 1874550"/>
                <a:gd name="connsiteY81" fmla="*/ 2340511 h 2345941"/>
                <a:gd name="connsiteX82" fmla="*/ 959239 w 1874550"/>
                <a:gd name="connsiteY82" fmla="*/ 2345942 h 2345941"/>
                <a:gd name="connsiteX83" fmla="*/ 1002949 w 1874550"/>
                <a:gd name="connsiteY83" fmla="*/ 2343428 h 2345941"/>
                <a:gd name="connsiteX84" fmla="*/ 1002480 w 1874550"/>
                <a:gd name="connsiteY84" fmla="*/ 2338007 h 2345941"/>
                <a:gd name="connsiteX85" fmla="*/ 1045656 w 1874550"/>
                <a:gd name="connsiteY85" fmla="*/ 2333000 h 2345941"/>
                <a:gd name="connsiteX86" fmla="*/ 1046441 w 1874550"/>
                <a:gd name="connsiteY86" fmla="*/ 2338388 h 2345941"/>
                <a:gd name="connsiteX87" fmla="*/ 1089573 w 1874550"/>
                <a:gd name="connsiteY87" fmla="*/ 2330856 h 2345941"/>
                <a:gd name="connsiteX88" fmla="*/ 1088483 w 1874550"/>
                <a:gd name="connsiteY88" fmla="*/ 2325522 h 2345941"/>
                <a:gd name="connsiteX89" fmla="*/ 1130808 w 1874550"/>
                <a:gd name="connsiteY89" fmla="*/ 2315595 h 2345941"/>
                <a:gd name="connsiteX90" fmla="*/ 1132203 w 1874550"/>
                <a:gd name="connsiteY90" fmla="*/ 2320864 h 2345941"/>
                <a:gd name="connsiteX91" fmla="*/ 1174202 w 1874550"/>
                <a:gd name="connsiteY91" fmla="*/ 2308466 h 2345941"/>
                <a:gd name="connsiteX92" fmla="*/ 1172512 w 1874550"/>
                <a:gd name="connsiteY92" fmla="*/ 2303296 h 2345941"/>
                <a:gd name="connsiteX93" fmla="*/ 1213475 w 1874550"/>
                <a:gd name="connsiteY93" fmla="*/ 2288667 h 2345941"/>
                <a:gd name="connsiteX94" fmla="*/ 1215448 w 1874550"/>
                <a:gd name="connsiteY94" fmla="*/ 2293739 h 2345941"/>
                <a:gd name="connsiteX95" fmla="*/ 1255823 w 1874550"/>
                <a:gd name="connsiteY95" fmla="*/ 2276791 h 2345941"/>
                <a:gd name="connsiteX96" fmla="*/ 1253566 w 1874550"/>
                <a:gd name="connsiteY96" fmla="*/ 2271828 h 2345941"/>
                <a:gd name="connsiteX97" fmla="*/ 1292709 w 1874550"/>
                <a:gd name="connsiteY97" fmla="*/ 2252867 h 2345941"/>
                <a:gd name="connsiteX98" fmla="*/ 1295216 w 1874550"/>
                <a:gd name="connsiteY98" fmla="*/ 2257700 h 2345941"/>
                <a:gd name="connsiteX99" fmla="*/ 1333563 w 1874550"/>
                <a:gd name="connsiteY99" fmla="*/ 2236583 h 2345941"/>
                <a:gd name="connsiteX100" fmla="*/ 1330805 w 1874550"/>
                <a:gd name="connsiteY100" fmla="*/ 2231881 h 2345941"/>
                <a:gd name="connsiteX101" fmla="*/ 1367800 w 1874550"/>
                <a:gd name="connsiteY101" fmla="*/ 2208990 h 2345941"/>
                <a:gd name="connsiteX102" fmla="*/ 1370776 w 1874550"/>
                <a:gd name="connsiteY102" fmla="*/ 2213540 h 2345941"/>
                <a:gd name="connsiteX103" fmla="*/ 1406823 w 1874550"/>
                <a:gd name="connsiteY103" fmla="*/ 2188701 h 2345941"/>
                <a:gd name="connsiteX104" fmla="*/ 1403618 w 1874550"/>
                <a:gd name="connsiteY104" fmla="*/ 2184293 h 2345941"/>
                <a:gd name="connsiteX105" fmla="*/ 1438216 w 1874550"/>
                <a:gd name="connsiteY105" fmla="*/ 2157908 h 2345941"/>
                <a:gd name="connsiteX106" fmla="*/ 1441627 w 1874550"/>
                <a:gd name="connsiteY106" fmla="*/ 2162153 h 2345941"/>
                <a:gd name="connsiteX107" fmla="*/ 1475167 w 1874550"/>
                <a:gd name="connsiteY107" fmla="*/ 2134027 h 2345941"/>
                <a:gd name="connsiteX108" fmla="*/ 1471559 w 1874550"/>
                <a:gd name="connsiteY108" fmla="*/ 2129935 h 2345941"/>
                <a:gd name="connsiteX109" fmla="*/ 1503627 w 1874550"/>
                <a:gd name="connsiteY109" fmla="*/ 2100481 h 2345941"/>
                <a:gd name="connsiteX110" fmla="*/ 1507399 w 1874550"/>
                <a:gd name="connsiteY110" fmla="*/ 2104410 h 2345941"/>
                <a:gd name="connsiteX111" fmla="*/ 1538323 w 1874550"/>
                <a:gd name="connsiteY111" fmla="*/ 2073399 h 2345941"/>
                <a:gd name="connsiteX112" fmla="*/ 1534377 w 1874550"/>
                <a:gd name="connsiteY112" fmla="*/ 2069644 h 2345941"/>
                <a:gd name="connsiteX113" fmla="*/ 1563797 w 1874550"/>
                <a:gd name="connsiteY113" fmla="*/ 2037523 h 2345941"/>
                <a:gd name="connsiteX114" fmla="*/ 1567895 w 1874550"/>
                <a:gd name="connsiteY114" fmla="*/ 2041104 h 2345941"/>
                <a:gd name="connsiteX115" fmla="*/ 1596083 w 1874550"/>
                <a:gd name="connsiteY115" fmla="*/ 2007666 h 2345941"/>
                <a:gd name="connsiteX116" fmla="*/ 1591843 w 1874550"/>
                <a:gd name="connsiteY116" fmla="*/ 2004238 h 2345941"/>
                <a:gd name="connsiteX117" fmla="*/ 1618537 w 1874550"/>
                <a:gd name="connsiteY117" fmla="*/ 1969864 h 2345941"/>
                <a:gd name="connsiteX118" fmla="*/ 1622908 w 1874550"/>
                <a:gd name="connsiteY118" fmla="*/ 1973118 h 2345941"/>
                <a:gd name="connsiteX119" fmla="*/ 1648360 w 1874550"/>
                <a:gd name="connsiteY119" fmla="*/ 1937536 h 2345941"/>
                <a:gd name="connsiteX120" fmla="*/ 1643869 w 1874550"/>
                <a:gd name="connsiteY120" fmla="*/ 1934467 h 2345941"/>
                <a:gd name="connsiteX121" fmla="*/ 1667850 w 1874550"/>
                <a:gd name="connsiteY121" fmla="*/ 1898112 h 2345941"/>
                <a:gd name="connsiteX122" fmla="*/ 1672461 w 1874550"/>
                <a:gd name="connsiteY122" fmla="*/ 1901018 h 2345941"/>
                <a:gd name="connsiteX123" fmla="*/ 1695176 w 1874550"/>
                <a:gd name="connsiteY123" fmla="*/ 1863607 h 2345941"/>
                <a:gd name="connsiteX124" fmla="*/ 1690468 w 1874550"/>
                <a:gd name="connsiteY124" fmla="*/ 1860864 h 2345941"/>
                <a:gd name="connsiteX125" fmla="*/ 1711734 w 1874550"/>
                <a:gd name="connsiteY125" fmla="*/ 1822811 h 2345941"/>
                <a:gd name="connsiteX126" fmla="*/ 1716541 w 1874550"/>
                <a:gd name="connsiteY126" fmla="*/ 1825380 h 2345941"/>
                <a:gd name="connsiteX127" fmla="*/ 1736510 w 1874550"/>
                <a:gd name="connsiteY127" fmla="*/ 1786456 h 2345941"/>
                <a:gd name="connsiteX128" fmla="*/ 1731616 w 1874550"/>
                <a:gd name="connsiteY128" fmla="*/ 1784061 h 2345941"/>
                <a:gd name="connsiteX129" fmla="*/ 1750124 w 1874550"/>
                <a:gd name="connsiteY129" fmla="*/ 1744669 h 2345941"/>
                <a:gd name="connsiteX130" fmla="*/ 1755095 w 1874550"/>
                <a:gd name="connsiteY130" fmla="*/ 1746890 h 2345941"/>
                <a:gd name="connsiteX131" fmla="*/ 1772328 w 1874550"/>
                <a:gd name="connsiteY131" fmla="*/ 1706693 h 2345941"/>
                <a:gd name="connsiteX132" fmla="*/ 1767281 w 1874550"/>
                <a:gd name="connsiteY132" fmla="*/ 1704635 h 2345941"/>
                <a:gd name="connsiteX133" fmla="*/ 1783098 w 1874550"/>
                <a:gd name="connsiteY133" fmla="*/ 1664035 h 2345941"/>
                <a:gd name="connsiteX134" fmla="*/ 1788210 w 1874550"/>
                <a:gd name="connsiteY134" fmla="*/ 1665918 h 2345941"/>
                <a:gd name="connsiteX135" fmla="*/ 1802740 w 1874550"/>
                <a:gd name="connsiteY135" fmla="*/ 1624622 h 2345941"/>
                <a:gd name="connsiteX136" fmla="*/ 1797562 w 1874550"/>
                <a:gd name="connsiteY136" fmla="*/ 1622902 h 2345941"/>
                <a:gd name="connsiteX137" fmla="*/ 1810675 w 1874550"/>
                <a:gd name="connsiteY137" fmla="*/ 1581355 h 2345941"/>
                <a:gd name="connsiteX138" fmla="*/ 1815907 w 1874550"/>
                <a:gd name="connsiteY138" fmla="*/ 1582911 h 2345941"/>
                <a:gd name="connsiteX139" fmla="*/ 1827712 w 1874550"/>
                <a:gd name="connsiteY139" fmla="*/ 1540831 h 2345941"/>
                <a:gd name="connsiteX140" fmla="*/ 1822436 w 1874550"/>
                <a:gd name="connsiteY140" fmla="*/ 1539449 h 2345941"/>
                <a:gd name="connsiteX141" fmla="*/ 1832879 w 1874550"/>
                <a:gd name="connsiteY141" fmla="*/ 1497151 h 2345941"/>
                <a:gd name="connsiteX142" fmla="*/ 1838187 w 1874550"/>
                <a:gd name="connsiteY142" fmla="*/ 1498370 h 2345941"/>
                <a:gd name="connsiteX143" fmla="*/ 1847343 w 1874550"/>
                <a:gd name="connsiteY143" fmla="*/ 1455571 h 2345941"/>
                <a:gd name="connsiteX144" fmla="*/ 1841991 w 1874550"/>
                <a:gd name="connsiteY144" fmla="*/ 1454515 h 2345941"/>
                <a:gd name="connsiteX145" fmla="*/ 1849785 w 1874550"/>
                <a:gd name="connsiteY145" fmla="*/ 1411608 h 2345941"/>
                <a:gd name="connsiteX146" fmla="*/ 1855159 w 1874550"/>
                <a:gd name="connsiteY146" fmla="*/ 1412500 h 2345941"/>
                <a:gd name="connsiteX147" fmla="*/ 1861644 w 1874550"/>
                <a:gd name="connsiteY147" fmla="*/ 1369299 h 2345941"/>
                <a:gd name="connsiteX148" fmla="*/ 1856249 w 1874550"/>
                <a:gd name="connsiteY148" fmla="*/ 1368569 h 2345941"/>
                <a:gd name="connsiteX149" fmla="*/ 1861404 w 1874550"/>
                <a:gd name="connsiteY149" fmla="*/ 1325313 h 2345941"/>
                <a:gd name="connsiteX150" fmla="*/ 1866822 w 1874550"/>
                <a:gd name="connsiteY150" fmla="*/ 1325879 h 2345941"/>
                <a:gd name="connsiteX151" fmla="*/ 1870692 w 1874550"/>
                <a:gd name="connsiteY151" fmla="*/ 1282275 h 2345941"/>
                <a:gd name="connsiteX152" fmla="*/ 1865263 w 1874550"/>
                <a:gd name="connsiteY152" fmla="*/ 1281872 h 2345941"/>
                <a:gd name="connsiteX153" fmla="*/ 1867825 w 1874550"/>
                <a:gd name="connsiteY153" fmla="*/ 1238355 h 2345941"/>
                <a:gd name="connsiteX154" fmla="*/ 1873275 w 1874550"/>
                <a:gd name="connsiteY154" fmla="*/ 1238595 h 2345941"/>
                <a:gd name="connsiteX155" fmla="*/ 1874550 w 1874550"/>
                <a:gd name="connsiteY155" fmla="*/ 1194925 h 2345941"/>
                <a:gd name="connsiteX156" fmla="*/ 1869100 w 1874550"/>
                <a:gd name="connsiteY156" fmla="*/ 1194849 h 2345941"/>
                <a:gd name="connsiteX157" fmla="*/ 1869264 w 1874550"/>
                <a:gd name="connsiteY157" fmla="*/ 1172971 h 2345941"/>
                <a:gd name="connsiteX158" fmla="*/ 1869100 w 1874550"/>
                <a:gd name="connsiteY158" fmla="*/ 1151103 h 2345941"/>
                <a:gd name="connsiteX159" fmla="*/ 1874550 w 1874550"/>
                <a:gd name="connsiteY159" fmla="*/ 1151027 h 2345941"/>
                <a:gd name="connsiteX160" fmla="*/ 1873275 w 1874550"/>
                <a:gd name="connsiteY160" fmla="*/ 1107358 h 2345941"/>
                <a:gd name="connsiteX161" fmla="*/ 1867825 w 1874550"/>
                <a:gd name="connsiteY161" fmla="*/ 1107597 h 2345941"/>
                <a:gd name="connsiteX162" fmla="*/ 1865263 w 1874550"/>
                <a:gd name="connsiteY162" fmla="*/ 1064069 h 2345941"/>
                <a:gd name="connsiteX163" fmla="*/ 1870692 w 1874550"/>
                <a:gd name="connsiteY163" fmla="*/ 1063666 h 2345941"/>
                <a:gd name="connsiteX164" fmla="*/ 1866822 w 1874550"/>
                <a:gd name="connsiteY164" fmla="*/ 1020073 h 2345941"/>
                <a:gd name="connsiteX165" fmla="*/ 1861404 w 1874550"/>
                <a:gd name="connsiteY165" fmla="*/ 1020628 h 2345941"/>
                <a:gd name="connsiteX166" fmla="*/ 1856249 w 1874550"/>
                <a:gd name="connsiteY166" fmla="*/ 977377 h 2345941"/>
                <a:gd name="connsiteX167" fmla="*/ 1861644 w 1874550"/>
                <a:gd name="connsiteY167" fmla="*/ 976653 h 2345941"/>
                <a:gd name="connsiteX168" fmla="*/ 1855159 w 1874550"/>
                <a:gd name="connsiteY168" fmla="*/ 933449 h 2345941"/>
                <a:gd name="connsiteX169" fmla="*/ 1849785 w 1874550"/>
                <a:gd name="connsiteY169" fmla="*/ 934337 h 2345941"/>
                <a:gd name="connsiteX170" fmla="*/ 1841991 w 1874550"/>
                <a:gd name="connsiteY170" fmla="*/ 891433 h 2345941"/>
                <a:gd name="connsiteX171" fmla="*/ 1847343 w 1874550"/>
                <a:gd name="connsiteY171" fmla="*/ 890380 h 2345941"/>
                <a:gd name="connsiteX172" fmla="*/ 1838187 w 1874550"/>
                <a:gd name="connsiteY172" fmla="*/ 847578 h 2345941"/>
                <a:gd name="connsiteX173" fmla="*/ 1832879 w 1874550"/>
                <a:gd name="connsiteY173" fmla="*/ 848797 h 2345941"/>
                <a:gd name="connsiteX174" fmla="*/ 1822447 w 1874550"/>
                <a:gd name="connsiteY174" fmla="*/ 806501 h 2345941"/>
                <a:gd name="connsiteX175" fmla="*/ 1827712 w 1874550"/>
                <a:gd name="connsiteY175" fmla="*/ 805116 h 2345941"/>
                <a:gd name="connsiteX176" fmla="*/ 1815907 w 1874550"/>
                <a:gd name="connsiteY176" fmla="*/ 763036 h 2345941"/>
                <a:gd name="connsiteX177" fmla="*/ 1810675 w 1874550"/>
                <a:gd name="connsiteY177" fmla="*/ 764589 h 2345941"/>
                <a:gd name="connsiteX178" fmla="*/ 1797562 w 1874550"/>
                <a:gd name="connsiteY178" fmla="*/ 723046 h 2345941"/>
                <a:gd name="connsiteX179" fmla="*/ 1802740 w 1874550"/>
                <a:gd name="connsiteY179" fmla="*/ 721326 h 2345941"/>
                <a:gd name="connsiteX180" fmla="*/ 1788210 w 1874550"/>
                <a:gd name="connsiteY180" fmla="*/ 680025 h 2345941"/>
                <a:gd name="connsiteX181" fmla="*/ 1783098 w 1874550"/>
                <a:gd name="connsiteY181" fmla="*/ 681912 h 2345941"/>
                <a:gd name="connsiteX182" fmla="*/ 1767281 w 1874550"/>
                <a:gd name="connsiteY182" fmla="*/ 641307 h 2345941"/>
                <a:gd name="connsiteX183" fmla="*/ 1772328 w 1874550"/>
                <a:gd name="connsiteY183" fmla="*/ 639250 h 2345941"/>
                <a:gd name="connsiteX184" fmla="*/ 1755095 w 1874550"/>
                <a:gd name="connsiteY184" fmla="*/ 599054 h 2345941"/>
                <a:gd name="connsiteX185" fmla="*/ 1750124 w 1874550"/>
                <a:gd name="connsiteY185" fmla="*/ 601280 h 2345941"/>
                <a:gd name="connsiteX186" fmla="*/ 1731616 w 1874550"/>
                <a:gd name="connsiteY186" fmla="*/ 561882 h 2345941"/>
                <a:gd name="connsiteX187" fmla="*/ 1736510 w 1874550"/>
                <a:gd name="connsiteY187" fmla="*/ 559485 h 2345941"/>
                <a:gd name="connsiteX188" fmla="*/ 1716541 w 1874550"/>
                <a:gd name="connsiteY188" fmla="*/ 520564 h 2345941"/>
                <a:gd name="connsiteX189" fmla="*/ 1711734 w 1874550"/>
                <a:gd name="connsiteY189" fmla="*/ 523130 h 2345941"/>
                <a:gd name="connsiteX190" fmla="*/ 1690468 w 1874550"/>
                <a:gd name="connsiteY190" fmla="*/ 485077 h 2345941"/>
                <a:gd name="connsiteX191" fmla="*/ 1695176 w 1874550"/>
                <a:gd name="connsiteY191" fmla="*/ 482340 h 2345941"/>
                <a:gd name="connsiteX192" fmla="*/ 1672461 w 1874550"/>
                <a:gd name="connsiteY192" fmla="*/ 444931 h 2345941"/>
                <a:gd name="connsiteX193" fmla="*/ 1667850 w 1874550"/>
                <a:gd name="connsiteY193" fmla="*/ 447840 h 2345941"/>
                <a:gd name="connsiteX194" fmla="*/ 1643869 w 1874550"/>
                <a:gd name="connsiteY194" fmla="*/ 411483 h 2345941"/>
                <a:gd name="connsiteX195" fmla="*/ 1648360 w 1874550"/>
                <a:gd name="connsiteY195" fmla="*/ 408404 h 2345941"/>
                <a:gd name="connsiteX196" fmla="*/ 1622908 w 1874550"/>
                <a:gd name="connsiteY196" fmla="*/ 372831 h 2345941"/>
                <a:gd name="connsiteX197" fmla="*/ 1618537 w 1874550"/>
                <a:gd name="connsiteY197" fmla="*/ 376080 h 2345941"/>
                <a:gd name="connsiteX198" fmla="*/ 1591843 w 1874550"/>
                <a:gd name="connsiteY198" fmla="*/ 341703 h 2345941"/>
                <a:gd name="connsiteX199" fmla="*/ 1596083 w 1874550"/>
                <a:gd name="connsiteY199" fmla="*/ 338284 h 2345941"/>
                <a:gd name="connsiteX200" fmla="*/ 1567895 w 1874550"/>
                <a:gd name="connsiteY200" fmla="*/ 304839 h 2345941"/>
                <a:gd name="connsiteX201" fmla="*/ 1563797 w 1874550"/>
                <a:gd name="connsiteY201" fmla="*/ 308428 h 2345941"/>
                <a:gd name="connsiteX202" fmla="*/ 1534377 w 1874550"/>
                <a:gd name="connsiteY202" fmla="*/ 276299 h 2345941"/>
                <a:gd name="connsiteX203" fmla="*/ 1538323 w 1874550"/>
                <a:gd name="connsiteY203" fmla="*/ 272543 h 2345941"/>
                <a:gd name="connsiteX204" fmla="*/ 1507399 w 1874550"/>
                <a:gd name="connsiteY204" fmla="*/ 241539 h 2345941"/>
                <a:gd name="connsiteX205" fmla="*/ 1503627 w 1874550"/>
                <a:gd name="connsiteY205" fmla="*/ 245462 h 2345941"/>
                <a:gd name="connsiteX206" fmla="*/ 1471559 w 1874550"/>
                <a:gd name="connsiteY206" fmla="*/ 216007 h 2345941"/>
                <a:gd name="connsiteX207" fmla="*/ 1475167 w 1874550"/>
                <a:gd name="connsiteY207" fmla="*/ 211921 h 2345941"/>
                <a:gd name="connsiteX208" fmla="*/ 1441627 w 1874550"/>
                <a:gd name="connsiteY208" fmla="*/ 183789 h 2345941"/>
                <a:gd name="connsiteX209" fmla="*/ 1438216 w 1874550"/>
                <a:gd name="connsiteY209" fmla="*/ 188035 h 2345941"/>
                <a:gd name="connsiteX210" fmla="*/ 1403618 w 1874550"/>
                <a:gd name="connsiteY210" fmla="*/ 161649 h 2345941"/>
                <a:gd name="connsiteX211" fmla="*/ 1406823 w 1874550"/>
                <a:gd name="connsiteY211" fmla="*/ 157247 h 2345941"/>
                <a:gd name="connsiteX212" fmla="*/ 1370787 w 1874550"/>
                <a:gd name="connsiteY212" fmla="*/ 132403 h 2345941"/>
                <a:gd name="connsiteX213" fmla="*/ 1367800 w 1874550"/>
                <a:gd name="connsiteY213" fmla="*/ 136956 h 2345941"/>
                <a:gd name="connsiteX214" fmla="*/ 1330805 w 1874550"/>
                <a:gd name="connsiteY214" fmla="*/ 114064 h 2345941"/>
                <a:gd name="connsiteX215" fmla="*/ 1333563 w 1874550"/>
                <a:gd name="connsiteY215" fmla="*/ 109367 h 2345941"/>
                <a:gd name="connsiteX216" fmla="*/ 1295216 w 1874550"/>
                <a:gd name="connsiteY216" fmla="*/ 88248 h 2345941"/>
                <a:gd name="connsiteX217" fmla="*/ 1292709 w 1874550"/>
                <a:gd name="connsiteY217" fmla="*/ 93081 h 2345941"/>
                <a:gd name="connsiteX218" fmla="*/ 1253566 w 1874550"/>
                <a:gd name="connsiteY218" fmla="*/ 74117 h 2345941"/>
                <a:gd name="connsiteX219" fmla="*/ 1255823 w 1874550"/>
                <a:gd name="connsiteY219" fmla="*/ 69159 h 2345941"/>
                <a:gd name="connsiteX220" fmla="*/ 1215448 w 1874550"/>
                <a:gd name="connsiteY220" fmla="*/ 52203 h 2345941"/>
                <a:gd name="connsiteX221" fmla="*/ 1213475 w 1874550"/>
                <a:gd name="connsiteY221" fmla="*/ 57276 h 2345941"/>
                <a:gd name="connsiteX222" fmla="*/ 1172512 w 1874550"/>
                <a:gd name="connsiteY222" fmla="*/ 42654 h 2345941"/>
                <a:gd name="connsiteX223" fmla="*/ 1174202 w 1874550"/>
                <a:gd name="connsiteY223" fmla="*/ 37481 h 2345941"/>
                <a:gd name="connsiteX224" fmla="*/ 1132203 w 1874550"/>
                <a:gd name="connsiteY224" fmla="*/ 25084 h 2345941"/>
                <a:gd name="connsiteX225" fmla="*/ 1130808 w 1874550"/>
                <a:gd name="connsiteY225" fmla="*/ 30345 h 2345941"/>
                <a:gd name="connsiteX226" fmla="*/ 1088483 w 1874550"/>
                <a:gd name="connsiteY226" fmla="*/ 20421 h 2345941"/>
                <a:gd name="connsiteX227" fmla="*/ 1089573 w 1874550"/>
                <a:gd name="connsiteY227" fmla="*/ 15090 h 2345941"/>
                <a:gd name="connsiteX228" fmla="*/ 1046441 w 1874550"/>
                <a:gd name="connsiteY228" fmla="*/ 7554 h 2345941"/>
                <a:gd name="connsiteX229" fmla="*/ 1045656 w 1874550"/>
                <a:gd name="connsiteY229" fmla="*/ 12940 h 2345941"/>
                <a:gd name="connsiteX230" fmla="*/ 1002480 w 1874550"/>
                <a:gd name="connsiteY230" fmla="*/ 7941 h 2345941"/>
                <a:gd name="connsiteX231" fmla="*/ 1002949 w 1874550"/>
                <a:gd name="connsiteY231" fmla="*/ 2519 h 2345941"/>
                <a:gd name="connsiteX232" fmla="*/ 959239 w 1874550"/>
                <a:gd name="connsiteY232" fmla="*/ 0 h 2345941"/>
                <a:gd name="connsiteX233" fmla="*/ 959086 w 1874550"/>
                <a:gd name="connsiteY233" fmla="*/ 5441 h 2345941"/>
                <a:gd name="connsiteX234" fmla="*/ 937275 w 1874550"/>
                <a:gd name="connsiteY234" fmla="*/ 5127 h 2345941"/>
                <a:gd name="connsiteX235" fmla="*/ 915475 w 1874550"/>
                <a:gd name="connsiteY235" fmla="*/ 5441 h 2345941"/>
                <a:gd name="connsiteX236" fmla="*/ 915311 w 1874550"/>
                <a:gd name="connsiteY236" fmla="*/ 0 h 2345941"/>
                <a:gd name="connsiteX237" fmla="*/ 871601 w 1874550"/>
                <a:gd name="connsiteY237" fmla="*/ 2519 h 2345941"/>
                <a:gd name="connsiteX238" fmla="*/ 872070 w 1874550"/>
                <a:gd name="connsiteY238" fmla="*/ 7941 h 2345941"/>
                <a:gd name="connsiteX239" fmla="*/ 828895 w 1874550"/>
                <a:gd name="connsiteY239" fmla="*/ 12940 h 2345941"/>
                <a:gd name="connsiteX240" fmla="*/ 828110 w 1874550"/>
                <a:gd name="connsiteY240" fmla="*/ 7554 h 2345941"/>
                <a:gd name="connsiteX241" fmla="*/ 784978 w 1874550"/>
                <a:gd name="connsiteY241" fmla="*/ 15090 h 2345941"/>
                <a:gd name="connsiteX242" fmla="*/ 786078 w 1874550"/>
                <a:gd name="connsiteY242" fmla="*/ 20421 h 2345941"/>
                <a:gd name="connsiteX243" fmla="*/ 743742 w 1874550"/>
                <a:gd name="connsiteY243" fmla="*/ 30345 h 2345941"/>
                <a:gd name="connsiteX244" fmla="*/ 742347 w 1874550"/>
                <a:gd name="connsiteY244" fmla="*/ 25084 h 2345941"/>
                <a:gd name="connsiteX245" fmla="*/ 700349 w 1874550"/>
                <a:gd name="connsiteY245" fmla="*/ 37481 h 2345941"/>
                <a:gd name="connsiteX246" fmla="*/ 702038 w 1874550"/>
                <a:gd name="connsiteY246" fmla="*/ 42654 h 2345941"/>
                <a:gd name="connsiteX247" fmla="*/ 661075 w 1874550"/>
                <a:gd name="connsiteY247" fmla="*/ 57275 h 2345941"/>
                <a:gd name="connsiteX248" fmla="*/ 659102 w 1874550"/>
                <a:gd name="connsiteY248" fmla="*/ 52203 h 2345941"/>
                <a:gd name="connsiteX249" fmla="*/ 618739 w 1874550"/>
                <a:gd name="connsiteY249" fmla="*/ 69159 h 2345941"/>
                <a:gd name="connsiteX250" fmla="*/ 620984 w 1874550"/>
                <a:gd name="connsiteY250" fmla="*/ 74117 h 2345941"/>
                <a:gd name="connsiteX251" fmla="*/ 581842 w 1874550"/>
                <a:gd name="connsiteY251" fmla="*/ 93081 h 2345941"/>
                <a:gd name="connsiteX252" fmla="*/ 579335 w 1874550"/>
                <a:gd name="connsiteY252" fmla="*/ 88248 h 2345941"/>
                <a:gd name="connsiteX253" fmla="*/ 540988 w 1874550"/>
                <a:gd name="connsiteY253" fmla="*/ 109367 h 2345941"/>
                <a:gd name="connsiteX254" fmla="*/ 543745 w 1874550"/>
                <a:gd name="connsiteY254" fmla="*/ 114064 h 2345941"/>
                <a:gd name="connsiteX255" fmla="*/ 506761 w 1874550"/>
                <a:gd name="connsiteY255" fmla="*/ 136955 h 2345941"/>
                <a:gd name="connsiteX256" fmla="*/ 503774 w 1874550"/>
                <a:gd name="connsiteY256" fmla="*/ 132403 h 2345941"/>
                <a:gd name="connsiteX257" fmla="*/ 467738 w 1874550"/>
                <a:gd name="connsiteY257" fmla="*/ 157247 h 2345941"/>
                <a:gd name="connsiteX258" fmla="*/ 470943 w 1874550"/>
                <a:gd name="connsiteY258" fmla="*/ 161649 h 2345941"/>
                <a:gd name="connsiteX259" fmla="*/ 436335 w 1874550"/>
                <a:gd name="connsiteY259" fmla="*/ 188035 h 2345941"/>
                <a:gd name="connsiteX260" fmla="*/ 432934 w 1874550"/>
                <a:gd name="connsiteY260" fmla="*/ 183789 h 2345941"/>
                <a:gd name="connsiteX261" fmla="*/ 399394 w 1874550"/>
                <a:gd name="connsiteY261" fmla="*/ 211921 h 2345941"/>
                <a:gd name="connsiteX262" fmla="*/ 402991 w 1874550"/>
                <a:gd name="connsiteY262" fmla="*/ 216007 h 2345941"/>
                <a:gd name="connsiteX263" fmla="*/ 370934 w 1874550"/>
                <a:gd name="connsiteY263" fmla="*/ 245461 h 2345941"/>
                <a:gd name="connsiteX264" fmla="*/ 367151 w 1874550"/>
                <a:gd name="connsiteY264" fmla="*/ 241538 h 2345941"/>
                <a:gd name="connsiteX265" fmla="*/ 336238 w 1874550"/>
                <a:gd name="connsiteY265" fmla="*/ 272543 h 2345941"/>
                <a:gd name="connsiteX266" fmla="*/ 340173 w 1874550"/>
                <a:gd name="connsiteY266" fmla="*/ 276299 h 2345941"/>
                <a:gd name="connsiteX267" fmla="*/ 310754 w 1874550"/>
                <a:gd name="connsiteY267" fmla="*/ 308427 h 2345941"/>
                <a:gd name="connsiteX268" fmla="*/ 306655 w 1874550"/>
                <a:gd name="connsiteY268" fmla="*/ 304839 h 2345941"/>
                <a:gd name="connsiteX269" fmla="*/ 278467 w 1874550"/>
                <a:gd name="connsiteY269" fmla="*/ 338283 h 2345941"/>
                <a:gd name="connsiteX270" fmla="*/ 282708 w 1874550"/>
                <a:gd name="connsiteY270" fmla="*/ 341703 h 2345941"/>
                <a:gd name="connsiteX271" fmla="*/ 256024 w 1874550"/>
                <a:gd name="connsiteY271" fmla="*/ 376080 h 2345941"/>
                <a:gd name="connsiteX272" fmla="*/ 251653 w 1874550"/>
                <a:gd name="connsiteY272" fmla="*/ 372831 h 2345941"/>
                <a:gd name="connsiteX273" fmla="*/ 226190 w 1874550"/>
                <a:gd name="connsiteY273" fmla="*/ 408404 h 2345941"/>
                <a:gd name="connsiteX274" fmla="*/ 230681 w 1874550"/>
                <a:gd name="connsiteY274" fmla="*/ 411483 h 2345941"/>
                <a:gd name="connsiteX275" fmla="*/ 206700 w 1874550"/>
                <a:gd name="connsiteY275" fmla="*/ 447840 h 2345941"/>
                <a:gd name="connsiteX276" fmla="*/ 202101 w 1874550"/>
                <a:gd name="connsiteY276" fmla="*/ 444931 h 2345941"/>
                <a:gd name="connsiteX277" fmla="*/ 179374 w 1874550"/>
                <a:gd name="connsiteY277" fmla="*/ 482340 h 2345941"/>
                <a:gd name="connsiteX278" fmla="*/ 184083 w 1874550"/>
                <a:gd name="connsiteY278" fmla="*/ 485077 h 2345941"/>
                <a:gd name="connsiteX279" fmla="*/ 162816 w 1874550"/>
                <a:gd name="connsiteY279" fmla="*/ 523130 h 2345941"/>
                <a:gd name="connsiteX280" fmla="*/ 158009 w 1874550"/>
                <a:gd name="connsiteY280" fmla="*/ 520564 h 2345941"/>
                <a:gd name="connsiteX281" fmla="*/ 138051 w 1874550"/>
                <a:gd name="connsiteY281" fmla="*/ 559485 h 2345941"/>
                <a:gd name="connsiteX282" fmla="*/ 142945 w 1874550"/>
                <a:gd name="connsiteY282" fmla="*/ 561881 h 2345941"/>
                <a:gd name="connsiteX283" fmla="*/ 124437 w 1874550"/>
                <a:gd name="connsiteY283" fmla="*/ 601280 h 2345941"/>
                <a:gd name="connsiteX284" fmla="*/ 119455 w 1874550"/>
                <a:gd name="connsiteY284" fmla="*/ 599052 h 2345941"/>
                <a:gd name="connsiteX285" fmla="*/ 102222 w 1874550"/>
                <a:gd name="connsiteY285" fmla="*/ 639250 h 2345941"/>
                <a:gd name="connsiteX286" fmla="*/ 107269 w 1874550"/>
                <a:gd name="connsiteY286" fmla="*/ 641307 h 2345941"/>
                <a:gd name="connsiteX287" fmla="*/ 91464 w 1874550"/>
                <a:gd name="connsiteY287" fmla="*/ 681912 h 2345941"/>
                <a:gd name="connsiteX288" fmla="*/ 86351 w 1874550"/>
                <a:gd name="connsiteY288" fmla="*/ 680024 h 2345941"/>
                <a:gd name="connsiteX289" fmla="*/ 71821 w 1874550"/>
                <a:gd name="connsiteY289" fmla="*/ 721326 h 2345941"/>
                <a:gd name="connsiteX290" fmla="*/ 76988 w 1874550"/>
                <a:gd name="connsiteY290" fmla="*/ 723045 h 2345941"/>
                <a:gd name="connsiteX291" fmla="*/ 63875 w 1874550"/>
                <a:gd name="connsiteY291" fmla="*/ 764587 h 2345941"/>
                <a:gd name="connsiteX292" fmla="*/ 58654 w 1874550"/>
                <a:gd name="connsiteY292" fmla="*/ 763035 h 2345941"/>
                <a:gd name="connsiteX293" fmla="*/ 46838 w 1874550"/>
                <a:gd name="connsiteY293" fmla="*/ 805116 h 2345941"/>
                <a:gd name="connsiteX294" fmla="*/ 52114 w 1874550"/>
                <a:gd name="connsiteY294" fmla="*/ 806501 h 2345941"/>
                <a:gd name="connsiteX295" fmla="*/ 41671 w 1874550"/>
                <a:gd name="connsiteY295" fmla="*/ 848796 h 2345941"/>
                <a:gd name="connsiteX296" fmla="*/ 36363 w 1874550"/>
                <a:gd name="connsiteY296" fmla="*/ 847577 h 2345941"/>
                <a:gd name="connsiteX297" fmla="*/ 27218 w 1874550"/>
                <a:gd name="connsiteY297" fmla="*/ 890379 h 2345941"/>
                <a:gd name="connsiteX298" fmla="*/ 32559 w 1874550"/>
                <a:gd name="connsiteY298" fmla="*/ 891433 h 2345941"/>
                <a:gd name="connsiteX299" fmla="*/ 24765 w 1874550"/>
                <a:gd name="connsiteY299" fmla="*/ 934337 h 2345941"/>
                <a:gd name="connsiteX300" fmla="*/ 19392 w 1874550"/>
                <a:gd name="connsiteY300" fmla="*/ 933448 h 2345941"/>
                <a:gd name="connsiteX301" fmla="*/ 12906 w 1874550"/>
                <a:gd name="connsiteY301" fmla="*/ 976651 h 2345941"/>
                <a:gd name="connsiteX302" fmla="*/ 18312 w 1874550"/>
                <a:gd name="connsiteY302" fmla="*/ 977376 h 2345941"/>
                <a:gd name="connsiteX303" fmla="*/ 13157 w 1874550"/>
                <a:gd name="connsiteY303" fmla="*/ 1020628 h 2345941"/>
                <a:gd name="connsiteX304" fmla="*/ 7728 w 1874550"/>
                <a:gd name="connsiteY304" fmla="*/ 1020073 h 2345941"/>
                <a:gd name="connsiteX305" fmla="*/ 3859 w 1874550"/>
                <a:gd name="connsiteY305" fmla="*/ 1063666 h 2345941"/>
                <a:gd name="connsiteX306" fmla="*/ 9298 w 1874550"/>
                <a:gd name="connsiteY306" fmla="*/ 1064069 h 2345941"/>
                <a:gd name="connsiteX307" fmla="*/ 6725 w 1874550"/>
                <a:gd name="connsiteY307" fmla="*/ 1107597 h 2345941"/>
                <a:gd name="connsiteX308" fmla="*/ 1286 w 1874550"/>
                <a:gd name="connsiteY308" fmla="*/ 1107358 h 23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50" h="2345941">
                  <a:moveTo>
                    <a:pt x="1286" y="1107358"/>
                  </a:moveTo>
                  <a:cubicBezTo>
                    <a:pt x="643" y="1121845"/>
                    <a:pt x="218" y="1136398"/>
                    <a:pt x="0" y="1151027"/>
                  </a:cubicBezTo>
                  <a:lnTo>
                    <a:pt x="5450" y="1151103"/>
                  </a:lnTo>
                  <a:cubicBezTo>
                    <a:pt x="5352" y="1158374"/>
                    <a:pt x="5298" y="1165667"/>
                    <a:pt x="5298" y="1172971"/>
                  </a:cubicBezTo>
                  <a:cubicBezTo>
                    <a:pt x="5298" y="1180274"/>
                    <a:pt x="5352" y="1187567"/>
                    <a:pt x="5450" y="1194849"/>
                  </a:cubicBezTo>
                  <a:lnTo>
                    <a:pt x="0" y="1194925"/>
                  </a:lnTo>
                  <a:cubicBezTo>
                    <a:pt x="218" y="1209543"/>
                    <a:pt x="643" y="1224107"/>
                    <a:pt x="1286" y="1238595"/>
                  </a:cubicBezTo>
                  <a:lnTo>
                    <a:pt x="6725" y="1238355"/>
                  </a:lnTo>
                  <a:cubicBezTo>
                    <a:pt x="7369" y="1252930"/>
                    <a:pt x="8230" y="1267439"/>
                    <a:pt x="9298" y="1281872"/>
                  </a:cubicBezTo>
                  <a:lnTo>
                    <a:pt x="3859" y="1282275"/>
                  </a:lnTo>
                  <a:cubicBezTo>
                    <a:pt x="4938" y="1296882"/>
                    <a:pt x="6224" y="1311424"/>
                    <a:pt x="7728" y="1325879"/>
                  </a:cubicBezTo>
                  <a:lnTo>
                    <a:pt x="13157" y="1325313"/>
                  </a:lnTo>
                  <a:cubicBezTo>
                    <a:pt x="14661" y="1339812"/>
                    <a:pt x="16383" y="1354234"/>
                    <a:pt x="18312" y="1368569"/>
                  </a:cubicBezTo>
                  <a:lnTo>
                    <a:pt x="12906" y="1369299"/>
                  </a:lnTo>
                  <a:cubicBezTo>
                    <a:pt x="14857" y="1383786"/>
                    <a:pt x="17026" y="1398187"/>
                    <a:pt x="19392" y="1412500"/>
                  </a:cubicBezTo>
                  <a:lnTo>
                    <a:pt x="24765" y="1411608"/>
                  </a:lnTo>
                  <a:cubicBezTo>
                    <a:pt x="27152" y="1426008"/>
                    <a:pt x="29758" y="1440311"/>
                    <a:pt x="32559" y="1454515"/>
                  </a:cubicBezTo>
                  <a:lnTo>
                    <a:pt x="27218" y="1455571"/>
                  </a:lnTo>
                  <a:cubicBezTo>
                    <a:pt x="30052" y="1469939"/>
                    <a:pt x="33104" y="1484209"/>
                    <a:pt x="36363" y="1498370"/>
                  </a:cubicBezTo>
                  <a:lnTo>
                    <a:pt x="41671" y="1497151"/>
                  </a:lnTo>
                  <a:cubicBezTo>
                    <a:pt x="44942" y="1511366"/>
                    <a:pt x="48430" y="1525462"/>
                    <a:pt x="52114" y="1539449"/>
                  </a:cubicBezTo>
                  <a:lnTo>
                    <a:pt x="46838" y="1540831"/>
                  </a:lnTo>
                  <a:cubicBezTo>
                    <a:pt x="50566" y="1554981"/>
                    <a:pt x="54512" y="1569001"/>
                    <a:pt x="58654" y="1582911"/>
                  </a:cubicBezTo>
                  <a:lnTo>
                    <a:pt x="63875" y="1581355"/>
                  </a:lnTo>
                  <a:cubicBezTo>
                    <a:pt x="68039" y="1595331"/>
                    <a:pt x="72410" y="1609187"/>
                    <a:pt x="76988" y="1622902"/>
                  </a:cubicBezTo>
                  <a:lnTo>
                    <a:pt x="71821" y="1624622"/>
                  </a:lnTo>
                  <a:cubicBezTo>
                    <a:pt x="76454" y="1638522"/>
                    <a:pt x="81294" y="1652291"/>
                    <a:pt x="86351" y="1665918"/>
                  </a:cubicBezTo>
                  <a:lnTo>
                    <a:pt x="91464" y="1664035"/>
                  </a:lnTo>
                  <a:cubicBezTo>
                    <a:pt x="96521" y="1677718"/>
                    <a:pt x="101797" y="1691247"/>
                    <a:pt x="107269" y="1704635"/>
                  </a:cubicBezTo>
                  <a:lnTo>
                    <a:pt x="102222" y="1706693"/>
                  </a:lnTo>
                  <a:cubicBezTo>
                    <a:pt x="107770" y="1720244"/>
                    <a:pt x="113515" y="1733654"/>
                    <a:pt x="119455" y="1746890"/>
                  </a:cubicBezTo>
                  <a:lnTo>
                    <a:pt x="124437" y="1744669"/>
                  </a:lnTo>
                  <a:cubicBezTo>
                    <a:pt x="130399" y="1757960"/>
                    <a:pt x="136569" y="1771098"/>
                    <a:pt x="142934" y="1784061"/>
                  </a:cubicBezTo>
                  <a:lnTo>
                    <a:pt x="138051" y="1786456"/>
                  </a:lnTo>
                  <a:cubicBezTo>
                    <a:pt x="144504" y="1799605"/>
                    <a:pt x="151164" y="1812579"/>
                    <a:pt x="158009" y="1825380"/>
                  </a:cubicBezTo>
                  <a:lnTo>
                    <a:pt x="162816" y="1822811"/>
                  </a:lnTo>
                  <a:cubicBezTo>
                    <a:pt x="169705" y="1835688"/>
                    <a:pt x="176801" y="1848368"/>
                    <a:pt x="184083" y="1860864"/>
                  </a:cubicBezTo>
                  <a:lnTo>
                    <a:pt x="179374" y="1863607"/>
                  </a:lnTo>
                  <a:cubicBezTo>
                    <a:pt x="186753" y="1876266"/>
                    <a:pt x="194329" y="1888740"/>
                    <a:pt x="202101" y="1901018"/>
                  </a:cubicBezTo>
                  <a:lnTo>
                    <a:pt x="206700" y="1898112"/>
                  </a:lnTo>
                  <a:cubicBezTo>
                    <a:pt x="214505" y="1910433"/>
                    <a:pt x="222506" y="1922548"/>
                    <a:pt x="230681" y="1934467"/>
                  </a:cubicBezTo>
                  <a:lnTo>
                    <a:pt x="226190" y="1937536"/>
                  </a:lnTo>
                  <a:cubicBezTo>
                    <a:pt x="234485" y="1949618"/>
                    <a:pt x="242976" y="1961472"/>
                    <a:pt x="251653" y="1973118"/>
                  </a:cubicBezTo>
                  <a:lnTo>
                    <a:pt x="256024" y="1969864"/>
                  </a:lnTo>
                  <a:cubicBezTo>
                    <a:pt x="264733" y="1981554"/>
                    <a:pt x="273628" y="1993015"/>
                    <a:pt x="282708" y="2004238"/>
                  </a:cubicBezTo>
                  <a:lnTo>
                    <a:pt x="278467" y="2007666"/>
                  </a:lnTo>
                  <a:cubicBezTo>
                    <a:pt x="287678" y="2019052"/>
                    <a:pt x="297074" y="2030198"/>
                    <a:pt x="306655" y="2041104"/>
                  </a:cubicBezTo>
                  <a:lnTo>
                    <a:pt x="310754" y="2037523"/>
                  </a:lnTo>
                  <a:cubicBezTo>
                    <a:pt x="320379" y="2048484"/>
                    <a:pt x="330189" y="2059195"/>
                    <a:pt x="340173" y="2069644"/>
                  </a:cubicBezTo>
                  <a:lnTo>
                    <a:pt x="336238" y="2073399"/>
                  </a:lnTo>
                  <a:cubicBezTo>
                    <a:pt x="346365" y="2084001"/>
                    <a:pt x="356665" y="2094342"/>
                    <a:pt x="367151" y="2104410"/>
                  </a:cubicBezTo>
                  <a:lnTo>
                    <a:pt x="370934" y="2100481"/>
                  </a:lnTo>
                  <a:cubicBezTo>
                    <a:pt x="381441" y="2110581"/>
                    <a:pt x="392135" y="2120400"/>
                    <a:pt x="402991" y="2129935"/>
                  </a:cubicBezTo>
                  <a:lnTo>
                    <a:pt x="399394" y="2134027"/>
                  </a:lnTo>
                  <a:cubicBezTo>
                    <a:pt x="410403" y="2143693"/>
                    <a:pt x="421576" y="2153076"/>
                    <a:pt x="432934" y="2162153"/>
                  </a:cubicBezTo>
                  <a:lnTo>
                    <a:pt x="436335" y="2157908"/>
                  </a:lnTo>
                  <a:cubicBezTo>
                    <a:pt x="447704" y="2167008"/>
                    <a:pt x="459247" y="2175803"/>
                    <a:pt x="470943" y="2184293"/>
                  </a:cubicBezTo>
                  <a:lnTo>
                    <a:pt x="467738" y="2188701"/>
                  </a:lnTo>
                  <a:cubicBezTo>
                    <a:pt x="479587" y="2197300"/>
                    <a:pt x="491599" y="2205584"/>
                    <a:pt x="503774" y="2213540"/>
                  </a:cubicBezTo>
                  <a:lnTo>
                    <a:pt x="506761" y="2208990"/>
                  </a:lnTo>
                  <a:cubicBezTo>
                    <a:pt x="518937" y="2216947"/>
                    <a:pt x="531265" y="2224588"/>
                    <a:pt x="543745" y="2231881"/>
                  </a:cubicBezTo>
                  <a:lnTo>
                    <a:pt x="540988" y="2236583"/>
                  </a:lnTo>
                  <a:cubicBezTo>
                    <a:pt x="553621" y="2243963"/>
                    <a:pt x="566407" y="2251005"/>
                    <a:pt x="579335" y="2257700"/>
                  </a:cubicBezTo>
                  <a:lnTo>
                    <a:pt x="581842" y="2252867"/>
                  </a:lnTo>
                  <a:cubicBezTo>
                    <a:pt x="594747" y="2259539"/>
                    <a:pt x="607795" y="2265863"/>
                    <a:pt x="620984" y="2271828"/>
                  </a:cubicBezTo>
                  <a:lnTo>
                    <a:pt x="618739" y="2276791"/>
                  </a:lnTo>
                  <a:cubicBezTo>
                    <a:pt x="632059" y="2282811"/>
                    <a:pt x="645510" y="2288460"/>
                    <a:pt x="659102" y="2293739"/>
                  </a:cubicBezTo>
                  <a:lnTo>
                    <a:pt x="661075" y="2288667"/>
                  </a:lnTo>
                  <a:cubicBezTo>
                    <a:pt x="674602" y="2293924"/>
                    <a:pt x="688260" y="2298800"/>
                    <a:pt x="702038" y="2303296"/>
                  </a:cubicBezTo>
                  <a:lnTo>
                    <a:pt x="700349" y="2308466"/>
                  </a:lnTo>
                  <a:cubicBezTo>
                    <a:pt x="714224" y="2312983"/>
                    <a:pt x="728231" y="2317119"/>
                    <a:pt x="742347" y="2320864"/>
                  </a:cubicBezTo>
                  <a:lnTo>
                    <a:pt x="743742" y="2315595"/>
                  </a:lnTo>
                  <a:cubicBezTo>
                    <a:pt x="757738" y="2319307"/>
                    <a:pt x="771854" y="2322616"/>
                    <a:pt x="786078" y="2325522"/>
                  </a:cubicBezTo>
                  <a:lnTo>
                    <a:pt x="784978" y="2330856"/>
                  </a:lnTo>
                  <a:cubicBezTo>
                    <a:pt x="799257" y="2333773"/>
                    <a:pt x="813634" y="2336287"/>
                    <a:pt x="828110" y="2338388"/>
                  </a:cubicBezTo>
                  <a:lnTo>
                    <a:pt x="828895" y="2333000"/>
                  </a:lnTo>
                  <a:cubicBezTo>
                    <a:pt x="843196" y="2335079"/>
                    <a:pt x="857584" y="2336755"/>
                    <a:pt x="872070" y="2338007"/>
                  </a:cubicBezTo>
                  <a:lnTo>
                    <a:pt x="871601" y="2343428"/>
                  </a:lnTo>
                  <a:cubicBezTo>
                    <a:pt x="886088" y="2344679"/>
                    <a:pt x="900661" y="2345528"/>
                    <a:pt x="915311" y="2345942"/>
                  </a:cubicBezTo>
                  <a:lnTo>
                    <a:pt x="915475" y="2340511"/>
                  </a:lnTo>
                  <a:cubicBezTo>
                    <a:pt x="922723" y="2340717"/>
                    <a:pt x="929994" y="2340815"/>
                    <a:pt x="937275" y="2340815"/>
                  </a:cubicBezTo>
                  <a:cubicBezTo>
                    <a:pt x="944567" y="2340815"/>
                    <a:pt x="951838" y="2340717"/>
                    <a:pt x="959086" y="2340511"/>
                  </a:cubicBezTo>
                  <a:lnTo>
                    <a:pt x="959239" y="2345942"/>
                  </a:lnTo>
                  <a:cubicBezTo>
                    <a:pt x="973900" y="2345528"/>
                    <a:pt x="988473" y="2344679"/>
                    <a:pt x="1002949" y="2343428"/>
                  </a:cubicBezTo>
                  <a:lnTo>
                    <a:pt x="1002480" y="2338007"/>
                  </a:lnTo>
                  <a:cubicBezTo>
                    <a:pt x="1016967" y="2336755"/>
                    <a:pt x="1031366" y="2335079"/>
                    <a:pt x="1045656" y="2333000"/>
                  </a:cubicBezTo>
                  <a:lnTo>
                    <a:pt x="1046441" y="2338388"/>
                  </a:lnTo>
                  <a:cubicBezTo>
                    <a:pt x="1060927" y="2336287"/>
                    <a:pt x="1075304" y="2333773"/>
                    <a:pt x="1089573" y="2330856"/>
                  </a:cubicBezTo>
                  <a:lnTo>
                    <a:pt x="1088483" y="2325522"/>
                  </a:lnTo>
                  <a:cubicBezTo>
                    <a:pt x="1102697" y="2322616"/>
                    <a:pt x="1116812" y="2319307"/>
                    <a:pt x="1130808" y="2315595"/>
                  </a:cubicBezTo>
                  <a:lnTo>
                    <a:pt x="1132203" y="2320864"/>
                  </a:lnTo>
                  <a:cubicBezTo>
                    <a:pt x="1146319" y="2317119"/>
                    <a:pt x="1160326" y="2312983"/>
                    <a:pt x="1174202" y="2308466"/>
                  </a:cubicBezTo>
                  <a:lnTo>
                    <a:pt x="1172512" y="2303296"/>
                  </a:lnTo>
                  <a:cubicBezTo>
                    <a:pt x="1186290" y="2298800"/>
                    <a:pt x="1199948" y="2293924"/>
                    <a:pt x="1213475" y="2288667"/>
                  </a:cubicBezTo>
                  <a:lnTo>
                    <a:pt x="1215448" y="2293739"/>
                  </a:lnTo>
                  <a:cubicBezTo>
                    <a:pt x="1229041" y="2288460"/>
                    <a:pt x="1242502" y="2282811"/>
                    <a:pt x="1255823" y="2276791"/>
                  </a:cubicBezTo>
                  <a:lnTo>
                    <a:pt x="1253566" y="2271828"/>
                  </a:lnTo>
                  <a:cubicBezTo>
                    <a:pt x="1266755" y="2265863"/>
                    <a:pt x="1279803" y="2259539"/>
                    <a:pt x="1292709" y="2252867"/>
                  </a:cubicBezTo>
                  <a:lnTo>
                    <a:pt x="1295216" y="2257700"/>
                  </a:lnTo>
                  <a:cubicBezTo>
                    <a:pt x="1308143" y="2251005"/>
                    <a:pt x="1320929" y="2243963"/>
                    <a:pt x="1333563" y="2236583"/>
                  </a:cubicBezTo>
                  <a:lnTo>
                    <a:pt x="1330805" y="2231881"/>
                  </a:lnTo>
                  <a:cubicBezTo>
                    <a:pt x="1343286" y="2224588"/>
                    <a:pt x="1355624" y="2216947"/>
                    <a:pt x="1367800" y="2208990"/>
                  </a:cubicBezTo>
                  <a:lnTo>
                    <a:pt x="1370776" y="2213540"/>
                  </a:lnTo>
                  <a:cubicBezTo>
                    <a:pt x="1382951" y="2205584"/>
                    <a:pt x="1394963" y="2197300"/>
                    <a:pt x="1406823" y="2188701"/>
                  </a:cubicBezTo>
                  <a:lnTo>
                    <a:pt x="1403618" y="2184293"/>
                  </a:lnTo>
                  <a:cubicBezTo>
                    <a:pt x="1415314" y="2175803"/>
                    <a:pt x="1426847" y="2167008"/>
                    <a:pt x="1438216" y="2157908"/>
                  </a:cubicBezTo>
                  <a:lnTo>
                    <a:pt x="1441627" y="2162153"/>
                  </a:lnTo>
                  <a:cubicBezTo>
                    <a:pt x="1452974" y="2153076"/>
                    <a:pt x="1464158" y="2143693"/>
                    <a:pt x="1475167" y="2134027"/>
                  </a:cubicBezTo>
                  <a:lnTo>
                    <a:pt x="1471559" y="2129935"/>
                  </a:lnTo>
                  <a:cubicBezTo>
                    <a:pt x="1482427" y="2120400"/>
                    <a:pt x="1493109" y="2110581"/>
                    <a:pt x="1503627" y="2100481"/>
                  </a:cubicBezTo>
                  <a:lnTo>
                    <a:pt x="1507399" y="2104410"/>
                  </a:lnTo>
                  <a:cubicBezTo>
                    <a:pt x="1517885" y="2094342"/>
                    <a:pt x="1528196" y="2084001"/>
                    <a:pt x="1538323" y="2073399"/>
                  </a:cubicBezTo>
                  <a:lnTo>
                    <a:pt x="1534377" y="2069644"/>
                  </a:lnTo>
                  <a:cubicBezTo>
                    <a:pt x="1544361" y="2059195"/>
                    <a:pt x="1554172" y="2048484"/>
                    <a:pt x="1563797" y="2037523"/>
                  </a:cubicBezTo>
                  <a:lnTo>
                    <a:pt x="1567895" y="2041104"/>
                  </a:lnTo>
                  <a:cubicBezTo>
                    <a:pt x="1577476" y="2030198"/>
                    <a:pt x="1586872" y="2019052"/>
                    <a:pt x="1596083" y="2007666"/>
                  </a:cubicBezTo>
                  <a:lnTo>
                    <a:pt x="1591843" y="2004238"/>
                  </a:lnTo>
                  <a:cubicBezTo>
                    <a:pt x="1600923" y="1993015"/>
                    <a:pt x="1609828" y="1981554"/>
                    <a:pt x="1618537" y="1969864"/>
                  </a:cubicBezTo>
                  <a:lnTo>
                    <a:pt x="1622908" y="1973118"/>
                  </a:lnTo>
                  <a:cubicBezTo>
                    <a:pt x="1631585" y="1961472"/>
                    <a:pt x="1640065" y="1949618"/>
                    <a:pt x="1648360" y="1937536"/>
                  </a:cubicBezTo>
                  <a:lnTo>
                    <a:pt x="1643869" y="1934467"/>
                  </a:lnTo>
                  <a:cubicBezTo>
                    <a:pt x="1652055" y="1922548"/>
                    <a:pt x="1660045" y="1910433"/>
                    <a:pt x="1667850" y="1898112"/>
                  </a:cubicBezTo>
                  <a:lnTo>
                    <a:pt x="1672461" y="1901018"/>
                  </a:lnTo>
                  <a:cubicBezTo>
                    <a:pt x="1680222" y="1888740"/>
                    <a:pt x="1687797" y="1876266"/>
                    <a:pt x="1695176" y="1863607"/>
                  </a:cubicBezTo>
                  <a:lnTo>
                    <a:pt x="1690468" y="1860864"/>
                  </a:lnTo>
                  <a:cubicBezTo>
                    <a:pt x="1697749" y="1848368"/>
                    <a:pt x="1704845" y="1835688"/>
                    <a:pt x="1711734" y="1822811"/>
                  </a:cubicBezTo>
                  <a:lnTo>
                    <a:pt x="1716541" y="1825380"/>
                  </a:lnTo>
                  <a:cubicBezTo>
                    <a:pt x="1723397" y="1812579"/>
                    <a:pt x="1730057" y="1799605"/>
                    <a:pt x="1736510" y="1786456"/>
                  </a:cubicBezTo>
                  <a:lnTo>
                    <a:pt x="1731616" y="1784061"/>
                  </a:lnTo>
                  <a:cubicBezTo>
                    <a:pt x="1737982" y="1771098"/>
                    <a:pt x="1744151" y="1757960"/>
                    <a:pt x="1750124" y="1744669"/>
                  </a:cubicBezTo>
                  <a:lnTo>
                    <a:pt x="1755095" y="1746890"/>
                  </a:lnTo>
                  <a:cubicBezTo>
                    <a:pt x="1761036" y="1733654"/>
                    <a:pt x="1766791" y="1720244"/>
                    <a:pt x="1772328" y="1706693"/>
                  </a:cubicBezTo>
                  <a:lnTo>
                    <a:pt x="1767281" y="1704635"/>
                  </a:lnTo>
                  <a:cubicBezTo>
                    <a:pt x="1772753" y="1691247"/>
                    <a:pt x="1778029" y="1677718"/>
                    <a:pt x="1783098" y="1664035"/>
                  </a:cubicBezTo>
                  <a:lnTo>
                    <a:pt x="1788210" y="1665918"/>
                  </a:lnTo>
                  <a:cubicBezTo>
                    <a:pt x="1793257" y="1652291"/>
                    <a:pt x="1798096" y="1638522"/>
                    <a:pt x="1802740" y="1624622"/>
                  </a:cubicBezTo>
                  <a:lnTo>
                    <a:pt x="1797562" y="1622902"/>
                  </a:lnTo>
                  <a:cubicBezTo>
                    <a:pt x="1802140" y="1609187"/>
                    <a:pt x="1806511" y="1595331"/>
                    <a:pt x="1810675" y="1581355"/>
                  </a:cubicBezTo>
                  <a:lnTo>
                    <a:pt x="1815907" y="1582911"/>
                  </a:lnTo>
                  <a:cubicBezTo>
                    <a:pt x="1820049" y="1569001"/>
                    <a:pt x="1823984" y="1554981"/>
                    <a:pt x="1827712" y="1540831"/>
                  </a:cubicBezTo>
                  <a:lnTo>
                    <a:pt x="1822436" y="1539449"/>
                  </a:lnTo>
                  <a:cubicBezTo>
                    <a:pt x="1826131" y="1525462"/>
                    <a:pt x="1829609" y="1511366"/>
                    <a:pt x="1832879" y="1497151"/>
                  </a:cubicBezTo>
                  <a:lnTo>
                    <a:pt x="1838187" y="1498370"/>
                  </a:lnTo>
                  <a:cubicBezTo>
                    <a:pt x="1841446" y="1484209"/>
                    <a:pt x="1844498" y="1469939"/>
                    <a:pt x="1847343" y="1455571"/>
                  </a:cubicBezTo>
                  <a:lnTo>
                    <a:pt x="1841991" y="1454515"/>
                  </a:lnTo>
                  <a:cubicBezTo>
                    <a:pt x="1844804" y="1440311"/>
                    <a:pt x="1847398" y="1426008"/>
                    <a:pt x="1849785" y="1411608"/>
                  </a:cubicBezTo>
                  <a:lnTo>
                    <a:pt x="1855159" y="1412500"/>
                  </a:lnTo>
                  <a:cubicBezTo>
                    <a:pt x="1857535" y="1398187"/>
                    <a:pt x="1859693" y="1383786"/>
                    <a:pt x="1861644" y="1369299"/>
                  </a:cubicBezTo>
                  <a:lnTo>
                    <a:pt x="1856249" y="1368569"/>
                  </a:lnTo>
                  <a:cubicBezTo>
                    <a:pt x="1858178" y="1354234"/>
                    <a:pt x="1859890" y="1339812"/>
                    <a:pt x="1861404" y="1325313"/>
                  </a:cubicBezTo>
                  <a:lnTo>
                    <a:pt x="1866822" y="1325879"/>
                  </a:lnTo>
                  <a:cubicBezTo>
                    <a:pt x="1868326" y="1311424"/>
                    <a:pt x="1869623" y="1296893"/>
                    <a:pt x="1870692" y="1282275"/>
                  </a:cubicBezTo>
                  <a:lnTo>
                    <a:pt x="1865263" y="1281872"/>
                  </a:lnTo>
                  <a:cubicBezTo>
                    <a:pt x="1866332" y="1267439"/>
                    <a:pt x="1867182" y="1252930"/>
                    <a:pt x="1867825" y="1238355"/>
                  </a:cubicBezTo>
                  <a:lnTo>
                    <a:pt x="1873275" y="1238595"/>
                  </a:lnTo>
                  <a:cubicBezTo>
                    <a:pt x="1873907" y="1224107"/>
                    <a:pt x="1874332" y="1209543"/>
                    <a:pt x="1874550" y="1194925"/>
                  </a:cubicBezTo>
                  <a:lnTo>
                    <a:pt x="1869100" y="1194849"/>
                  </a:lnTo>
                  <a:cubicBezTo>
                    <a:pt x="1869209" y="1187567"/>
                    <a:pt x="1869264" y="1180274"/>
                    <a:pt x="1869264" y="1172971"/>
                  </a:cubicBezTo>
                  <a:cubicBezTo>
                    <a:pt x="1869264" y="1165667"/>
                    <a:pt x="1869209" y="1158374"/>
                    <a:pt x="1869100" y="1151103"/>
                  </a:cubicBezTo>
                  <a:lnTo>
                    <a:pt x="1874550" y="1151027"/>
                  </a:lnTo>
                  <a:cubicBezTo>
                    <a:pt x="1874332" y="1136398"/>
                    <a:pt x="1873907" y="1121845"/>
                    <a:pt x="1873275" y="1107358"/>
                  </a:cubicBezTo>
                  <a:lnTo>
                    <a:pt x="1867825" y="1107597"/>
                  </a:lnTo>
                  <a:cubicBezTo>
                    <a:pt x="1867182" y="1093011"/>
                    <a:pt x="1866332" y="1078502"/>
                    <a:pt x="1865263" y="1064069"/>
                  </a:cubicBezTo>
                  <a:lnTo>
                    <a:pt x="1870692" y="1063666"/>
                  </a:lnTo>
                  <a:cubicBezTo>
                    <a:pt x="1869623" y="1049059"/>
                    <a:pt x="1868326" y="1034528"/>
                    <a:pt x="1866822" y="1020073"/>
                  </a:cubicBezTo>
                  <a:lnTo>
                    <a:pt x="1861404" y="1020628"/>
                  </a:lnTo>
                  <a:cubicBezTo>
                    <a:pt x="1859890" y="1006129"/>
                    <a:pt x="1858178" y="991707"/>
                    <a:pt x="1856249" y="977377"/>
                  </a:cubicBezTo>
                  <a:lnTo>
                    <a:pt x="1861644" y="976653"/>
                  </a:lnTo>
                  <a:cubicBezTo>
                    <a:pt x="1859693" y="962160"/>
                    <a:pt x="1857535" y="947756"/>
                    <a:pt x="1855159" y="933449"/>
                  </a:cubicBezTo>
                  <a:lnTo>
                    <a:pt x="1849785" y="934337"/>
                  </a:lnTo>
                  <a:cubicBezTo>
                    <a:pt x="1847398" y="919937"/>
                    <a:pt x="1844804" y="905634"/>
                    <a:pt x="1841991" y="891433"/>
                  </a:cubicBezTo>
                  <a:lnTo>
                    <a:pt x="1847343" y="890380"/>
                  </a:lnTo>
                  <a:cubicBezTo>
                    <a:pt x="1844498" y="876006"/>
                    <a:pt x="1841446" y="861737"/>
                    <a:pt x="1838187" y="847578"/>
                  </a:cubicBezTo>
                  <a:lnTo>
                    <a:pt x="1832879" y="848797"/>
                  </a:lnTo>
                  <a:cubicBezTo>
                    <a:pt x="1829609" y="834585"/>
                    <a:pt x="1826131" y="820485"/>
                    <a:pt x="1822447" y="806501"/>
                  </a:cubicBezTo>
                  <a:lnTo>
                    <a:pt x="1827712" y="805116"/>
                  </a:lnTo>
                  <a:cubicBezTo>
                    <a:pt x="1823984" y="790969"/>
                    <a:pt x="1820049" y="776939"/>
                    <a:pt x="1815907" y="763036"/>
                  </a:cubicBezTo>
                  <a:lnTo>
                    <a:pt x="1810675" y="764589"/>
                  </a:lnTo>
                  <a:cubicBezTo>
                    <a:pt x="1806511" y="750611"/>
                    <a:pt x="1802140" y="736762"/>
                    <a:pt x="1797562" y="723046"/>
                  </a:cubicBezTo>
                  <a:lnTo>
                    <a:pt x="1802740" y="721326"/>
                  </a:lnTo>
                  <a:cubicBezTo>
                    <a:pt x="1798096" y="707421"/>
                    <a:pt x="1793257" y="693652"/>
                    <a:pt x="1788210" y="680025"/>
                  </a:cubicBezTo>
                  <a:lnTo>
                    <a:pt x="1783098" y="681912"/>
                  </a:lnTo>
                  <a:cubicBezTo>
                    <a:pt x="1778029" y="668231"/>
                    <a:pt x="1772753" y="654694"/>
                    <a:pt x="1767281" y="641307"/>
                  </a:cubicBezTo>
                  <a:lnTo>
                    <a:pt x="1772328" y="639250"/>
                  </a:lnTo>
                  <a:cubicBezTo>
                    <a:pt x="1766791" y="625696"/>
                    <a:pt x="1761036" y="612295"/>
                    <a:pt x="1755095" y="599054"/>
                  </a:cubicBezTo>
                  <a:lnTo>
                    <a:pt x="1750124" y="601280"/>
                  </a:lnTo>
                  <a:cubicBezTo>
                    <a:pt x="1744151" y="587983"/>
                    <a:pt x="1737982" y="574848"/>
                    <a:pt x="1731616" y="561882"/>
                  </a:cubicBezTo>
                  <a:lnTo>
                    <a:pt x="1736510" y="559485"/>
                  </a:lnTo>
                  <a:cubicBezTo>
                    <a:pt x="1730057" y="546338"/>
                    <a:pt x="1723397" y="533362"/>
                    <a:pt x="1716541" y="520564"/>
                  </a:cubicBezTo>
                  <a:lnTo>
                    <a:pt x="1711734" y="523130"/>
                  </a:lnTo>
                  <a:cubicBezTo>
                    <a:pt x="1704845" y="510262"/>
                    <a:pt x="1697749" y="497575"/>
                    <a:pt x="1690468" y="485077"/>
                  </a:cubicBezTo>
                  <a:lnTo>
                    <a:pt x="1695176" y="482340"/>
                  </a:lnTo>
                  <a:cubicBezTo>
                    <a:pt x="1687808" y="469677"/>
                    <a:pt x="1680222" y="457204"/>
                    <a:pt x="1672461" y="444931"/>
                  </a:cubicBezTo>
                  <a:lnTo>
                    <a:pt x="1667850" y="447840"/>
                  </a:lnTo>
                  <a:cubicBezTo>
                    <a:pt x="1660045" y="435516"/>
                    <a:pt x="1652055" y="423395"/>
                    <a:pt x="1643869" y="411483"/>
                  </a:cubicBezTo>
                  <a:lnTo>
                    <a:pt x="1648360" y="408404"/>
                  </a:lnTo>
                  <a:cubicBezTo>
                    <a:pt x="1640065" y="396331"/>
                    <a:pt x="1631585" y="384470"/>
                    <a:pt x="1622908" y="372831"/>
                  </a:cubicBezTo>
                  <a:lnTo>
                    <a:pt x="1618537" y="376080"/>
                  </a:lnTo>
                  <a:cubicBezTo>
                    <a:pt x="1609828" y="364394"/>
                    <a:pt x="1600923" y="352932"/>
                    <a:pt x="1591843" y="341703"/>
                  </a:cubicBezTo>
                  <a:lnTo>
                    <a:pt x="1596083" y="338284"/>
                  </a:lnTo>
                  <a:cubicBezTo>
                    <a:pt x="1586872" y="326896"/>
                    <a:pt x="1577476" y="315745"/>
                    <a:pt x="1567895" y="304839"/>
                  </a:cubicBezTo>
                  <a:lnTo>
                    <a:pt x="1563797" y="308428"/>
                  </a:lnTo>
                  <a:cubicBezTo>
                    <a:pt x="1554172" y="297466"/>
                    <a:pt x="1544361" y="286754"/>
                    <a:pt x="1534377" y="276299"/>
                  </a:cubicBezTo>
                  <a:lnTo>
                    <a:pt x="1538323" y="272543"/>
                  </a:lnTo>
                  <a:cubicBezTo>
                    <a:pt x="1528196" y="261942"/>
                    <a:pt x="1517885" y="251605"/>
                    <a:pt x="1507399" y="241539"/>
                  </a:cubicBezTo>
                  <a:lnTo>
                    <a:pt x="1503627" y="245462"/>
                  </a:lnTo>
                  <a:cubicBezTo>
                    <a:pt x="1493109" y="235365"/>
                    <a:pt x="1482427" y="225545"/>
                    <a:pt x="1471559" y="216007"/>
                  </a:cubicBezTo>
                  <a:lnTo>
                    <a:pt x="1475167" y="211921"/>
                  </a:lnTo>
                  <a:cubicBezTo>
                    <a:pt x="1464158" y="202252"/>
                    <a:pt x="1452974" y="192871"/>
                    <a:pt x="1441627" y="183789"/>
                  </a:cubicBezTo>
                  <a:lnTo>
                    <a:pt x="1438216" y="188035"/>
                  </a:lnTo>
                  <a:cubicBezTo>
                    <a:pt x="1426847" y="178937"/>
                    <a:pt x="1415314" y="170137"/>
                    <a:pt x="1403618" y="161649"/>
                  </a:cubicBezTo>
                  <a:lnTo>
                    <a:pt x="1406823" y="157247"/>
                  </a:lnTo>
                  <a:cubicBezTo>
                    <a:pt x="1394963" y="148648"/>
                    <a:pt x="1382951" y="140362"/>
                    <a:pt x="1370787" y="132403"/>
                  </a:cubicBezTo>
                  <a:lnTo>
                    <a:pt x="1367800" y="136956"/>
                  </a:lnTo>
                  <a:cubicBezTo>
                    <a:pt x="1355624" y="128994"/>
                    <a:pt x="1343286" y="121361"/>
                    <a:pt x="1330805" y="114064"/>
                  </a:cubicBezTo>
                  <a:lnTo>
                    <a:pt x="1333563" y="109367"/>
                  </a:lnTo>
                  <a:cubicBezTo>
                    <a:pt x="1320929" y="101983"/>
                    <a:pt x="1308143" y="94939"/>
                    <a:pt x="1295216" y="88248"/>
                  </a:cubicBezTo>
                  <a:lnTo>
                    <a:pt x="1292709" y="93081"/>
                  </a:lnTo>
                  <a:cubicBezTo>
                    <a:pt x="1279803" y="86403"/>
                    <a:pt x="1266755" y="80079"/>
                    <a:pt x="1253566" y="74117"/>
                  </a:cubicBezTo>
                  <a:lnTo>
                    <a:pt x="1255823" y="69159"/>
                  </a:lnTo>
                  <a:cubicBezTo>
                    <a:pt x="1242502" y="63137"/>
                    <a:pt x="1229041" y="57482"/>
                    <a:pt x="1215448" y="52203"/>
                  </a:cubicBezTo>
                  <a:lnTo>
                    <a:pt x="1213475" y="57276"/>
                  </a:lnTo>
                  <a:cubicBezTo>
                    <a:pt x="1199948" y="52023"/>
                    <a:pt x="1186290" y="47145"/>
                    <a:pt x="1172512" y="42654"/>
                  </a:cubicBezTo>
                  <a:lnTo>
                    <a:pt x="1174202" y="37481"/>
                  </a:lnTo>
                  <a:cubicBezTo>
                    <a:pt x="1160326" y="32957"/>
                    <a:pt x="1146330" y="28822"/>
                    <a:pt x="1132203" y="25084"/>
                  </a:cubicBezTo>
                  <a:lnTo>
                    <a:pt x="1130808" y="30345"/>
                  </a:lnTo>
                  <a:cubicBezTo>
                    <a:pt x="1116812" y="26640"/>
                    <a:pt x="1102697" y="23328"/>
                    <a:pt x="1088483" y="20421"/>
                  </a:cubicBezTo>
                  <a:lnTo>
                    <a:pt x="1089573" y="15090"/>
                  </a:lnTo>
                  <a:cubicBezTo>
                    <a:pt x="1075304" y="12172"/>
                    <a:pt x="1060927" y="9656"/>
                    <a:pt x="1046441" y="7554"/>
                  </a:cubicBezTo>
                  <a:lnTo>
                    <a:pt x="1045656" y="12940"/>
                  </a:lnTo>
                  <a:cubicBezTo>
                    <a:pt x="1031366" y="10865"/>
                    <a:pt x="1016967" y="9196"/>
                    <a:pt x="1002480" y="7941"/>
                  </a:cubicBezTo>
                  <a:lnTo>
                    <a:pt x="1002949" y="2519"/>
                  </a:lnTo>
                  <a:cubicBezTo>
                    <a:pt x="988473" y="1264"/>
                    <a:pt x="973900" y="422"/>
                    <a:pt x="959239" y="0"/>
                  </a:cubicBezTo>
                  <a:lnTo>
                    <a:pt x="959086" y="5441"/>
                  </a:lnTo>
                  <a:cubicBezTo>
                    <a:pt x="951838" y="5232"/>
                    <a:pt x="944567" y="5127"/>
                    <a:pt x="937275" y="5127"/>
                  </a:cubicBezTo>
                  <a:cubicBezTo>
                    <a:pt x="929994" y="5127"/>
                    <a:pt x="922723" y="5232"/>
                    <a:pt x="915475" y="5441"/>
                  </a:cubicBezTo>
                  <a:lnTo>
                    <a:pt x="915311" y="0"/>
                  </a:lnTo>
                  <a:cubicBezTo>
                    <a:pt x="900661" y="422"/>
                    <a:pt x="886088" y="1264"/>
                    <a:pt x="871601" y="2519"/>
                  </a:cubicBezTo>
                  <a:lnTo>
                    <a:pt x="872070" y="7941"/>
                  </a:lnTo>
                  <a:cubicBezTo>
                    <a:pt x="857584" y="9196"/>
                    <a:pt x="843196" y="10865"/>
                    <a:pt x="828895" y="12940"/>
                  </a:cubicBezTo>
                  <a:lnTo>
                    <a:pt x="828110" y="7554"/>
                  </a:lnTo>
                  <a:cubicBezTo>
                    <a:pt x="813634" y="9656"/>
                    <a:pt x="799257" y="12172"/>
                    <a:pt x="784978" y="15090"/>
                  </a:cubicBezTo>
                  <a:lnTo>
                    <a:pt x="786078" y="20421"/>
                  </a:lnTo>
                  <a:cubicBezTo>
                    <a:pt x="771854" y="23328"/>
                    <a:pt x="757738" y="26640"/>
                    <a:pt x="743742" y="30345"/>
                  </a:cubicBezTo>
                  <a:lnTo>
                    <a:pt x="742347" y="25084"/>
                  </a:lnTo>
                  <a:cubicBezTo>
                    <a:pt x="728231" y="28822"/>
                    <a:pt x="714224" y="32957"/>
                    <a:pt x="700349" y="37481"/>
                  </a:cubicBezTo>
                  <a:lnTo>
                    <a:pt x="702038" y="42654"/>
                  </a:lnTo>
                  <a:cubicBezTo>
                    <a:pt x="688260" y="47145"/>
                    <a:pt x="674602" y="52023"/>
                    <a:pt x="661075" y="57275"/>
                  </a:cubicBezTo>
                  <a:lnTo>
                    <a:pt x="659102" y="52203"/>
                  </a:lnTo>
                  <a:cubicBezTo>
                    <a:pt x="645510" y="57482"/>
                    <a:pt x="632059" y="63137"/>
                    <a:pt x="618739" y="69159"/>
                  </a:cubicBezTo>
                  <a:lnTo>
                    <a:pt x="620984" y="74117"/>
                  </a:lnTo>
                  <a:cubicBezTo>
                    <a:pt x="607795" y="80078"/>
                    <a:pt x="594747" y="86403"/>
                    <a:pt x="581842" y="93081"/>
                  </a:cubicBezTo>
                  <a:lnTo>
                    <a:pt x="579335" y="88248"/>
                  </a:lnTo>
                  <a:cubicBezTo>
                    <a:pt x="566407" y="94939"/>
                    <a:pt x="553621" y="101982"/>
                    <a:pt x="540988" y="109367"/>
                  </a:cubicBezTo>
                  <a:lnTo>
                    <a:pt x="543745" y="114064"/>
                  </a:lnTo>
                  <a:cubicBezTo>
                    <a:pt x="531265" y="121361"/>
                    <a:pt x="518937" y="128994"/>
                    <a:pt x="506761" y="136955"/>
                  </a:cubicBezTo>
                  <a:lnTo>
                    <a:pt x="503774" y="132403"/>
                  </a:lnTo>
                  <a:cubicBezTo>
                    <a:pt x="491599" y="140362"/>
                    <a:pt x="479587" y="148647"/>
                    <a:pt x="467738" y="157247"/>
                  </a:cubicBezTo>
                  <a:lnTo>
                    <a:pt x="470943" y="161649"/>
                  </a:lnTo>
                  <a:cubicBezTo>
                    <a:pt x="459247" y="170137"/>
                    <a:pt x="447704" y="178936"/>
                    <a:pt x="436335" y="188035"/>
                  </a:cubicBezTo>
                  <a:lnTo>
                    <a:pt x="432934" y="183789"/>
                  </a:lnTo>
                  <a:cubicBezTo>
                    <a:pt x="421576" y="192871"/>
                    <a:pt x="410403" y="202252"/>
                    <a:pt x="399394" y="211921"/>
                  </a:cubicBezTo>
                  <a:lnTo>
                    <a:pt x="402991" y="216007"/>
                  </a:lnTo>
                  <a:cubicBezTo>
                    <a:pt x="392135" y="225545"/>
                    <a:pt x="381441" y="235365"/>
                    <a:pt x="370934" y="245461"/>
                  </a:cubicBezTo>
                  <a:lnTo>
                    <a:pt x="367151" y="241538"/>
                  </a:lnTo>
                  <a:cubicBezTo>
                    <a:pt x="356665" y="251605"/>
                    <a:pt x="346365" y="261942"/>
                    <a:pt x="336238" y="272543"/>
                  </a:cubicBezTo>
                  <a:lnTo>
                    <a:pt x="340173" y="276299"/>
                  </a:lnTo>
                  <a:cubicBezTo>
                    <a:pt x="330189" y="286754"/>
                    <a:pt x="320379" y="297466"/>
                    <a:pt x="310754" y="308427"/>
                  </a:cubicBezTo>
                  <a:lnTo>
                    <a:pt x="306655" y="304839"/>
                  </a:lnTo>
                  <a:cubicBezTo>
                    <a:pt x="297074" y="315745"/>
                    <a:pt x="287678" y="326895"/>
                    <a:pt x="278467" y="338283"/>
                  </a:cubicBezTo>
                  <a:lnTo>
                    <a:pt x="282708" y="341703"/>
                  </a:lnTo>
                  <a:cubicBezTo>
                    <a:pt x="273628" y="352931"/>
                    <a:pt x="264733" y="364393"/>
                    <a:pt x="256024" y="376080"/>
                  </a:cubicBezTo>
                  <a:lnTo>
                    <a:pt x="251653" y="372831"/>
                  </a:lnTo>
                  <a:cubicBezTo>
                    <a:pt x="242976" y="384470"/>
                    <a:pt x="234485" y="396330"/>
                    <a:pt x="226190" y="408404"/>
                  </a:cubicBezTo>
                  <a:lnTo>
                    <a:pt x="230681" y="411483"/>
                  </a:lnTo>
                  <a:cubicBezTo>
                    <a:pt x="222506" y="423395"/>
                    <a:pt x="214505" y="435516"/>
                    <a:pt x="206700" y="447840"/>
                  </a:cubicBezTo>
                  <a:lnTo>
                    <a:pt x="202101" y="444931"/>
                  </a:lnTo>
                  <a:cubicBezTo>
                    <a:pt x="194329" y="457204"/>
                    <a:pt x="186753" y="469675"/>
                    <a:pt x="179374" y="482340"/>
                  </a:cubicBezTo>
                  <a:lnTo>
                    <a:pt x="184083" y="485077"/>
                  </a:lnTo>
                  <a:cubicBezTo>
                    <a:pt x="176801" y="497575"/>
                    <a:pt x="169705" y="510261"/>
                    <a:pt x="162816" y="523130"/>
                  </a:cubicBezTo>
                  <a:lnTo>
                    <a:pt x="158009" y="520564"/>
                  </a:lnTo>
                  <a:cubicBezTo>
                    <a:pt x="151164" y="533362"/>
                    <a:pt x="144504" y="546338"/>
                    <a:pt x="138051" y="559485"/>
                  </a:cubicBezTo>
                  <a:lnTo>
                    <a:pt x="142945" y="561881"/>
                  </a:lnTo>
                  <a:cubicBezTo>
                    <a:pt x="136569" y="574848"/>
                    <a:pt x="130399" y="587983"/>
                    <a:pt x="124437" y="601280"/>
                  </a:cubicBezTo>
                  <a:lnTo>
                    <a:pt x="119455" y="599052"/>
                  </a:lnTo>
                  <a:cubicBezTo>
                    <a:pt x="113515" y="612295"/>
                    <a:pt x="107770" y="625696"/>
                    <a:pt x="102222" y="639250"/>
                  </a:cubicBezTo>
                  <a:lnTo>
                    <a:pt x="107269" y="641307"/>
                  </a:lnTo>
                  <a:cubicBezTo>
                    <a:pt x="101797" y="654694"/>
                    <a:pt x="96521" y="668231"/>
                    <a:pt x="91464" y="681912"/>
                  </a:cubicBezTo>
                  <a:lnTo>
                    <a:pt x="86351" y="680024"/>
                  </a:lnTo>
                  <a:cubicBezTo>
                    <a:pt x="81294" y="693652"/>
                    <a:pt x="76454" y="707421"/>
                    <a:pt x="71821" y="721326"/>
                  </a:cubicBezTo>
                  <a:lnTo>
                    <a:pt x="76988" y="723045"/>
                  </a:lnTo>
                  <a:cubicBezTo>
                    <a:pt x="72410" y="736762"/>
                    <a:pt x="68039" y="750611"/>
                    <a:pt x="63875" y="764587"/>
                  </a:cubicBezTo>
                  <a:lnTo>
                    <a:pt x="58654" y="763035"/>
                  </a:lnTo>
                  <a:cubicBezTo>
                    <a:pt x="54512" y="776939"/>
                    <a:pt x="50566" y="790968"/>
                    <a:pt x="46838" y="805116"/>
                  </a:cubicBezTo>
                  <a:lnTo>
                    <a:pt x="52114" y="806501"/>
                  </a:lnTo>
                  <a:cubicBezTo>
                    <a:pt x="48430" y="820484"/>
                    <a:pt x="44942" y="834585"/>
                    <a:pt x="41671" y="848796"/>
                  </a:cubicBezTo>
                  <a:lnTo>
                    <a:pt x="36363" y="847577"/>
                  </a:lnTo>
                  <a:cubicBezTo>
                    <a:pt x="33104" y="861737"/>
                    <a:pt x="30052" y="876006"/>
                    <a:pt x="27218" y="890379"/>
                  </a:cubicBezTo>
                  <a:lnTo>
                    <a:pt x="32559" y="891433"/>
                  </a:lnTo>
                  <a:cubicBezTo>
                    <a:pt x="29758" y="905633"/>
                    <a:pt x="27152" y="919937"/>
                    <a:pt x="24765" y="934337"/>
                  </a:cubicBezTo>
                  <a:lnTo>
                    <a:pt x="19392" y="933448"/>
                  </a:lnTo>
                  <a:cubicBezTo>
                    <a:pt x="17026" y="947756"/>
                    <a:pt x="14857" y="962158"/>
                    <a:pt x="12906" y="976651"/>
                  </a:cubicBezTo>
                  <a:lnTo>
                    <a:pt x="18312" y="977376"/>
                  </a:lnTo>
                  <a:cubicBezTo>
                    <a:pt x="16383" y="991707"/>
                    <a:pt x="14661" y="1006129"/>
                    <a:pt x="13157" y="1020628"/>
                  </a:cubicBezTo>
                  <a:lnTo>
                    <a:pt x="7728" y="1020073"/>
                  </a:lnTo>
                  <a:cubicBezTo>
                    <a:pt x="6224" y="1034528"/>
                    <a:pt x="4938" y="1049059"/>
                    <a:pt x="3859" y="1063666"/>
                  </a:cubicBezTo>
                  <a:lnTo>
                    <a:pt x="9298" y="1064069"/>
                  </a:lnTo>
                  <a:cubicBezTo>
                    <a:pt x="8230" y="1078502"/>
                    <a:pt x="7369" y="1093011"/>
                    <a:pt x="6725" y="1107597"/>
                  </a:cubicBezTo>
                  <a:lnTo>
                    <a:pt x="1286" y="1107358"/>
                  </a:lnTo>
                  <a:close/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8EBD3A8-98D7-A28E-0C52-38ED12149DB3}"/>
                </a:ext>
              </a:extLst>
            </p:cNvPr>
            <p:cNvSpPr/>
            <p:nvPr/>
          </p:nvSpPr>
          <p:spPr>
            <a:xfrm rot="10800000" flipV="1">
              <a:off x="21304376" y="4766844"/>
              <a:ext cx="1245602" cy="2540931"/>
            </a:xfrm>
            <a:custGeom>
              <a:avLst/>
              <a:gdLst>
                <a:gd name="connsiteX0" fmla="*/ 1245775 w 1245602"/>
                <a:gd name="connsiteY0" fmla="*/ 1270467 h 2540931"/>
                <a:gd name="connsiteX1" fmla="*/ 622973 w 1245602"/>
                <a:gd name="connsiteY1" fmla="*/ 2540933 h 2540931"/>
                <a:gd name="connsiteX2" fmla="*/ 172 w 1245602"/>
                <a:gd name="connsiteY2" fmla="*/ 1270467 h 2540931"/>
                <a:gd name="connsiteX3" fmla="*/ 622973 w 1245602"/>
                <a:gd name="connsiteY3" fmla="*/ 1 h 2540931"/>
                <a:gd name="connsiteX4" fmla="*/ 1245775 w 1245602"/>
                <a:gd name="connsiteY4" fmla="*/ 1270467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775" y="1270467"/>
                  </a:moveTo>
                  <a:cubicBezTo>
                    <a:pt x="1245775" y="1972126"/>
                    <a:pt x="966937" y="2540933"/>
                    <a:pt x="622973" y="2540933"/>
                  </a:cubicBezTo>
                  <a:cubicBezTo>
                    <a:pt x="279010" y="2540933"/>
                    <a:pt x="172" y="1972126"/>
                    <a:pt x="172" y="1270467"/>
                  </a:cubicBezTo>
                  <a:cubicBezTo>
                    <a:pt x="172" y="568808"/>
                    <a:pt x="279010" y="1"/>
                    <a:pt x="622973" y="1"/>
                  </a:cubicBezTo>
                  <a:cubicBezTo>
                    <a:pt x="966937" y="1"/>
                    <a:pt x="1245775" y="568808"/>
                    <a:pt x="1245775" y="1270467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1CAB615B-38C0-4D3A-C2D6-2AFC0CF85A40}"/>
                </a:ext>
              </a:extLst>
            </p:cNvPr>
            <p:cNvSpPr/>
            <p:nvPr/>
          </p:nvSpPr>
          <p:spPr>
            <a:xfrm rot="10800000" flipV="1">
              <a:off x="21304407" y="5295910"/>
              <a:ext cx="637885" cy="1482805"/>
            </a:xfrm>
            <a:custGeom>
              <a:avLst/>
              <a:gdLst>
                <a:gd name="connsiteX0" fmla="*/ 638058 w 637885"/>
                <a:gd name="connsiteY0" fmla="*/ 741452 h 1482805"/>
                <a:gd name="connsiteX1" fmla="*/ 319115 w 637885"/>
                <a:gd name="connsiteY1" fmla="*/ 1482855 h 1482805"/>
                <a:gd name="connsiteX2" fmla="*/ 172 w 637885"/>
                <a:gd name="connsiteY2" fmla="*/ 741452 h 1482805"/>
                <a:gd name="connsiteX3" fmla="*/ 319115 w 637885"/>
                <a:gd name="connsiteY3" fmla="*/ 49 h 1482805"/>
                <a:gd name="connsiteX4" fmla="*/ 638058 w 637885"/>
                <a:gd name="connsiteY4" fmla="*/ 741452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8058" y="741452"/>
                  </a:moveTo>
                  <a:cubicBezTo>
                    <a:pt x="638058" y="1150917"/>
                    <a:pt x="495263" y="1482855"/>
                    <a:pt x="319115" y="1482855"/>
                  </a:cubicBezTo>
                  <a:cubicBezTo>
                    <a:pt x="142968" y="1482855"/>
                    <a:pt x="172" y="1150917"/>
                    <a:pt x="172" y="741452"/>
                  </a:cubicBezTo>
                  <a:cubicBezTo>
                    <a:pt x="172" y="331987"/>
                    <a:pt x="142968" y="49"/>
                    <a:pt x="319115" y="49"/>
                  </a:cubicBezTo>
                  <a:cubicBezTo>
                    <a:pt x="495263" y="49"/>
                    <a:pt x="638058" y="331987"/>
                    <a:pt x="638058" y="741452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BB7704AF-305A-41CF-1C30-A3872D74564C}"/>
                </a:ext>
              </a:extLst>
            </p:cNvPr>
            <p:cNvSpPr/>
            <p:nvPr/>
          </p:nvSpPr>
          <p:spPr>
            <a:xfrm>
              <a:off x="20943965" y="6037308"/>
              <a:ext cx="713624" cy="10884"/>
            </a:xfrm>
            <a:custGeom>
              <a:avLst/>
              <a:gdLst>
                <a:gd name="connsiteX0" fmla="*/ 0 w 713624"/>
                <a:gd name="connsiteY0" fmla="*/ 0 h 10884"/>
                <a:gd name="connsiteX1" fmla="*/ 713625 w 71362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624" h="10884">
                  <a:moveTo>
                    <a:pt x="0" y="0"/>
                  </a:moveTo>
                  <a:lnTo>
                    <a:pt x="71362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14822717-BB8D-786D-EBE5-082C4AAD0B07}"/>
                </a:ext>
              </a:extLst>
            </p:cNvPr>
            <p:cNvSpPr/>
            <p:nvPr/>
          </p:nvSpPr>
          <p:spPr>
            <a:xfrm>
              <a:off x="20306026" y="6037308"/>
              <a:ext cx="360420" cy="10884"/>
            </a:xfrm>
            <a:custGeom>
              <a:avLst/>
              <a:gdLst>
                <a:gd name="connsiteX0" fmla="*/ 0 w 360420"/>
                <a:gd name="connsiteY0" fmla="*/ 0 h 10884"/>
                <a:gd name="connsiteX1" fmla="*/ 360420 w 360420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20" h="10884">
                  <a:moveTo>
                    <a:pt x="0" y="0"/>
                  </a:moveTo>
                  <a:lnTo>
                    <a:pt x="360420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94E914-B0AF-84A6-8816-233DE9CB1DF6}"/>
                </a:ext>
              </a:extLst>
            </p:cNvPr>
            <p:cNvSpPr/>
            <p:nvPr/>
          </p:nvSpPr>
          <p:spPr>
            <a:xfrm>
              <a:off x="21938630" y="6037308"/>
              <a:ext cx="360415" cy="10884"/>
            </a:xfrm>
            <a:custGeom>
              <a:avLst/>
              <a:gdLst>
                <a:gd name="connsiteX0" fmla="*/ 0 w 360415"/>
                <a:gd name="connsiteY0" fmla="*/ 0 h 10884"/>
                <a:gd name="connsiteX1" fmla="*/ 360415 w 360415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5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29BF5169-62DD-42DC-F5A7-304E01EBAE1A}"/>
                </a:ext>
              </a:extLst>
            </p:cNvPr>
            <p:cNvSpPr/>
            <p:nvPr/>
          </p:nvSpPr>
          <p:spPr>
            <a:xfrm>
              <a:off x="19700512" y="6037308"/>
              <a:ext cx="360416" cy="10884"/>
            </a:xfrm>
            <a:custGeom>
              <a:avLst/>
              <a:gdLst>
                <a:gd name="connsiteX0" fmla="*/ 0 w 360416"/>
                <a:gd name="connsiteY0" fmla="*/ 0 h 10884"/>
                <a:gd name="connsiteX1" fmla="*/ 360416 w 360416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6" h="10884">
                  <a:moveTo>
                    <a:pt x="0" y="0"/>
                  </a:moveTo>
                  <a:lnTo>
                    <a:pt x="360416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5353E977-4BBB-60FD-B111-F354D035A998}"/>
                </a:ext>
              </a:extLst>
            </p:cNvPr>
            <p:cNvSpPr/>
            <p:nvPr/>
          </p:nvSpPr>
          <p:spPr>
            <a:xfrm>
              <a:off x="22547787" y="6037308"/>
              <a:ext cx="360414" cy="10884"/>
            </a:xfrm>
            <a:custGeom>
              <a:avLst/>
              <a:gdLst>
                <a:gd name="connsiteX0" fmla="*/ 0 w 360414"/>
                <a:gd name="connsiteY0" fmla="*/ 0 h 10884"/>
                <a:gd name="connsiteX1" fmla="*/ 360415 w 36041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4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B10CEBB-63F4-646A-D694-6F0C5C86E600}"/>
                </a:ext>
              </a:extLst>
            </p:cNvPr>
            <p:cNvSpPr/>
            <p:nvPr/>
          </p:nvSpPr>
          <p:spPr>
            <a:xfrm>
              <a:off x="22844186" y="5972522"/>
              <a:ext cx="66752" cy="132336"/>
            </a:xfrm>
            <a:custGeom>
              <a:avLst/>
              <a:gdLst>
                <a:gd name="connsiteX0" fmla="*/ 0 w 66752"/>
                <a:gd name="connsiteY0" fmla="*/ 132337 h 132336"/>
                <a:gd name="connsiteX1" fmla="*/ 66753 w 66752"/>
                <a:gd name="connsiteY1" fmla="*/ 66658 h 132336"/>
                <a:gd name="connsiteX2" fmla="*/ 981 w 66752"/>
                <a:gd name="connsiteY2" fmla="*/ 0 h 13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" h="132336">
                  <a:moveTo>
                    <a:pt x="0" y="132337"/>
                  </a:moveTo>
                  <a:lnTo>
                    <a:pt x="66753" y="66658"/>
                  </a:lnTo>
                  <a:lnTo>
                    <a:pt x="981" y="0"/>
                  </a:lnTo>
                </a:path>
              </a:pathLst>
            </a:custGeom>
            <a:noFill/>
            <a:ln w="10882" cap="flat">
              <a:solidFill>
                <a:srgbClr val="E3FF7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C21EA28C-E0EE-2FE7-8568-780223D39967}"/>
              </a:ext>
            </a:extLst>
          </p:cNvPr>
          <p:cNvGrpSpPr/>
          <p:nvPr userDrawn="1"/>
        </p:nvGrpSpPr>
        <p:grpSpPr>
          <a:xfrm>
            <a:off x="528545" y="2411741"/>
            <a:ext cx="2039030" cy="1218840"/>
            <a:chOff x="1057227" y="4823481"/>
            <a:chExt cx="4078591" cy="2437679"/>
          </a:xfrm>
        </p:grpSpPr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F546A89-8BD9-CBFB-150E-AD8ED760EED0}"/>
                </a:ext>
              </a:extLst>
            </p:cNvPr>
            <p:cNvSpPr/>
            <p:nvPr/>
          </p:nvSpPr>
          <p:spPr>
            <a:xfrm>
              <a:off x="2145104" y="4823481"/>
              <a:ext cx="1902838" cy="2437679"/>
            </a:xfrm>
            <a:custGeom>
              <a:avLst/>
              <a:gdLst>
                <a:gd name="connsiteX0" fmla="*/ 1902838 w 1902838"/>
                <a:gd name="connsiteY0" fmla="*/ 1218840 h 2437679"/>
                <a:gd name="connsiteX1" fmla="*/ 951419 w 1902838"/>
                <a:gd name="connsiteY1" fmla="*/ 2437680 h 2437679"/>
                <a:gd name="connsiteX2" fmla="*/ 0 w 1902838"/>
                <a:gd name="connsiteY2" fmla="*/ 1218840 h 2437679"/>
                <a:gd name="connsiteX3" fmla="*/ 951419 w 1902838"/>
                <a:gd name="connsiteY3" fmla="*/ 0 h 2437679"/>
                <a:gd name="connsiteX4" fmla="*/ 1902838 w 1902838"/>
                <a:gd name="connsiteY4" fmla="*/ 1218840 h 243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2838" h="2437679">
                  <a:moveTo>
                    <a:pt x="1902838" y="1218840"/>
                  </a:moveTo>
                  <a:cubicBezTo>
                    <a:pt x="1902838" y="1891986"/>
                    <a:pt x="1476873" y="2437680"/>
                    <a:pt x="951419" y="2437680"/>
                  </a:cubicBezTo>
                  <a:cubicBezTo>
                    <a:pt x="425965" y="2437680"/>
                    <a:pt x="0" y="1891986"/>
                    <a:pt x="0" y="1218840"/>
                  </a:cubicBezTo>
                  <a:cubicBezTo>
                    <a:pt x="0" y="545693"/>
                    <a:pt x="425965" y="0"/>
                    <a:pt x="951419" y="0"/>
                  </a:cubicBezTo>
                  <a:cubicBezTo>
                    <a:pt x="1476873" y="0"/>
                    <a:pt x="1902838" y="545693"/>
                    <a:pt x="1902838" y="1218840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94625F7-EC3D-F93B-EB68-E083A16CDC96}"/>
                </a:ext>
              </a:extLst>
            </p:cNvPr>
            <p:cNvSpPr/>
            <p:nvPr/>
          </p:nvSpPr>
          <p:spPr>
            <a:xfrm>
              <a:off x="1648497" y="5050235"/>
              <a:ext cx="2895963" cy="1984149"/>
            </a:xfrm>
            <a:custGeom>
              <a:avLst/>
              <a:gdLst>
                <a:gd name="connsiteX0" fmla="*/ 2895964 w 2895963"/>
                <a:gd name="connsiteY0" fmla="*/ 992075 h 1984149"/>
                <a:gd name="connsiteX1" fmla="*/ 1447982 w 2895963"/>
                <a:gd name="connsiteY1" fmla="*/ 1984150 h 1984149"/>
                <a:gd name="connsiteX2" fmla="*/ 0 w 2895963"/>
                <a:gd name="connsiteY2" fmla="*/ 992075 h 1984149"/>
                <a:gd name="connsiteX3" fmla="*/ 1447982 w 2895963"/>
                <a:gd name="connsiteY3" fmla="*/ 0 h 1984149"/>
                <a:gd name="connsiteX4" fmla="*/ 2895964 w 2895963"/>
                <a:gd name="connsiteY4" fmla="*/ 992075 h 198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963" h="1984149">
                  <a:moveTo>
                    <a:pt x="2895964" y="992075"/>
                  </a:moveTo>
                  <a:cubicBezTo>
                    <a:pt x="2895964" y="1539983"/>
                    <a:pt x="2247680" y="1984150"/>
                    <a:pt x="1447982" y="1984150"/>
                  </a:cubicBezTo>
                  <a:cubicBezTo>
                    <a:pt x="648283" y="1984150"/>
                    <a:pt x="0" y="1539983"/>
                    <a:pt x="0" y="992075"/>
                  </a:cubicBezTo>
                  <a:cubicBezTo>
                    <a:pt x="0" y="444167"/>
                    <a:pt x="648283" y="0"/>
                    <a:pt x="1447982" y="0"/>
                  </a:cubicBezTo>
                  <a:cubicBezTo>
                    <a:pt x="2247680" y="0"/>
                    <a:pt x="2895964" y="444167"/>
                    <a:pt x="2895964" y="992075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184366F3-04FC-8CD3-8275-A292ACB3A7BC}"/>
                </a:ext>
              </a:extLst>
            </p:cNvPr>
            <p:cNvSpPr/>
            <p:nvPr/>
          </p:nvSpPr>
          <p:spPr>
            <a:xfrm>
              <a:off x="1299844" y="5375269"/>
              <a:ext cx="3593401" cy="1334104"/>
            </a:xfrm>
            <a:custGeom>
              <a:avLst/>
              <a:gdLst>
                <a:gd name="connsiteX0" fmla="*/ 3593402 w 3593401"/>
                <a:gd name="connsiteY0" fmla="*/ 667052 h 1334104"/>
                <a:gd name="connsiteX1" fmla="*/ 1796701 w 3593401"/>
                <a:gd name="connsiteY1" fmla="*/ 1334104 h 1334104"/>
                <a:gd name="connsiteX2" fmla="*/ 0 w 3593401"/>
                <a:gd name="connsiteY2" fmla="*/ 667052 h 1334104"/>
                <a:gd name="connsiteX3" fmla="*/ 1796701 w 3593401"/>
                <a:gd name="connsiteY3" fmla="*/ 0 h 1334104"/>
                <a:gd name="connsiteX4" fmla="*/ 3593402 w 3593401"/>
                <a:gd name="connsiteY4" fmla="*/ 667052 h 13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3401" h="1334104">
                  <a:moveTo>
                    <a:pt x="3593402" y="667052"/>
                  </a:moveTo>
                  <a:cubicBezTo>
                    <a:pt x="3593402" y="1035455"/>
                    <a:pt x="2788992" y="1334104"/>
                    <a:pt x="1796701" y="1334104"/>
                  </a:cubicBezTo>
                  <a:cubicBezTo>
                    <a:pt x="804410" y="1334104"/>
                    <a:pt x="0" y="1035455"/>
                    <a:pt x="0" y="667052"/>
                  </a:cubicBezTo>
                  <a:cubicBezTo>
                    <a:pt x="0" y="298649"/>
                    <a:pt x="804410" y="0"/>
                    <a:pt x="1796701" y="0"/>
                  </a:cubicBezTo>
                  <a:cubicBezTo>
                    <a:pt x="2788992" y="0"/>
                    <a:pt x="3593402" y="298649"/>
                    <a:pt x="3593402" y="667052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F4237A5D-74E9-A4CA-570A-CCD3536C6071}"/>
                </a:ext>
              </a:extLst>
            </p:cNvPr>
            <p:cNvSpPr/>
            <p:nvPr/>
          </p:nvSpPr>
          <p:spPr>
            <a:xfrm>
              <a:off x="1057227" y="5738073"/>
              <a:ext cx="4078591" cy="608473"/>
            </a:xfrm>
            <a:custGeom>
              <a:avLst/>
              <a:gdLst>
                <a:gd name="connsiteX0" fmla="*/ 4078591 w 4078591"/>
                <a:gd name="connsiteY0" fmla="*/ 304237 h 608473"/>
                <a:gd name="connsiteX1" fmla="*/ 2039296 w 4078591"/>
                <a:gd name="connsiteY1" fmla="*/ 608473 h 608473"/>
                <a:gd name="connsiteX2" fmla="*/ 0 w 4078591"/>
                <a:gd name="connsiteY2" fmla="*/ 304237 h 608473"/>
                <a:gd name="connsiteX3" fmla="*/ 2039296 w 4078591"/>
                <a:gd name="connsiteY3" fmla="*/ 0 h 608473"/>
                <a:gd name="connsiteX4" fmla="*/ 4078591 w 4078591"/>
                <a:gd name="connsiteY4" fmla="*/ 304237 h 60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591" h="608473">
                  <a:moveTo>
                    <a:pt x="4078591" y="304237"/>
                  </a:moveTo>
                  <a:cubicBezTo>
                    <a:pt x="4078591" y="472262"/>
                    <a:pt x="3165568" y="608473"/>
                    <a:pt x="2039296" y="608473"/>
                  </a:cubicBezTo>
                  <a:cubicBezTo>
                    <a:pt x="913024" y="608473"/>
                    <a:pt x="0" y="472262"/>
                    <a:pt x="0" y="304237"/>
                  </a:cubicBezTo>
                  <a:cubicBezTo>
                    <a:pt x="0" y="136211"/>
                    <a:pt x="913024" y="0"/>
                    <a:pt x="2039296" y="0"/>
                  </a:cubicBezTo>
                  <a:cubicBezTo>
                    <a:pt x="3165568" y="0"/>
                    <a:pt x="4078591" y="136211"/>
                    <a:pt x="4078591" y="304237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5F936FF-DCA3-06C9-5C57-8B0F1B7A2DA9}"/>
                </a:ext>
              </a:extLst>
            </p:cNvPr>
            <p:cNvSpPr/>
            <p:nvPr/>
          </p:nvSpPr>
          <p:spPr>
            <a:xfrm rot="10800000" flipV="1">
              <a:off x="3053694" y="5997675"/>
              <a:ext cx="89558" cy="89294"/>
            </a:xfrm>
            <a:custGeom>
              <a:avLst/>
              <a:gdLst>
                <a:gd name="connsiteX0" fmla="*/ 89744 w 89558"/>
                <a:gd name="connsiteY0" fmla="*/ 44758 h 89294"/>
                <a:gd name="connsiteX1" fmla="*/ 44965 w 89558"/>
                <a:gd name="connsiteY1" fmla="*/ 89405 h 89294"/>
                <a:gd name="connsiteX2" fmla="*/ 185 w 89558"/>
                <a:gd name="connsiteY2" fmla="*/ 44758 h 89294"/>
                <a:gd name="connsiteX3" fmla="*/ 44965 w 89558"/>
                <a:gd name="connsiteY3" fmla="*/ 111 h 89294"/>
                <a:gd name="connsiteX4" fmla="*/ 89744 w 89558"/>
                <a:gd name="connsiteY4" fmla="*/ 44758 h 8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8" h="89294">
                  <a:moveTo>
                    <a:pt x="89744" y="44758"/>
                  </a:moveTo>
                  <a:cubicBezTo>
                    <a:pt x="89744" y="69416"/>
                    <a:pt x="69696" y="89405"/>
                    <a:pt x="44965" y="89405"/>
                  </a:cubicBezTo>
                  <a:cubicBezTo>
                    <a:pt x="20234" y="89405"/>
                    <a:pt x="185" y="69416"/>
                    <a:pt x="185" y="44758"/>
                  </a:cubicBezTo>
                  <a:cubicBezTo>
                    <a:pt x="185" y="20100"/>
                    <a:pt x="20234" y="111"/>
                    <a:pt x="44965" y="111"/>
                  </a:cubicBezTo>
                  <a:cubicBezTo>
                    <a:pt x="69696" y="111"/>
                    <a:pt x="89744" y="20100"/>
                    <a:pt x="89744" y="44758"/>
                  </a:cubicBezTo>
                  <a:close/>
                </a:path>
              </a:pathLst>
            </a:custGeom>
            <a:solidFill>
              <a:srgbClr val="2CB9FF"/>
            </a:solidFill>
            <a:ln w="3267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D495F459-4051-049F-71A2-6984076C2001}"/>
                </a:ext>
              </a:extLst>
            </p:cNvPr>
            <p:cNvSpPr/>
            <p:nvPr/>
          </p:nvSpPr>
          <p:spPr>
            <a:xfrm>
              <a:off x="2501360" y="5447077"/>
              <a:ext cx="1197802" cy="1194269"/>
            </a:xfrm>
            <a:custGeom>
              <a:avLst/>
              <a:gdLst>
                <a:gd name="connsiteX0" fmla="*/ 1197803 w 1197802"/>
                <a:gd name="connsiteY0" fmla="*/ 597135 h 1194269"/>
                <a:gd name="connsiteX1" fmla="*/ 598901 w 1197802"/>
                <a:gd name="connsiteY1" fmla="*/ 1194269 h 1194269"/>
                <a:gd name="connsiteX2" fmla="*/ 0 w 1197802"/>
                <a:gd name="connsiteY2" fmla="*/ 597135 h 1194269"/>
                <a:gd name="connsiteX3" fmla="*/ 598901 w 1197802"/>
                <a:gd name="connsiteY3" fmla="*/ 0 h 1194269"/>
                <a:gd name="connsiteX4" fmla="*/ 1197803 w 1197802"/>
                <a:gd name="connsiteY4" fmla="*/ 597135 h 119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7802" h="1194269">
                  <a:moveTo>
                    <a:pt x="1197803" y="597135"/>
                  </a:moveTo>
                  <a:cubicBezTo>
                    <a:pt x="1197803" y="926923"/>
                    <a:pt x="929666" y="1194269"/>
                    <a:pt x="598901" y="1194269"/>
                  </a:cubicBezTo>
                  <a:cubicBezTo>
                    <a:pt x="268137" y="1194269"/>
                    <a:pt x="0" y="926923"/>
                    <a:pt x="0" y="597135"/>
                  </a:cubicBezTo>
                  <a:cubicBezTo>
                    <a:pt x="0" y="267346"/>
                    <a:pt x="268137" y="0"/>
                    <a:pt x="598901" y="0"/>
                  </a:cubicBezTo>
                  <a:cubicBezTo>
                    <a:pt x="929665" y="0"/>
                    <a:pt x="1197803" y="267346"/>
                    <a:pt x="1197803" y="597135"/>
                  </a:cubicBezTo>
                  <a:close/>
                </a:path>
              </a:pathLst>
            </a:custGeom>
            <a:noFill/>
            <a:ln w="1089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BC07E40-7898-E6A3-B359-6D8CBC87D194}"/>
              </a:ext>
            </a:extLst>
          </p:cNvPr>
          <p:cNvGrpSpPr/>
          <p:nvPr userDrawn="1"/>
        </p:nvGrpSpPr>
        <p:grpSpPr>
          <a:xfrm>
            <a:off x="6752217" y="2599101"/>
            <a:ext cx="1877291" cy="837613"/>
            <a:chOff x="13506193" y="5198201"/>
            <a:chExt cx="3755070" cy="1675225"/>
          </a:xfrm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829DB51-65B5-B4A1-01A7-F1F0C57BAE73}"/>
                </a:ext>
              </a:extLst>
            </p:cNvPr>
            <p:cNvSpPr/>
            <p:nvPr/>
          </p:nvSpPr>
          <p:spPr>
            <a:xfrm>
              <a:off x="13527952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53625F20-6B09-5C94-181C-151EF2D8AD33}"/>
                </a:ext>
              </a:extLst>
            </p:cNvPr>
            <p:cNvSpPr/>
            <p:nvPr/>
          </p:nvSpPr>
          <p:spPr>
            <a:xfrm>
              <a:off x="15621818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F7709B76-9C2D-7D65-7C3A-EC4AE3DDD5FC}"/>
                </a:ext>
              </a:extLst>
            </p:cNvPr>
            <p:cNvSpPr/>
            <p:nvPr/>
          </p:nvSpPr>
          <p:spPr>
            <a:xfrm>
              <a:off x="14225935" y="5244904"/>
              <a:ext cx="1614122" cy="1613951"/>
            </a:xfrm>
            <a:custGeom>
              <a:avLst/>
              <a:gdLst>
                <a:gd name="connsiteX0" fmla="*/ 1614123 w 1614122"/>
                <a:gd name="connsiteY0" fmla="*/ 806975 h 1613951"/>
                <a:gd name="connsiteX1" fmla="*/ 807064 w 1614122"/>
                <a:gd name="connsiteY1" fmla="*/ 1613952 h 1613951"/>
                <a:gd name="connsiteX2" fmla="*/ 0 w 1614122"/>
                <a:gd name="connsiteY2" fmla="*/ 806975 h 1613951"/>
                <a:gd name="connsiteX3" fmla="*/ 807064 w 1614122"/>
                <a:gd name="connsiteY3" fmla="*/ 0 h 1613951"/>
                <a:gd name="connsiteX4" fmla="*/ 1614123 w 1614122"/>
                <a:gd name="connsiteY4" fmla="*/ 806975 h 161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122" h="1613951">
                  <a:moveTo>
                    <a:pt x="1614123" y="806975"/>
                  </a:moveTo>
                  <a:cubicBezTo>
                    <a:pt x="1614123" y="1252669"/>
                    <a:pt x="1252773" y="1613952"/>
                    <a:pt x="807064" y="1613952"/>
                  </a:cubicBezTo>
                  <a:cubicBezTo>
                    <a:pt x="361345" y="1613952"/>
                    <a:pt x="0" y="1252669"/>
                    <a:pt x="0" y="806975"/>
                  </a:cubicBezTo>
                  <a:cubicBezTo>
                    <a:pt x="0" y="361284"/>
                    <a:pt x="361345" y="0"/>
                    <a:pt x="807064" y="0"/>
                  </a:cubicBezTo>
                  <a:cubicBezTo>
                    <a:pt x="1252773" y="0"/>
                    <a:pt x="1614123" y="361284"/>
                    <a:pt x="1614123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6C25129E-12E6-12B8-6960-078E8B93A366}"/>
                </a:ext>
              </a:extLst>
            </p:cNvPr>
            <p:cNvSpPr/>
            <p:nvPr/>
          </p:nvSpPr>
          <p:spPr>
            <a:xfrm>
              <a:off x="14923837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7716EAF0-0552-64C8-E5E2-A6EA80569801}"/>
                </a:ext>
              </a:extLst>
            </p:cNvPr>
            <p:cNvSpPr/>
            <p:nvPr/>
          </p:nvSpPr>
          <p:spPr>
            <a:xfrm>
              <a:off x="13554683" y="6153654"/>
              <a:ext cx="3690257" cy="671346"/>
            </a:xfrm>
            <a:custGeom>
              <a:avLst/>
              <a:gdLst>
                <a:gd name="connsiteX0" fmla="*/ 3690258 w 3690257"/>
                <a:gd name="connsiteY0" fmla="*/ 671347 h 671346"/>
                <a:gd name="connsiteX1" fmla="*/ 1828297 w 3690257"/>
                <a:gd name="connsiteY1" fmla="*/ 0 h 671346"/>
                <a:gd name="connsiteX2" fmla="*/ 0 w 3690257"/>
                <a:gd name="connsiteY2" fmla="*/ 671347 h 67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6">
                  <a:moveTo>
                    <a:pt x="3690258" y="671347"/>
                  </a:moveTo>
                  <a:cubicBezTo>
                    <a:pt x="3385046" y="340022"/>
                    <a:pt x="2666307" y="0"/>
                    <a:pt x="1828297" y="0"/>
                  </a:cubicBezTo>
                  <a:cubicBezTo>
                    <a:pt x="1019705" y="0"/>
                    <a:pt x="322165" y="358941"/>
                    <a:pt x="0" y="671347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F6A5756-0929-5DEA-A735-D77D1C3920D3}"/>
                </a:ext>
              </a:extLst>
            </p:cNvPr>
            <p:cNvSpPr/>
            <p:nvPr/>
          </p:nvSpPr>
          <p:spPr>
            <a:xfrm>
              <a:off x="13536786" y="5239475"/>
              <a:ext cx="3690257" cy="671348"/>
            </a:xfrm>
            <a:custGeom>
              <a:avLst/>
              <a:gdLst>
                <a:gd name="connsiteX0" fmla="*/ 0 w 3690257"/>
                <a:gd name="connsiteY0" fmla="*/ 0 h 671348"/>
                <a:gd name="connsiteX1" fmla="*/ 1861959 w 3690257"/>
                <a:gd name="connsiteY1" fmla="*/ 671348 h 671348"/>
                <a:gd name="connsiteX2" fmla="*/ 3690258 w 3690257"/>
                <a:gd name="connsiteY2" fmla="*/ 0 h 6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8">
                  <a:moveTo>
                    <a:pt x="0" y="0"/>
                  </a:moveTo>
                  <a:cubicBezTo>
                    <a:pt x="305216" y="331321"/>
                    <a:pt x="1023949" y="671348"/>
                    <a:pt x="1861959" y="671348"/>
                  </a:cubicBezTo>
                  <a:cubicBezTo>
                    <a:pt x="2670551" y="671348"/>
                    <a:pt x="3368096" y="312407"/>
                    <a:pt x="3690258" y="0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3E9459D7-621F-3231-2EA5-4F433C4D624A}"/>
                </a:ext>
              </a:extLst>
            </p:cNvPr>
            <p:cNvSpPr/>
            <p:nvPr/>
          </p:nvSpPr>
          <p:spPr>
            <a:xfrm>
              <a:off x="13506193" y="6773010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793737-012F-1DAF-2D83-7819C3F27194}"/>
                </a:ext>
              </a:extLst>
            </p:cNvPr>
            <p:cNvSpPr/>
            <p:nvPr/>
          </p:nvSpPr>
          <p:spPr>
            <a:xfrm>
              <a:off x="13506193" y="519820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7C2F86B7-7E59-EFE1-D80D-3D8220EA8E8E}"/>
                </a:ext>
              </a:extLst>
            </p:cNvPr>
            <p:cNvSpPr/>
            <p:nvPr/>
          </p:nvSpPr>
          <p:spPr>
            <a:xfrm>
              <a:off x="17160619" y="6773015"/>
              <a:ext cx="100644" cy="100411"/>
            </a:xfrm>
            <a:custGeom>
              <a:avLst/>
              <a:gdLst>
                <a:gd name="connsiteX0" fmla="*/ 100645 w 100644"/>
                <a:gd name="connsiteY0" fmla="*/ 50206 h 100411"/>
                <a:gd name="connsiteX1" fmla="*/ 50323 w 100644"/>
                <a:gd name="connsiteY1" fmla="*/ 100412 h 100411"/>
                <a:gd name="connsiteX2" fmla="*/ 0 w 100644"/>
                <a:gd name="connsiteY2" fmla="*/ 50206 h 100411"/>
                <a:gd name="connsiteX3" fmla="*/ 50323 w 100644"/>
                <a:gd name="connsiteY3" fmla="*/ 0 h 100411"/>
                <a:gd name="connsiteX4" fmla="*/ 100645 w 100644"/>
                <a:gd name="connsiteY4" fmla="*/ 50206 h 10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44" h="100411">
                  <a:moveTo>
                    <a:pt x="100645" y="50206"/>
                  </a:moveTo>
                  <a:cubicBezTo>
                    <a:pt x="100645" y="77934"/>
                    <a:pt x="78115" y="100412"/>
                    <a:pt x="50323" y="100412"/>
                  </a:cubicBezTo>
                  <a:cubicBezTo>
                    <a:pt x="22530" y="100412"/>
                    <a:pt x="0" y="77934"/>
                    <a:pt x="0" y="50206"/>
                  </a:cubicBezTo>
                  <a:cubicBezTo>
                    <a:pt x="0" y="22478"/>
                    <a:pt x="22530" y="0"/>
                    <a:pt x="50323" y="0"/>
                  </a:cubicBezTo>
                  <a:cubicBezTo>
                    <a:pt x="78115" y="0"/>
                    <a:pt x="100645" y="22478"/>
                    <a:pt x="100645" y="50206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6B0FEE78-1F75-D24E-A364-0CFD28E02F04}"/>
                </a:ext>
              </a:extLst>
            </p:cNvPr>
            <p:cNvSpPr/>
            <p:nvPr/>
          </p:nvSpPr>
          <p:spPr>
            <a:xfrm>
              <a:off x="17160614" y="5198201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D31B9380-753F-A945-E55D-E5DE1801AB84}"/>
                </a:ext>
              </a:extLst>
            </p:cNvPr>
            <p:cNvSpPr/>
            <p:nvPr/>
          </p:nvSpPr>
          <p:spPr>
            <a:xfrm>
              <a:off x="14869884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97CED6F1-A638-CCCB-9F47-67FBAF579421}"/>
                </a:ext>
              </a:extLst>
            </p:cNvPr>
            <p:cNvSpPr/>
            <p:nvPr/>
          </p:nvSpPr>
          <p:spPr>
            <a:xfrm>
              <a:off x="14869884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5958D0E-0EA8-2A6E-D1E6-53AF6D32B5E5}"/>
                </a:ext>
              </a:extLst>
            </p:cNvPr>
            <p:cNvSpPr/>
            <p:nvPr/>
          </p:nvSpPr>
          <p:spPr>
            <a:xfrm>
              <a:off x="14250668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93BB9787-620D-86A1-CBA1-44179BFF5EF8}"/>
                </a:ext>
              </a:extLst>
            </p:cNvPr>
            <p:cNvSpPr/>
            <p:nvPr/>
          </p:nvSpPr>
          <p:spPr>
            <a:xfrm>
              <a:off x="13749535" y="5423172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4BBBC3C7-7BB2-1919-8EB8-822EF9B6BEA1}"/>
                </a:ext>
              </a:extLst>
            </p:cNvPr>
            <p:cNvSpPr/>
            <p:nvPr/>
          </p:nvSpPr>
          <p:spPr>
            <a:xfrm>
              <a:off x="13749535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DC2E3112-E257-3AB6-99D0-2A29A46BB32A}"/>
                </a:ext>
              </a:extLst>
            </p:cNvPr>
            <p:cNvSpPr/>
            <p:nvPr/>
          </p:nvSpPr>
          <p:spPr>
            <a:xfrm>
              <a:off x="14250668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0C1AA7B8-AA6C-13AC-9500-74BED1900560}"/>
                </a:ext>
              </a:extLst>
            </p:cNvPr>
            <p:cNvSpPr/>
            <p:nvPr/>
          </p:nvSpPr>
          <p:spPr>
            <a:xfrm>
              <a:off x="16412620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CD9BD2E-EEB6-18FC-EF34-5E0E2A1F5322}"/>
                </a:ext>
              </a:extLst>
            </p:cNvPr>
            <p:cNvSpPr/>
            <p:nvPr/>
          </p:nvSpPr>
          <p:spPr>
            <a:xfrm>
              <a:off x="16917274" y="53910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2D72BFEE-85E7-1FDB-EBDB-6CCAD9035AB6}"/>
                </a:ext>
              </a:extLst>
            </p:cNvPr>
            <p:cNvSpPr/>
            <p:nvPr/>
          </p:nvSpPr>
          <p:spPr>
            <a:xfrm>
              <a:off x="16927990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043E15C-C9CF-7303-8034-0F665088AC6C}"/>
                </a:ext>
              </a:extLst>
            </p:cNvPr>
            <p:cNvSpPr/>
            <p:nvPr/>
          </p:nvSpPr>
          <p:spPr>
            <a:xfrm>
              <a:off x="16412620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C28B2B78-773A-C339-A61C-F011E4A1F437}"/>
                </a:ext>
              </a:extLst>
            </p:cNvPr>
            <p:cNvSpPr/>
            <p:nvPr/>
          </p:nvSpPr>
          <p:spPr>
            <a:xfrm>
              <a:off x="15796910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B4BE835F-B216-BE7D-3E67-F03DA23B6A49}"/>
                </a:ext>
              </a:extLst>
            </p:cNvPr>
            <p:cNvSpPr/>
            <p:nvPr/>
          </p:nvSpPr>
          <p:spPr>
            <a:xfrm>
              <a:off x="15796910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3169DF7D-80B5-A7F3-20EB-003FF58CBDD5}"/>
                </a:ext>
              </a:extLst>
            </p:cNvPr>
            <p:cNvSpPr/>
            <p:nvPr/>
          </p:nvSpPr>
          <p:spPr>
            <a:xfrm>
              <a:off x="15102563" y="5848119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F16ED4E-4555-6B50-485F-E9797C990C56}"/>
                </a:ext>
              </a:extLst>
            </p:cNvPr>
            <p:cNvSpPr/>
            <p:nvPr/>
          </p:nvSpPr>
          <p:spPr>
            <a:xfrm>
              <a:off x="15102563" y="6105235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5F5B3FEB-F1F4-618E-7508-04C584B03EA4}"/>
                </a:ext>
              </a:extLst>
            </p:cNvPr>
            <p:cNvSpPr/>
            <p:nvPr/>
          </p:nvSpPr>
          <p:spPr>
            <a:xfrm>
              <a:off x="15592920" y="5848119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968ADAB2-F7C6-D4C6-FEF8-A7A83CA0A50B}"/>
                </a:ext>
              </a:extLst>
            </p:cNvPr>
            <p:cNvSpPr/>
            <p:nvPr/>
          </p:nvSpPr>
          <p:spPr>
            <a:xfrm>
              <a:off x="15592920" y="61052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0E8EBC0B-E573-68AE-1368-156B5626368B}"/>
              </a:ext>
            </a:extLst>
          </p:cNvPr>
          <p:cNvGrpSpPr/>
          <p:nvPr userDrawn="1"/>
        </p:nvGrpSpPr>
        <p:grpSpPr>
          <a:xfrm>
            <a:off x="9846102" y="4330830"/>
            <a:ext cx="1726075" cy="1601173"/>
            <a:chOff x="19694768" y="8661660"/>
            <a:chExt cx="3452600" cy="3202346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BCC90763-9DF5-6A66-2655-922EE769ACB6}"/>
                </a:ext>
              </a:extLst>
            </p:cNvPr>
            <p:cNvSpPr/>
            <p:nvPr/>
          </p:nvSpPr>
          <p:spPr>
            <a:xfrm>
              <a:off x="19694768" y="9182760"/>
              <a:ext cx="3452600" cy="2289302"/>
            </a:xfrm>
            <a:custGeom>
              <a:avLst/>
              <a:gdLst>
                <a:gd name="connsiteX0" fmla="*/ 0 w 3452600"/>
                <a:gd name="connsiteY0" fmla="*/ 0 h 2289302"/>
                <a:gd name="connsiteX1" fmla="*/ 3452601 w 3452600"/>
                <a:gd name="connsiteY1" fmla="*/ 0 h 2289302"/>
                <a:gd name="connsiteX2" fmla="*/ 3452601 w 3452600"/>
                <a:gd name="connsiteY2" fmla="*/ 2289303 h 2289302"/>
                <a:gd name="connsiteX3" fmla="*/ 0 w 3452600"/>
                <a:gd name="connsiteY3" fmla="*/ 2289303 h 22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600" h="2289302">
                  <a:moveTo>
                    <a:pt x="0" y="0"/>
                  </a:moveTo>
                  <a:lnTo>
                    <a:pt x="3452601" y="0"/>
                  </a:lnTo>
                  <a:lnTo>
                    <a:pt x="3452601" y="2289303"/>
                  </a:lnTo>
                  <a:lnTo>
                    <a:pt x="0" y="2289303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4A543BAF-8042-1E1D-0D41-83B7969E5A0D}"/>
                </a:ext>
              </a:extLst>
            </p:cNvPr>
            <p:cNvSpPr/>
            <p:nvPr/>
          </p:nvSpPr>
          <p:spPr>
            <a:xfrm>
              <a:off x="20090721" y="8915522"/>
              <a:ext cx="2660645" cy="2828222"/>
            </a:xfrm>
            <a:custGeom>
              <a:avLst/>
              <a:gdLst>
                <a:gd name="connsiteX0" fmla="*/ 0 w 2660645"/>
                <a:gd name="connsiteY0" fmla="*/ 547650 h 2828222"/>
                <a:gd name="connsiteX1" fmla="*/ 2660646 w 2660645"/>
                <a:gd name="connsiteY1" fmla="*/ 0 h 2828222"/>
                <a:gd name="connsiteX2" fmla="*/ 2660646 w 2660645"/>
                <a:gd name="connsiteY2" fmla="*/ 2280575 h 2828222"/>
                <a:gd name="connsiteX3" fmla="*/ 0 w 2660645"/>
                <a:gd name="connsiteY3" fmla="*/ 2828223 h 2828222"/>
                <a:gd name="connsiteX4" fmla="*/ 0 w 2660645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5" h="2828222">
                  <a:moveTo>
                    <a:pt x="0" y="547650"/>
                  </a:moveTo>
                  <a:lnTo>
                    <a:pt x="2660646" y="0"/>
                  </a:lnTo>
                  <a:lnTo>
                    <a:pt x="2660646" y="2280575"/>
                  </a:lnTo>
                  <a:lnTo>
                    <a:pt x="0" y="2828223"/>
                  </a:lnTo>
                  <a:lnTo>
                    <a:pt x="0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C32258E-B2B1-893F-A41C-C432B3414A71}"/>
                </a:ext>
              </a:extLst>
            </p:cNvPr>
            <p:cNvSpPr/>
            <p:nvPr/>
          </p:nvSpPr>
          <p:spPr>
            <a:xfrm>
              <a:off x="20767018" y="8710655"/>
              <a:ext cx="1450448" cy="3153351"/>
            </a:xfrm>
            <a:custGeom>
              <a:avLst/>
              <a:gdLst>
                <a:gd name="connsiteX0" fmla="*/ 0 w 1450448"/>
                <a:gd name="connsiteY0" fmla="*/ 863934 h 3153351"/>
                <a:gd name="connsiteX1" fmla="*/ 1450449 w 1450448"/>
                <a:gd name="connsiteY1" fmla="*/ 0 h 3153351"/>
                <a:gd name="connsiteX2" fmla="*/ 1450449 w 1450448"/>
                <a:gd name="connsiteY2" fmla="*/ 2289424 h 3153351"/>
                <a:gd name="connsiteX3" fmla="*/ 0 w 1450448"/>
                <a:gd name="connsiteY3" fmla="*/ 3153352 h 3153351"/>
                <a:gd name="connsiteX4" fmla="*/ 0 w 145044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448" h="3153351">
                  <a:moveTo>
                    <a:pt x="0" y="863934"/>
                  </a:moveTo>
                  <a:lnTo>
                    <a:pt x="1450449" y="0"/>
                  </a:lnTo>
                  <a:lnTo>
                    <a:pt x="1450449" y="2289424"/>
                  </a:lnTo>
                  <a:lnTo>
                    <a:pt x="0" y="3153352"/>
                  </a:lnTo>
                  <a:lnTo>
                    <a:pt x="0" y="863934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7813192-FC13-01EE-1399-5414D3657ED8}"/>
                </a:ext>
              </a:extLst>
            </p:cNvPr>
            <p:cNvSpPr/>
            <p:nvPr/>
          </p:nvSpPr>
          <p:spPr>
            <a:xfrm>
              <a:off x="20615755" y="8710655"/>
              <a:ext cx="1454898" cy="3153351"/>
            </a:xfrm>
            <a:custGeom>
              <a:avLst/>
              <a:gdLst>
                <a:gd name="connsiteX0" fmla="*/ 1454898 w 1454898"/>
                <a:gd name="connsiteY0" fmla="*/ 863934 h 3153351"/>
                <a:gd name="connsiteX1" fmla="*/ 0 w 1454898"/>
                <a:gd name="connsiteY1" fmla="*/ 0 h 3153351"/>
                <a:gd name="connsiteX2" fmla="*/ 0 w 1454898"/>
                <a:gd name="connsiteY2" fmla="*/ 2289424 h 3153351"/>
                <a:gd name="connsiteX3" fmla="*/ 1454898 w 1454898"/>
                <a:gd name="connsiteY3" fmla="*/ 3153352 h 3153351"/>
                <a:gd name="connsiteX4" fmla="*/ 1454898 w 145489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898" h="3153351">
                  <a:moveTo>
                    <a:pt x="1454898" y="863934"/>
                  </a:moveTo>
                  <a:lnTo>
                    <a:pt x="0" y="0"/>
                  </a:lnTo>
                  <a:lnTo>
                    <a:pt x="0" y="2289424"/>
                  </a:lnTo>
                  <a:lnTo>
                    <a:pt x="1454898" y="3153352"/>
                  </a:lnTo>
                  <a:lnTo>
                    <a:pt x="1454898" y="863934"/>
                  </a:lnTo>
                  <a:close/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437A2B9F-9F4D-C4D3-1E5F-F608A8234B90}"/>
                </a:ext>
              </a:extLst>
            </p:cNvPr>
            <p:cNvSpPr/>
            <p:nvPr/>
          </p:nvSpPr>
          <p:spPr>
            <a:xfrm>
              <a:off x="20090733" y="8915522"/>
              <a:ext cx="2660644" cy="2828222"/>
            </a:xfrm>
            <a:custGeom>
              <a:avLst/>
              <a:gdLst>
                <a:gd name="connsiteX0" fmla="*/ 2660645 w 2660644"/>
                <a:gd name="connsiteY0" fmla="*/ 547650 h 2828222"/>
                <a:gd name="connsiteX1" fmla="*/ 0 w 2660644"/>
                <a:gd name="connsiteY1" fmla="*/ 0 h 2828222"/>
                <a:gd name="connsiteX2" fmla="*/ 0 w 2660644"/>
                <a:gd name="connsiteY2" fmla="*/ 2280575 h 2828222"/>
                <a:gd name="connsiteX3" fmla="*/ 2660645 w 2660644"/>
                <a:gd name="connsiteY3" fmla="*/ 2828223 h 2828222"/>
                <a:gd name="connsiteX4" fmla="*/ 2660645 w 2660644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4" h="2828222">
                  <a:moveTo>
                    <a:pt x="2660645" y="547650"/>
                  </a:moveTo>
                  <a:lnTo>
                    <a:pt x="0" y="0"/>
                  </a:lnTo>
                  <a:lnTo>
                    <a:pt x="0" y="2280575"/>
                  </a:lnTo>
                  <a:lnTo>
                    <a:pt x="2660645" y="2828223"/>
                  </a:lnTo>
                  <a:lnTo>
                    <a:pt x="2660645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2E145D9E-6C54-9FF3-D981-05314981124C}"/>
                </a:ext>
              </a:extLst>
            </p:cNvPr>
            <p:cNvSpPr/>
            <p:nvPr/>
          </p:nvSpPr>
          <p:spPr>
            <a:xfrm>
              <a:off x="21425491" y="8666113"/>
              <a:ext cx="10888" cy="2810403"/>
            </a:xfrm>
            <a:custGeom>
              <a:avLst/>
              <a:gdLst>
                <a:gd name="connsiteX0" fmla="*/ 0 w 10888"/>
                <a:gd name="connsiteY0" fmla="*/ 0 h 2810403"/>
                <a:gd name="connsiteX1" fmla="*/ 0 w 10888"/>
                <a:gd name="connsiteY1" fmla="*/ 2810403 h 281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" h="2810403">
                  <a:moveTo>
                    <a:pt x="0" y="0"/>
                  </a:moveTo>
                  <a:lnTo>
                    <a:pt x="0" y="2810403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36448CE-4630-3E45-A686-280074D5AB6C}"/>
                </a:ext>
              </a:extLst>
            </p:cNvPr>
            <p:cNvSpPr/>
            <p:nvPr/>
          </p:nvSpPr>
          <p:spPr>
            <a:xfrm>
              <a:off x="21374553" y="8661660"/>
              <a:ext cx="99850" cy="50929"/>
            </a:xfrm>
            <a:custGeom>
              <a:avLst/>
              <a:gdLst>
                <a:gd name="connsiteX0" fmla="*/ 99850 w 99850"/>
                <a:gd name="connsiteY0" fmla="*/ 49021 h 50929"/>
                <a:gd name="connsiteX1" fmla="*/ 50873 w 99850"/>
                <a:gd name="connsiteY1" fmla="*/ 0 h 50929"/>
                <a:gd name="connsiteX2" fmla="*/ 0 w 99850"/>
                <a:gd name="connsiteY2" fmla="*/ 50930 h 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850" h="50929">
                  <a:moveTo>
                    <a:pt x="99850" y="49021"/>
                  </a:moveTo>
                  <a:lnTo>
                    <a:pt x="50873" y="0"/>
                  </a:lnTo>
                  <a:lnTo>
                    <a:pt x="0" y="50930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7DED4CF7-DD2E-FE12-1072-83F727E98D4A}"/>
                </a:ext>
              </a:extLst>
            </p:cNvPr>
            <p:cNvSpPr/>
            <p:nvPr/>
          </p:nvSpPr>
          <p:spPr>
            <a:xfrm rot="10800000" flipV="1">
              <a:off x="21369173" y="9139693"/>
              <a:ext cx="99404" cy="99508"/>
            </a:xfrm>
            <a:custGeom>
              <a:avLst/>
              <a:gdLst>
                <a:gd name="connsiteX0" fmla="*/ 99562 w 99404"/>
                <a:gd name="connsiteY0" fmla="*/ 49801 h 99508"/>
                <a:gd name="connsiteX1" fmla="*/ 49859 w 99404"/>
                <a:gd name="connsiteY1" fmla="*/ 99555 h 99508"/>
                <a:gd name="connsiteX2" fmla="*/ 157 w 99404"/>
                <a:gd name="connsiteY2" fmla="*/ 49801 h 99508"/>
                <a:gd name="connsiteX3" fmla="*/ 49859 w 99404"/>
                <a:gd name="connsiteY3" fmla="*/ 46 h 99508"/>
                <a:gd name="connsiteX4" fmla="*/ 99562 w 99404"/>
                <a:gd name="connsiteY4" fmla="*/ 49801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49801"/>
                  </a:moveTo>
                  <a:cubicBezTo>
                    <a:pt x="99562" y="77279"/>
                    <a:pt x="77309" y="99555"/>
                    <a:pt x="49859" y="99555"/>
                  </a:cubicBezTo>
                  <a:cubicBezTo>
                    <a:pt x="22409" y="99555"/>
                    <a:pt x="157" y="77279"/>
                    <a:pt x="157" y="49801"/>
                  </a:cubicBezTo>
                  <a:cubicBezTo>
                    <a:pt x="157" y="22322"/>
                    <a:pt x="22409" y="46"/>
                    <a:pt x="49859" y="46"/>
                  </a:cubicBezTo>
                  <a:cubicBezTo>
                    <a:pt x="77309" y="46"/>
                    <a:pt x="99562" y="22322"/>
                    <a:pt x="99562" y="49801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71B58A56-5A33-4731-9F95-F08C6F624BE2}"/>
                </a:ext>
              </a:extLst>
            </p:cNvPr>
            <p:cNvSpPr/>
            <p:nvPr/>
          </p:nvSpPr>
          <p:spPr>
            <a:xfrm rot="10800000" flipV="1">
              <a:off x="21369173" y="11424532"/>
              <a:ext cx="99404" cy="99508"/>
            </a:xfrm>
            <a:custGeom>
              <a:avLst/>
              <a:gdLst>
                <a:gd name="connsiteX0" fmla="*/ 99562 w 99404"/>
                <a:gd name="connsiteY0" fmla="*/ 50010 h 99508"/>
                <a:gd name="connsiteX1" fmla="*/ 49859 w 99404"/>
                <a:gd name="connsiteY1" fmla="*/ 99765 h 99508"/>
                <a:gd name="connsiteX2" fmla="*/ 157 w 99404"/>
                <a:gd name="connsiteY2" fmla="*/ 50010 h 99508"/>
                <a:gd name="connsiteX3" fmla="*/ 49859 w 99404"/>
                <a:gd name="connsiteY3" fmla="*/ 256 h 99508"/>
                <a:gd name="connsiteX4" fmla="*/ 99562 w 99404"/>
                <a:gd name="connsiteY4" fmla="*/ 50010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50010"/>
                  </a:moveTo>
                  <a:cubicBezTo>
                    <a:pt x="99562" y="77489"/>
                    <a:pt x="77309" y="99765"/>
                    <a:pt x="49859" y="99765"/>
                  </a:cubicBezTo>
                  <a:cubicBezTo>
                    <a:pt x="22409" y="99765"/>
                    <a:pt x="157" y="77489"/>
                    <a:pt x="157" y="50010"/>
                  </a:cubicBezTo>
                  <a:cubicBezTo>
                    <a:pt x="157" y="22532"/>
                    <a:pt x="22409" y="256"/>
                    <a:pt x="49859" y="256"/>
                  </a:cubicBezTo>
                  <a:cubicBezTo>
                    <a:pt x="77309" y="256"/>
                    <a:pt x="99562" y="22532"/>
                    <a:pt x="99562" y="50010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D5C5405E-DC56-9F98-39D5-336E144C2A3F}"/>
              </a:ext>
            </a:extLst>
          </p:cNvPr>
          <p:cNvGrpSpPr/>
          <p:nvPr userDrawn="1"/>
        </p:nvGrpSpPr>
        <p:grpSpPr>
          <a:xfrm>
            <a:off x="612925" y="4481777"/>
            <a:ext cx="1848201" cy="1300024"/>
            <a:chOff x="1226009" y="8963554"/>
            <a:chExt cx="3696883" cy="2600048"/>
          </a:xfrm>
        </p:grpSpPr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17D301C0-7010-B6FE-DDF9-FE8C1BE4FD55}"/>
                </a:ext>
              </a:extLst>
            </p:cNvPr>
            <p:cNvSpPr/>
            <p:nvPr/>
          </p:nvSpPr>
          <p:spPr>
            <a:xfrm>
              <a:off x="1226009" y="9312299"/>
              <a:ext cx="2470477" cy="813359"/>
            </a:xfrm>
            <a:custGeom>
              <a:avLst/>
              <a:gdLst>
                <a:gd name="connsiteX0" fmla="*/ 2470478 w 2470477"/>
                <a:gd name="connsiteY0" fmla="*/ 787823 h 813359"/>
                <a:gd name="connsiteX1" fmla="*/ 1848735 w 2470477"/>
                <a:gd name="connsiteY1" fmla="*/ 813360 h 813359"/>
                <a:gd name="connsiteX2" fmla="*/ 0 w 2470477"/>
                <a:gd name="connsiteY2" fmla="*/ 372707 h 813359"/>
                <a:gd name="connsiteX3" fmla="*/ 862008 w 2470477"/>
                <a:gd name="connsiteY3" fmla="*/ 0 h 8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7" h="813359">
                  <a:moveTo>
                    <a:pt x="2470478" y="787823"/>
                  </a:moveTo>
                  <a:cubicBezTo>
                    <a:pt x="2276180" y="804357"/>
                    <a:pt x="2066869" y="813360"/>
                    <a:pt x="1848735" y="813360"/>
                  </a:cubicBezTo>
                  <a:cubicBezTo>
                    <a:pt x="827706" y="813360"/>
                    <a:pt x="0" y="616073"/>
                    <a:pt x="0" y="372707"/>
                  </a:cubicBezTo>
                  <a:cubicBezTo>
                    <a:pt x="0" y="215817"/>
                    <a:pt x="343991" y="78078"/>
                    <a:pt x="862008" y="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D4B2E4E4-D5D9-38FE-AB2D-7A0020BA0721}"/>
                </a:ext>
              </a:extLst>
            </p:cNvPr>
            <p:cNvSpPr/>
            <p:nvPr/>
          </p:nvSpPr>
          <p:spPr>
            <a:xfrm>
              <a:off x="2448911" y="9230966"/>
              <a:ext cx="2470478" cy="774459"/>
            </a:xfrm>
            <a:custGeom>
              <a:avLst/>
              <a:gdLst>
                <a:gd name="connsiteX0" fmla="*/ 0 w 2470478"/>
                <a:gd name="connsiteY0" fmla="*/ 25432 h 774459"/>
                <a:gd name="connsiteX1" fmla="*/ 621743 w 2470478"/>
                <a:gd name="connsiteY1" fmla="*/ 0 h 774459"/>
                <a:gd name="connsiteX2" fmla="*/ 2470478 w 2470478"/>
                <a:gd name="connsiteY2" fmla="*/ 438798 h 774459"/>
                <a:gd name="connsiteX3" fmla="*/ 1812541 w 2470478"/>
                <a:gd name="connsiteY3" fmla="*/ 774460 h 77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8" h="774459">
                  <a:moveTo>
                    <a:pt x="0" y="25432"/>
                  </a:moveTo>
                  <a:cubicBezTo>
                    <a:pt x="194298" y="8967"/>
                    <a:pt x="403609" y="0"/>
                    <a:pt x="621743" y="0"/>
                  </a:cubicBezTo>
                  <a:cubicBezTo>
                    <a:pt x="1642776" y="0"/>
                    <a:pt x="2470478" y="196457"/>
                    <a:pt x="2470478" y="438798"/>
                  </a:cubicBezTo>
                  <a:cubicBezTo>
                    <a:pt x="2470478" y="573468"/>
                    <a:pt x="2214878" y="693968"/>
                    <a:pt x="1812541" y="77446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9F3DAB7A-111E-D248-0707-392020A8AA28}"/>
                </a:ext>
              </a:extLst>
            </p:cNvPr>
            <p:cNvSpPr/>
            <p:nvPr/>
          </p:nvSpPr>
          <p:spPr>
            <a:xfrm>
              <a:off x="1226009" y="9775561"/>
              <a:ext cx="3696883" cy="866407"/>
            </a:xfrm>
            <a:custGeom>
              <a:avLst/>
              <a:gdLst>
                <a:gd name="connsiteX0" fmla="*/ 2479257 w 3696883"/>
                <a:gd name="connsiteY0" fmla="*/ 840087 h 866407"/>
                <a:gd name="connsiteX1" fmla="*/ 1848441 w 3696883"/>
                <a:gd name="connsiteY1" fmla="*/ 866407 h 866407"/>
                <a:gd name="connsiteX2" fmla="*/ 0 w 3696883"/>
                <a:gd name="connsiteY2" fmla="*/ 425859 h 866407"/>
                <a:gd name="connsiteX3" fmla="*/ 856371 w 3696883"/>
                <a:gd name="connsiteY3" fmla="*/ 54073 h 866407"/>
                <a:gd name="connsiteX4" fmla="*/ 3088065 w 3696883"/>
                <a:gd name="connsiteY4" fmla="*/ 752656 h 866407"/>
                <a:gd name="connsiteX5" fmla="*/ 3696883 w 3696883"/>
                <a:gd name="connsiteY5" fmla="*/ 425859 h 866407"/>
                <a:gd name="connsiteX6" fmla="*/ 1287305 w 3696883"/>
                <a:gd name="connsiteY6" fmla="*/ 16780 h 8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6883" h="866407">
                  <a:moveTo>
                    <a:pt x="2479257" y="840087"/>
                  </a:moveTo>
                  <a:cubicBezTo>
                    <a:pt x="2282413" y="857122"/>
                    <a:pt x="2069980" y="866407"/>
                    <a:pt x="1848441" y="866407"/>
                  </a:cubicBezTo>
                  <a:cubicBezTo>
                    <a:pt x="827575" y="866407"/>
                    <a:pt x="0" y="669166"/>
                    <a:pt x="0" y="425859"/>
                  </a:cubicBezTo>
                  <a:cubicBezTo>
                    <a:pt x="0" y="269558"/>
                    <a:pt x="341503" y="132277"/>
                    <a:pt x="856371" y="54073"/>
                  </a:cubicBezTo>
                  <a:moveTo>
                    <a:pt x="3088065" y="752656"/>
                  </a:moveTo>
                  <a:cubicBezTo>
                    <a:pt x="3461964" y="672040"/>
                    <a:pt x="3696883" y="555492"/>
                    <a:pt x="3696883" y="425859"/>
                  </a:cubicBezTo>
                  <a:cubicBezTo>
                    <a:pt x="3696883" y="54072"/>
                    <a:pt x="1912627" y="-44190"/>
                    <a:pt x="1287305" y="1678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0FDF5CA9-41A8-C348-E993-035346E0E78A}"/>
                </a:ext>
              </a:extLst>
            </p:cNvPr>
            <p:cNvSpPr/>
            <p:nvPr/>
          </p:nvSpPr>
          <p:spPr>
            <a:xfrm>
              <a:off x="1226009" y="10291866"/>
              <a:ext cx="3696883" cy="880550"/>
            </a:xfrm>
            <a:custGeom>
              <a:avLst/>
              <a:gdLst>
                <a:gd name="connsiteX0" fmla="*/ 3080732 w 3696883"/>
                <a:gd name="connsiteY0" fmla="*/ 768444 h 880550"/>
                <a:gd name="connsiteX1" fmla="*/ 1848441 w 3696883"/>
                <a:gd name="connsiteY1" fmla="*/ 880551 h 880550"/>
                <a:gd name="connsiteX2" fmla="*/ 0 w 3696883"/>
                <a:gd name="connsiteY2" fmla="*/ 440275 h 880550"/>
                <a:gd name="connsiteX3" fmla="*/ 143034 w 3696883"/>
                <a:gd name="connsiteY3" fmla="*/ 270161 h 880550"/>
                <a:gd name="connsiteX4" fmla="*/ 3594186 w 3696883"/>
                <a:gd name="connsiteY4" fmla="*/ 585343 h 880550"/>
                <a:gd name="connsiteX5" fmla="*/ 3696883 w 3696883"/>
                <a:gd name="connsiteY5" fmla="*/ 440275 h 880550"/>
                <a:gd name="connsiteX6" fmla="*/ 3491500 w 3696883"/>
                <a:gd name="connsiteY6" fmla="*/ 238376 h 880550"/>
                <a:gd name="connsiteX7" fmla="*/ 632650 w 3696883"/>
                <a:gd name="connsiteY7" fmla="*/ 108635 h 880550"/>
                <a:gd name="connsiteX8" fmla="*/ 1848441 w 3696883"/>
                <a:gd name="connsiteY8" fmla="*/ 0 h 880550"/>
                <a:gd name="connsiteX9" fmla="*/ 3117405 w 3696883"/>
                <a:gd name="connsiteY9" fmla="*/ 120141 h 88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96883" h="880550">
                  <a:moveTo>
                    <a:pt x="3080732" y="768444"/>
                  </a:moveTo>
                  <a:cubicBezTo>
                    <a:pt x="2753711" y="838164"/>
                    <a:pt x="2321861" y="880551"/>
                    <a:pt x="1848441" y="880551"/>
                  </a:cubicBezTo>
                  <a:cubicBezTo>
                    <a:pt x="827575" y="880551"/>
                    <a:pt x="0" y="683430"/>
                    <a:pt x="0" y="440275"/>
                  </a:cubicBezTo>
                  <a:cubicBezTo>
                    <a:pt x="0" y="379971"/>
                    <a:pt x="50903" y="322497"/>
                    <a:pt x="143034" y="270161"/>
                  </a:cubicBezTo>
                  <a:moveTo>
                    <a:pt x="3594186" y="585343"/>
                  </a:moveTo>
                  <a:cubicBezTo>
                    <a:pt x="3660722" y="539919"/>
                    <a:pt x="3696883" y="491109"/>
                    <a:pt x="3696883" y="440275"/>
                  </a:cubicBezTo>
                  <a:cubicBezTo>
                    <a:pt x="3696883" y="367508"/>
                    <a:pt x="3622754" y="298854"/>
                    <a:pt x="3491500" y="238376"/>
                  </a:cubicBezTo>
                  <a:moveTo>
                    <a:pt x="632650" y="108635"/>
                  </a:moveTo>
                  <a:cubicBezTo>
                    <a:pt x="957635" y="40983"/>
                    <a:pt x="1382942" y="0"/>
                    <a:pt x="1848441" y="0"/>
                  </a:cubicBezTo>
                  <a:cubicBezTo>
                    <a:pt x="2339778" y="0"/>
                    <a:pt x="2786337" y="45664"/>
                    <a:pt x="3117405" y="120141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07BC06F8-2FD4-21B9-F02B-83476B4F3EEB}"/>
                </a:ext>
              </a:extLst>
            </p:cNvPr>
            <p:cNvSpPr/>
            <p:nvPr/>
          </p:nvSpPr>
          <p:spPr>
            <a:xfrm>
              <a:off x="2240343" y="8986950"/>
              <a:ext cx="1" cy="2362286"/>
            </a:xfrm>
            <a:custGeom>
              <a:avLst/>
              <a:gdLst>
                <a:gd name="connsiteX0" fmla="*/ 0 w 1"/>
                <a:gd name="connsiteY0" fmla="*/ 0 h 2362286"/>
                <a:gd name="connsiteX1" fmla="*/ 1 w 1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2362286">
                  <a:moveTo>
                    <a:pt x="0" y="0"/>
                  </a:moveTo>
                  <a:lnTo>
                    <a:pt x="1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455EBF6-6180-5DBA-9EDD-1ABCD034EE46}"/>
                </a:ext>
              </a:extLst>
            </p:cNvPr>
            <p:cNvSpPr/>
            <p:nvPr/>
          </p:nvSpPr>
          <p:spPr>
            <a:xfrm>
              <a:off x="3069142" y="9319368"/>
              <a:ext cx="10878" cy="2196074"/>
            </a:xfrm>
            <a:custGeom>
              <a:avLst/>
              <a:gdLst>
                <a:gd name="connsiteX0" fmla="*/ 0 w 10878"/>
                <a:gd name="connsiteY0" fmla="*/ 0 h 2196074"/>
                <a:gd name="connsiteX1" fmla="*/ 0 w 10878"/>
                <a:gd name="connsiteY1" fmla="*/ 2196075 h 219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196074">
                  <a:moveTo>
                    <a:pt x="0" y="0"/>
                  </a:moveTo>
                  <a:lnTo>
                    <a:pt x="0" y="2196075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E81D4451-939E-FC29-4C8E-A70F144B6920}"/>
                </a:ext>
              </a:extLst>
            </p:cNvPr>
            <p:cNvSpPr/>
            <p:nvPr/>
          </p:nvSpPr>
          <p:spPr>
            <a:xfrm>
              <a:off x="3890861" y="8986950"/>
              <a:ext cx="10878" cy="2362286"/>
            </a:xfrm>
            <a:custGeom>
              <a:avLst/>
              <a:gdLst>
                <a:gd name="connsiteX0" fmla="*/ 0 w 10878"/>
                <a:gd name="connsiteY0" fmla="*/ 0 h 2362286"/>
                <a:gd name="connsiteX1" fmla="*/ 0 w 10878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362286">
                  <a:moveTo>
                    <a:pt x="0" y="0"/>
                  </a:moveTo>
                  <a:lnTo>
                    <a:pt x="0" y="2362286"/>
                  </a:lnTo>
                </a:path>
              </a:pathLst>
            </a:custGeom>
            <a:noFill/>
            <a:ln w="10862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3BD132A2-1877-3156-364D-8D68E68A24B8}"/>
                </a:ext>
              </a:extLst>
            </p:cNvPr>
            <p:cNvSpPr/>
            <p:nvPr/>
          </p:nvSpPr>
          <p:spPr>
            <a:xfrm>
              <a:off x="2185120" y="10568293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0289FFE3-B009-9C58-0DB5-D087CB2E21EB}"/>
                </a:ext>
              </a:extLst>
            </p:cNvPr>
            <p:cNvSpPr/>
            <p:nvPr/>
          </p:nvSpPr>
          <p:spPr>
            <a:xfrm>
              <a:off x="3015744" y="10607197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CA7215F-D94F-1515-A526-5AC449FED28E}"/>
                </a:ext>
              </a:extLst>
            </p:cNvPr>
            <p:cNvSpPr/>
            <p:nvPr/>
          </p:nvSpPr>
          <p:spPr>
            <a:xfrm>
              <a:off x="3015744" y="971402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8B4AA987-AE8E-138E-811E-84D53AB34AFD}"/>
                </a:ext>
              </a:extLst>
            </p:cNvPr>
            <p:cNvSpPr/>
            <p:nvPr/>
          </p:nvSpPr>
          <p:spPr>
            <a:xfrm>
              <a:off x="3015744" y="917926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2F52185-F357-E205-7777-CE30ACAB24CC}"/>
                </a:ext>
              </a:extLst>
            </p:cNvPr>
            <p:cNvSpPr/>
            <p:nvPr/>
          </p:nvSpPr>
          <p:spPr>
            <a:xfrm>
              <a:off x="3835658" y="9781215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16151DAA-E345-F2DF-3625-CEADDC105DC7}"/>
                </a:ext>
              </a:extLst>
            </p:cNvPr>
            <p:cNvSpPr/>
            <p:nvPr/>
          </p:nvSpPr>
          <p:spPr>
            <a:xfrm>
              <a:off x="3835658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CD457A2D-CE40-5212-A9C1-93ECA857DD5F}"/>
                </a:ext>
              </a:extLst>
            </p:cNvPr>
            <p:cNvSpPr/>
            <p:nvPr/>
          </p:nvSpPr>
          <p:spPr>
            <a:xfrm>
              <a:off x="2185120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CE7D323D-77C3-B14F-BB4D-9D169984AD40}"/>
                </a:ext>
              </a:extLst>
            </p:cNvPr>
            <p:cNvSpPr/>
            <p:nvPr/>
          </p:nvSpPr>
          <p:spPr>
            <a:xfrm>
              <a:off x="3015744" y="1146375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B7A5C3EC-F192-E921-E543-941735D68036}"/>
                </a:ext>
              </a:extLst>
            </p:cNvPr>
            <p:cNvSpPr/>
            <p:nvPr/>
          </p:nvSpPr>
          <p:spPr>
            <a:xfrm>
              <a:off x="3835658" y="11297550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2EB52454-7A15-4B2D-A1DB-F92E0CA04A05}"/>
                </a:ext>
              </a:extLst>
            </p:cNvPr>
            <p:cNvSpPr/>
            <p:nvPr/>
          </p:nvSpPr>
          <p:spPr>
            <a:xfrm>
              <a:off x="2185120" y="11308152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rgbClr val="E3FF7C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C28D67CC-3536-9325-D77E-AFB4371C0EFB}"/>
              </a:ext>
            </a:extLst>
          </p:cNvPr>
          <p:cNvGrpSpPr/>
          <p:nvPr userDrawn="1"/>
        </p:nvGrpSpPr>
        <p:grpSpPr>
          <a:xfrm>
            <a:off x="3555731" y="4410698"/>
            <a:ext cx="2136635" cy="1447285"/>
            <a:chOff x="7112388" y="8821396"/>
            <a:chExt cx="4273827" cy="2894569"/>
          </a:xfrm>
        </p:grpSpPr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6AA17341-B8F3-EFB4-3EDD-A52FF99F8C08}"/>
                </a:ext>
              </a:extLst>
            </p:cNvPr>
            <p:cNvSpPr/>
            <p:nvPr/>
          </p:nvSpPr>
          <p:spPr>
            <a:xfrm>
              <a:off x="7161553" y="9435892"/>
              <a:ext cx="4095016" cy="1548353"/>
            </a:xfrm>
            <a:custGeom>
              <a:avLst/>
              <a:gdLst>
                <a:gd name="connsiteX0" fmla="*/ 824895 w 4095016"/>
                <a:gd name="connsiteY0" fmla="*/ 58064 h 1548353"/>
                <a:gd name="connsiteX1" fmla="*/ 846562 w 4095016"/>
                <a:gd name="connsiteY1" fmla="*/ 19354 h 1548353"/>
                <a:gd name="connsiteX2" fmla="*/ 851319 w 4095016"/>
                <a:gd name="connsiteY2" fmla="*/ 22011 h 1548353"/>
                <a:gd name="connsiteX3" fmla="*/ 860593 w 4095016"/>
                <a:gd name="connsiteY3" fmla="*/ 5443 h 1548353"/>
                <a:gd name="connsiteX4" fmla="*/ 879326 w 4095016"/>
                <a:gd name="connsiteY4" fmla="*/ 5443 h 1548353"/>
                <a:gd name="connsiteX5" fmla="*/ 879326 w 4095016"/>
                <a:gd name="connsiteY5" fmla="*/ 0 h 1548353"/>
                <a:gd name="connsiteX6" fmla="*/ 923188 w 4095016"/>
                <a:gd name="connsiteY6" fmla="*/ 0 h 1548353"/>
                <a:gd name="connsiteX7" fmla="*/ 923188 w 4095016"/>
                <a:gd name="connsiteY7" fmla="*/ 5443 h 1548353"/>
                <a:gd name="connsiteX8" fmla="*/ 967051 w 4095016"/>
                <a:gd name="connsiteY8" fmla="*/ 5443 h 1548353"/>
                <a:gd name="connsiteX9" fmla="*/ 967051 w 4095016"/>
                <a:gd name="connsiteY9" fmla="*/ 0 h 1548353"/>
                <a:gd name="connsiteX10" fmla="*/ 1010914 w 4095016"/>
                <a:gd name="connsiteY10" fmla="*/ 0 h 1548353"/>
                <a:gd name="connsiteX11" fmla="*/ 1010914 w 4095016"/>
                <a:gd name="connsiteY11" fmla="*/ 5443 h 1548353"/>
                <a:gd name="connsiteX12" fmla="*/ 1054778 w 4095016"/>
                <a:gd name="connsiteY12" fmla="*/ 5443 h 1548353"/>
                <a:gd name="connsiteX13" fmla="*/ 1054778 w 4095016"/>
                <a:gd name="connsiteY13" fmla="*/ 0 h 1548353"/>
                <a:gd name="connsiteX14" fmla="*/ 1098640 w 4095016"/>
                <a:gd name="connsiteY14" fmla="*/ 0 h 1548353"/>
                <a:gd name="connsiteX15" fmla="*/ 1098640 w 4095016"/>
                <a:gd name="connsiteY15" fmla="*/ 5443 h 1548353"/>
                <a:gd name="connsiteX16" fmla="*/ 1142502 w 4095016"/>
                <a:gd name="connsiteY16" fmla="*/ 5443 h 1548353"/>
                <a:gd name="connsiteX17" fmla="*/ 1142502 w 4095016"/>
                <a:gd name="connsiteY17" fmla="*/ 0 h 1548353"/>
                <a:gd name="connsiteX18" fmla="*/ 1186365 w 4095016"/>
                <a:gd name="connsiteY18" fmla="*/ 0 h 1548353"/>
                <a:gd name="connsiteX19" fmla="*/ 1186365 w 4095016"/>
                <a:gd name="connsiteY19" fmla="*/ 5443 h 1548353"/>
                <a:gd name="connsiteX20" fmla="*/ 1230227 w 4095016"/>
                <a:gd name="connsiteY20" fmla="*/ 5443 h 1548353"/>
                <a:gd name="connsiteX21" fmla="*/ 1230227 w 4095016"/>
                <a:gd name="connsiteY21" fmla="*/ 0 h 1548353"/>
                <a:gd name="connsiteX22" fmla="*/ 1274090 w 4095016"/>
                <a:gd name="connsiteY22" fmla="*/ 0 h 1548353"/>
                <a:gd name="connsiteX23" fmla="*/ 1274090 w 4095016"/>
                <a:gd name="connsiteY23" fmla="*/ 5443 h 1548353"/>
                <a:gd name="connsiteX24" fmla="*/ 1317952 w 4095016"/>
                <a:gd name="connsiteY24" fmla="*/ 5443 h 1548353"/>
                <a:gd name="connsiteX25" fmla="*/ 1317952 w 4095016"/>
                <a:gd name="connsiteY25" fmla="*/ 0 h 1548353"/>
                <a:gd name="connsiteX26" fmla="*/ 1361814 w 4095016"/>
                <a:gd name="connsiteY26" fmla="*/ 0 h 1548353"/>
                <a:gd name="connsiteX27" fmla="*/ 1361814 w 4095016"/>
                <a:gd name="connsiteY27" fmla="*/ 5443 h 1548353"/>
                <a:gd name="connsiteX28" fmla="*/ 1405677 w 4095016"/>
                <a:gd name="connsiteY28" fmla="*/ 5443 h 1548353"/>
                <a:gd name="connsiteX29" fmla="*/ 1405677 w 4095016"/>
                <a:gd name="connsiteY29" fmla="*/ 0 h 1548353"/>
                <a:gd name="connsiteX30" fmla="*/ 1449539 w 4095016"/>
                <a:gd name="connsiteY30" fmla="*/ 0 h 1548353"/>
                <a:gd name="connsiteX31" fmla="*/ 1449539 w 4095016"/>
                <a:gd name="connsiteY31" fmla="*/ 5443 h 1548353"/>
                <a:gd name="connsiteX32" fmla="*/ 1493402 w 4095016"/>
                <a:gd name="connsiteY32" fmla="*/ 5443 h 1548353"/>
                <a:gd name="connsiteX33" fmla="*/ 1493402 w 4095016"/>
                <a:gd name="connsiteY33" fmla="*/ 0 h 1548353"/>
                <a:gd name="connsiteX34" fmla="*/ 1537264 w 4095016"/>
                <a:gd name="connsiteY34" fmla="*/ 0 h 1548353"/>
                <a:gd name="connsiteX35" fmla="*/ 1537264 w 4095016"/>
                <a:gd name="connsiteY35" fmla="*/ 5443 h 1548353"/>
                <a:gd name="connsiteX36" fmla="*/ 1581126 w 4095016"/>
                <a:gd name="connsiteY36" fmla="*/ 5443 h 1548353"/>
                <a:gd name="connsiteX37" fmla="*/ 1581126 w 4095016"/>
                <a:gd name="connsiteY37" fmla="*/ 0 h 1548353"/>
                <a:gd name="connsiteX38" fmla="*/ 1624989 w 4095016"/>
                <a:gd name="connsiteY38" fmla="*/ 0 h 1548353"/>
                <a:gd name="connsiteX39" fmla="*/ 1624989 w 4095016"/>
                <a:gd name="connsiteY39" fmla="*/ 5443 h 1548353"/>
                <a:gd name="connsiteX40" fmla="*/ 1668851 w 4095016"/>
                <a:gd name="connsiteY40" fmla="*/ 5443 h 1548353"/>
                <a:gd name="connsiteX41" fmla="*/ 1668851 w 4095016"/>
                <a:gd name="connsiteY41" fmla="*/ 0 h 1548353"/>
                <a:gd name="connsiteX42" fmla="*/ 1712713 w 4095016"/>
                <a:gd name="connsiteY42" fmla="*/ 0 h 1548353"/>
                <a:gd name="connsiteX43" fmla="*/ 1712713 w 4095016"/>
                <a:gd name="connsiteY43" fmla="*/ 5443 h 1548353"/>
                <a:gd name="connsiteX44" fmla="*/ 1756576 w 4095016"/>
                <a:gd name="connsiteY44" fmla="*/ 5443 h 1548353"/>
                <a:gd name="connsiteX45" fmla="*/ 1756576 w 4095016"/>
                <a:gd name="connsiteY45" fmla="*/ 0 h 1548353"/>
                <a:gd name="connsiteX46" fmla="*/ 1800438 w 4095016"/>
                <a:gd name="connsiteY46" fmla="*/ 0 h 1548353"/>
                <a:gd name="connsiteX47" fmla="*/ 1800438 w 4095016"/>
                <a:gd name="connsiteY47" fmla="*/ 5443 h 1548353"/>
                <a:gd name="connsiteX48" fmla="*/ 1844301 w 4095016"/>
                <a:gd name="connsiteY48" fmla="*/ 5443 h 1548353"/>
                <a:gd name="connsiteX49" fmla="*/ 1844301 w 4095016"/>
                <a:gd name="connsiteY49" fmla="*/ 0 h 1548353"/>
                <a:gd name="connsiteX50" fmla="*/ 1888163 w 4095016"/>
                <a:gd name="connsiteY50" fmla="*/ 0 h 1548353"/>
                <a:gd name="connsiteX51" fmla="*/ 1888163 w 4095016"/>
                <a:gd name="connsiteY51" fmla="*/ 5443 h 1548353"/>
                <a:gd name="connsiteX52" fmla="*/ 1932025 w 4095016"/>
                <a:gd name="connsiteY52" fmla="*/ 5443 h 1548353"/>
                <a:gd name="connsiteX53" fmla="*/ 1932025 w 4095016"/>
                <a:gd name="connsiteY53" fmla="*/ 0 h 1548353"/>
                <a:gd name="connsiteX54" fmla="*/ 1975888 w 4095016"/>
                <a:gd name="connsiteY54" fmla="*/ 0 h 1548353"/>
                <a:gd name="connsiteX55" fmla="*/ 1975888 w 4095016"/>
                <a:gd name="connsiteY55" fmla="*/ 5443 h 1548353"/>
                <a:gd name="connsiteX56" fmla="*/ 2019750 w 4095016"/>
                <a:gd name="connsiteY56" fmla="*/ 5443 h 1548353"/>
                <a:gd name="connsiteX57" fmla="*/ 2019750 w 4095016"/>
                <a:gd name="connsiteY57" fmla="*/ 0 h 1548353"/>
                <a:gd name="connsiteX58" fmla="*/ 2063612 w 4095016"/>
                <a:gd name="connsiteY58" fmla="*/ 0 h 1548353"/>
                <a:gd name="connsiteX59" fmla="*/ 2063612 w 4095016"/>
                <a:gd name="connsiteY59" fmla="*/ 5443 h 1548353"/>
                <a:gd name="connsiteX60" fmla="*/ 2107475 w 4095016"/>
                <a:gd name="connsiteY60" fmla="*/ 5443 h 1548353"/>
                <a:gd name="connsiteX61" fmla="*/ 2107475 w 4095016"/>
                <a:gd name="connsiteY61" fmla="*/ 0 h 1548353"/>
                <a:gd name="connsiteX62" fmla="*/ 2151337 w 4095016"/>
                <a:gd name="connsiteY62" fmla="*/ 0 h 1548353"/>
                <a:gd name="connsiteX63" fmla="*/ 2151337 w 4095016"/>
                <a:gd name="connsiteY63" fmla="*/ 5443 h 1548353"/>
                <a:gd name="connsiteX64" fmla="*/ 2195200 w 4095016"/>
                <a:gd name="connsiteY64" fmla="*/ 5443 h 1548353"/>
                <a:gd name="connsiteX65" fmla="*/ 2195200 w 4095016"/>
                <a:gd name="connsiteY65" fmla="*/ 0 h 1548353"/>
                <a:gd name="connsiteX66" fmla="*/ 2239062 w 4095016"/>
                <a:gd name="connsiteY66" fmla="*/ 0 h 1548353"/>
                <a:gd name="connsiteX67" fmla="*/ 2239062 w 4095016"/>
                <a:gd name="connsiteY67" fmla="*/ 5443 h 1548353"/>
                <a:gd name="connsiteX68" fmla="*/ 2282924 w 4095016"/>
                <a:gd name="connsiteY68" fmla="*/ 5443 h 1548353"/>
                <a:gd name="connsiteX69" fmla="*/ 2282924 w 4095016"/>
                <a:gd name="connsiteY69" fmla="*/ 0 h 1548353"/>
                <a:gd name="connsiteX70" fmla="*/ 2326787 w 4095016"/>
                <a:gd name="connsiteY70" fmla="*/ 0 h 1548353"/>
                <a:gd name="connsiteX71" fmla="*/ 2326787 w 4095016"/>
                <a:gd name="connsiteY71" fmla="*/ 5443 h 1548353"/>
                <a:gd name="connsiteX72" fmla="*/ 2370649 w 4095016"/>
                <a:gd name="connsiteY72" fmla="*/ 5443 h 1548353"/>
                <a:gd name="connsiteX73" fmla="*/ 2370649 w 4095016"/>
                <a:gd name="connsiteY73" fmla="*/ 0 h 1548353"/>
                <a:gd name="connsiteX74" fmla="*/ 2414512 w 4095016"/>
                <a:gd name="connsiteY74" fmla="*/ 0 h 1548353"/>
                <a:gd name="connsiteX75" fmla="*/ 2414512 w 4095016"/>
                <a:gd name="connsiteY75" fmla="*/ 5443 h 1548353"/>
                <a:gd name="connsiteX76" fmla="*/ 2458374 w 4095016"/>
                <a:gd name="connsiteY76" fmla="*/ 5443 h 1548353"/>
                <a:gd name="connsiteX77" fmla="*/ 2458374 w 4095016"/>
                <a:gd name="connsiteY77" fmla="*/ 0 h 1548353"/>
                <a:gd name="connsiteX78" fmla="*/ 2502236 w 4095016"/>
                <a:gd name="connsiteY78" fmla="*/ 0 h 1548353"/>
                <a:gd name="connsiteX79" fmla="*/ 2502236 w 4095016"/>
                <a:gd name="connsiteY79" fmla="*/ 5443 h 1548353"/>
                <a:gd name="connsiteX80" fmla="*/ 2546099 w 4095016"/>
                <a:gd name="connsiteY80" fmla="*/ 5443 h 1548353"/>
                <a:gd name="connsiteX81" fmla="*/ 2546099 w 4095016"/>
                <a:gd name="connsiteY81" fmla="*/ 0 h 1548353"/>
                <a:gd name="connsiteX82" fmla="*/ 2589961 w 4095016"/>
                <a:gd name="connsiteY82" fmla="*/ 0 h 1548353"/>
                <a:gd name="connsiteX83" fmla="*/ 2589961 w 4095016"/>
                <a:gd name="connsiteY83" fmla="*/ 5443 h 1548353"/>
                <a:gd name="connsiteX84" fmla="*/ 2633834 w 4095016"/>
                <a:gd name="connsiteY84" fmla="*/ 5443 h 1548353"/>
                <a:gd name="connsiteX85" fmla="*/ 2633834 w 4095016"/>
                <a:gd name="connsiteY85" fmla="*/ 0 h 1548353"/>
                <a:gd name="connsiteX86" fmla="*/ 2677697 w 4095016"/>
                <a:gd name="connsiteY86" fmla="*/ 0 h 1548353"/>
                <a:gd name="connsiteX87" fmla="*/ 2677697 w 4095016"/>
                <a:gd name="connsiteY87" fmla="*/ 5443 h 1548353"/>
                <a:gd name="connsiteX88" fmla="*/ 2721559 w 4095016"/>
                <a:gd name="connsiteY88" fmla="*/ 5443 h 1548353"/>
                <a:gd name="connsiteX89" fmla="*/ 2721559 w 4095016"/>
                <a:gd name="connsiteY89" fmla="*/ 0 h 1548353"/>
                <a:gd name="connsiteX90" fmla="*/ 2765421 w 4095016"/>
                <a:gd name="connsiteY90" fmla="*/ 0 h 1548353"/>
                <a:gd name="connsiteX91" fmla="*/ 2765421 w 4095016"/>
                <a:gd name="connsiteY91" fmla="*/ 5443 h 1548353"/>
                <a:gd name="connsiteX92" fmla="*/ 2809284 w 4095016"/>
                <a:gd name="connsiteY92" fmla="*/ 5443 h 1548353"/>
                <a:gd name="connsiteX93" fmla="*/ 2809284 w 4095016"/>
                <a:gd name="connsiteY93" fmla="*/ 0 h 1548353"/>
                <a:gd name="connsiteX94" fmla="*/ 2853146 w 4095016"/>
                <a:gd name="connsiteY94" fmla="*/ 0 h 1548353"/>
                <a:gd name="connsiteX95" fmla="*/ 2853146 w 4095016"/>
                <a:gd name="connsiteY95" fmla="*/ 5443 h 1548353"/>
                <a:gd name="connsiteX96" fmla="*/ 2897009 w 4095016"/>
                <a:gd name="connsiteY96" fmla="*/ 5443 h 1548353"/>
                <a:gd name="connsiteX97" fmla="*/ 2897009 w 4095016"/>
                <a:gd name="connsiteY97" fmla="*/ 0 h 1548353"/>
                <a:gd name="connsiteX98" fmla="*/ 2940871 w 4095016"/>
                <a:gd name="connsiteY98" fmla="*/ 0 h 1548353"/>
                <a:gd name="connsiteX99" fmla="*/ 2940871 w 4095016"/>
                <a:gd name="connsiteY99" fmla="*/ 5443 h 1548353"/>
                <a:gd name="connsiteX100" fmla="*/ 2984733 w 4095016"/>
                <a:gd name="connsiteY100" fmla="*/ 5443 h 1548353"/>
                <a:gd name="connsiteX101" fmla="*/ 2984733 w 4095016"/>
                <a:gd name="connsiteY101" fmla="*/ 0 h 1548353"/>
                <a:gd name="connsiteX102" fmla="*/ 3028596 w 4095016"/>
                <a:gd name="connsiteY102" fmla="*/ 0 h 1548353"/>
                <a:gd name="connsiteX103" fmla="*/ 3028596 w 4095016"/>
                <a:gd name="connsiteY103" fmla="*/ 5443 h 1548353"/>
                <a:gd name="connsiteX104" fmla="*/ 3072458 w 4095016"/>
                <a:gd name="connsiteY104" fmla="*/ 5443 h 1548353"/>
                <a:gd name="connsiteX105" fmla="*/ 3072458 w 4095016"/>
                <a:gd name="connsiteY105" fmla="*/ 0 h 1548353"/>
                <a:gd name="connsiteX106" fmla="*/ 3116321 w 4095016"/>
                <a:gd name="connsiteY106" fmla="*/ 0 h 1548353"/>
                <a:gd name="connsiteX107" fmla="*/ 3116321 w 4095016"/>
                <a:gd name="connsiteY107" fmla="*/ 5443 h 1548353"/>
                <a:gd name="connsiteX108" fmla="*/ 3160183 w 4095016"/>
                <a:gd name="connsiteY108" fmla="*/ 5443 h 1548353"/>
                <a:gd name="connsiteX109" fmla="*/ 3160183 w 4095016"/>
                <a:gd name="connsiteY109" fmla="*/ 0 h 1548353"/>
                <a:gd name="connsiteX110" fmla="*/ 3204045 w 4095016"/>
                <a:gd name="connsiteY110" fmla="*/ 0 h 1548353"/>
                <a:gd name="connsiteX111" fmla="*/ 3204045 w 4095016"/>
                <a:gd name="connsiteY111" fmla="*/ 5443 h 1548353"/>
                <a:gd name="connsiteX112" fmla="*/ 3247908 w 4095016"/>
                <a:gd name="connsiteY112" fmla="*/ 5443 h 1548353"/>
                <a:gd name="connsiteX113" fmla="*/ 3247908 w 4095016"/>
                <a:gd name="connsiteY113" fmla="*/ 0 h 1548353"/>
                <a:gd name="connsiteX114" fmla="*/ 3291770 w 4095016"/>
                <a:gd name="connsiteY114" fmla="*/ 0 h 1548353"/>
                <a:gd name="connsiteX115" fmla="*/ 3291770 w 4095016"/>
                <a:gd name="connsiteY115" fmla="*/ 5443 h 1548353"/>
                <a:gd name="connsiteX116" fmla="*/ 3335633 w 4095016"/>
                <a:gd name="connsiteY116" fmla="*/ 5443 h 1548353"/>
                <a:gd name="connsiteX117" fmla="*/ 3335633 w 4095016"/>
                <a:gd name="connsiteY117" fmla="*/ 0 h 1548353"/>
                <a:gd name="connsiteX118" fmla="*/ 3379495 w 4095016"/>
                <a:gd name="connsiteY118" fmla="*/ 0 h 1548353"/>
                <a:gd name="connsiteX119" fmla="*/ 3379495 w 4095016"/>
                <a:gd name="connsiteY119" fmla="*/ 5443 h 1548353"/>
                <a:gd name="connsiteX120" fmla="*/ 3423357 w 4095016"/>
                <a:gd name="connsiteY120" fmla="*/ 5443 h 1548353"/>
                <a:gd name="connsiteX121" fmla="*/ 3423357 w 4095016"/>
                <a:gd name="connsiteY121" fmla="*/ 0 h 1548353"/>
                <a:gd name="connsiteX122" fmla="*/ 3467220 w 4095016"/>
                <a:gd name="connsiteY122" fmla="*/ 0 h 1548353"/>
                <a:gd name="connsiteX123" fmla="*/ 3467220 w 4095016"/>
                <a:gd name="connsiteY123" fmla="*/ 5443 h 1548353"/>
                <a:gd name="connsiteX124" fmla="*/ 3511082 w 4095016"/>
                <a:gd name="connsiteY124" fmla="*/ 5443 h 1548353"/>
                <a:gd name="connsiteX125" fmla="*/ 3511082 w 4095016"/>
                <a:gd name="connsiteY125" fmla="*/ 0 h 1548353"/>
                <a:gd name="connsiteX126" fmla="*/ 3554944 w 4095016"/>
                <a:gd name="connsiteY126" fmla="*/ 0 h 1548353"/>
                <a:gd name="connsiteX127" fmla="*/ 3554944 w 4095016"/>
                <a:gd name="connsiteY127" fmla="*/ 5443 h 1548353"/>
                <a:gd name="connsiteX128" fmla="*/ 3598807 w 4095016"/>
                <a:gd name="connsiteY128" fmla="*/ 5443 h 1548353"/>
                <a:gd name="connsiteX129" fmla="*/ 3598807 w 4095016"/>
                <a:gd name="connsiteY129" fmla="*/ 0 h 1548353"/>
                <a:gd name="connsiteX130" fmla="*/ 3642669 w 4095016"/>
                <a:gd name="connsiteY130" fmla="*/ 0 h 1548353"/>
                <a:gd name="connsiteX131" fmla="*/ 3642669 w 4095016"/>
                <a:gd name="connsiteY131" fmla="*/ 5443 h 1548353"/>
                <a:gd name="connsiteX132" fmla="*/ 3686531 w 4095016"/>
                <a:gd name="connsiteY132" fmla="*/ 5443 h 1548353"/>
                <a:gd name="connsiteX133" fmla="*/ 3686531 w 4095016"/>
                <a:gd name="connsiteY133" fmla="*/ 0 h 1548353"/>
                <a:gd name="connsiteX134" fmla="*/ 3730394 w 4095016"/>
                <a:gd name="connsiteY134" fmla="*/ 0 h 1548353"/>
                <a:gd name="connsiteX135" fmla="*/ 3730394 w 4095016"/>
                <a:gd name="connsiteY135" fmla="*/ 5443 h 1548353"/>
                <a:gd name="connsiteX136" fmla="*/ 3774256 w 4095016"/>
                <a:gd name="connsiteY136" fmla="*/ 5443 h 1548353"/>
                <a:gd name="connsiteX137" fmla="*/ 3774256 w 4095016"/>
                <a:gd name="connsiteY137" fmla="*/ 0 h 1548353"/>
                <a:gd name="connsiteX138" fmla="*/ 3818119 w 4095016"/>
                <a:gd name="connsiteY138" fmla="*/ 0 h 1548353"/>
                <a:gd name="connsiteX139" fmla="*/ 3818119 w 4095016"/>
                <a:gd name="connsiteY139" fmla="*/ 5443 h 1548353"/>
                <a:gd name="connsiteX140" fmla="*/ 3861981 w 4095016"/>
                <a:gd name="connsiteY140" fmla="*/ 5443 h 1548353"/>
                <a:gd name="connsiteX141" fmla="*/ 3861981 w 4095016"/>
                <a:gd name="connsiteY141" fmla="*/ 0 h 1548353"/>
                <a:gd name="connsiteX142" fmla="*/ 3905843 w 4095016"/>
                <a:gd name="connsiteY142" fmla="*/ 0 h 1548353"/>
                <a:gd name="connsiteX143" fmla="*/ 3905843 w 4095016"/>
                <a:gd name="connsiteY143" fmla="*/ 5443 h 1548353"/>
                <a:gd name="connsiteX144" fmla="*/ 3949706 w 4095016"/>
                <a:gd name="connsiteY144" fmla="*/ 5443 h 1548353"/>
                <a:gd name="connsiteX145" fmla="*/ 3949706 w 4095016"/>
                <a:gd name="connsiteY145" fmla="*/ 0 h 1548353"/>
                <a:gd name="connsiteX146" fmla="*/ 3993568 w 4095016"/>
                <a:gd name="connsiteY146" fmla="*/ 0 h 1548353"/>
                <a:gd name="connsiteX147" fmla="*/ 3993568 w 4095016"/>
                <a:gd name="connsiteY147" fmla="*/ 5443 h 1548353"/>
                <a:gd name="connsiteX148" fmla="*/ 4037431 w 4095016"/>
                <a:gd name="connsiteY148" fmla="*/ 5443 h 1548353"/>
                <a:gd name="connsiteX149" fmla="*/ 4037431 w 4095016"/>
                <a:gd name="connsiteY149" fmla="*/ 0 h 1548353"/>
                <a:gd name="connsiteX150" fmla="*/ 4081293 w 4095016"/>
                <a:gd name="connsiteY150" fmla="*/ 0 h 1548353"/>
                <a:gd name="connsiteX151" fmla="*/ 4081293 w 4095016"/>
                <a:gd name="connsiteY151" fmla="*/ 5443 h 1548353"/>
                <a:gd name="connsiteX152" fmla="*/ 4095016 w 4095016"/>
                <a:gd name="connsiteY152" fmla="*/ 5443 h 1548353"/>
                <a:gd name="connsiteX153" fmla="*/ 4089621 w 4095016"/>
                <a:gd name="connsiteY153" fmla="*/ 18262 h 1548353"/>
                <a:gd name="connsiteX154" fmla="*/ 4094646 w 4095016"/>
                <a:gd name="connsiteY154" fmla="*/ 20373 h 1548353"/>
                <a:gd name="connsiteX155" fmla="*/ 4077478 w 4095016"/>
                <a:gd name="connsiteY155" fmla="*/ 61119 h 1548353"/>
                <a:gd name="connsiteX156" fmla="*/ 4072453 w 4095016"/>
                <a:gd name="connsiteY156" fmla="*/ 59009 h 1548353"/>
                <a:gd name="connsiteX157" fmla="*/ 4055296 w 4095016"/>
                <a:gd name="connsiteY157" fmla="*/ 99755 h 1548353"/>
                <a:gd name="connsiteX158" fmla="*/ 4060321 w 4095016"/>
                <a:gd name="connsiteY158" fmla="*/ 101866 h 1548353"/>
                <a:gd name="connsiteX159" fmla="*/ 4043153 w 4095016"/>
                <a:gd name="connsiteY159" fmla="*/ 142611 h 1548353"/>
                <a:gd name="connsiteX160" fmla="*/ 4038128 w 4095016"/>
                <a:gd name="connsiteY160" fmla="*/ 140501 h 1548353"/>
                <a:gd name="connsiteX161" fmla="*/ 4020971 w 4095016"/>
                <a:gd name="connsiteY161" fmla="*/ 181246 h 1548353"/>
                <a:gd name="connsiteX162" fmla="*/ 4025996 w 4095016"/>
                <a:gd name="connsiteY162" fmla="*/ 183357 h 1548353"/>
                <a:gd name="connsiteX163" fmla="*/ 4008828 w 4095016"/>
                <a:gd name="connsiteY163" fmla="*/ 224104 h 1548353"/>
                <a:gd name="connsiteX164" fmla="*/ 4003803 w 4095016"/>
                <a:gd name="connsiteY164" fmla="*/ 221993 h 1548353"/>
                <a:gd name="connsiteX165" fmla="*/ 3986647 w 4095016"/>
                <a:gd name="connsiteY165" fmla="*/ 262739 h 1548353"/>
                <a:gd name="connsiteX166" fmla="*/ 3991672 w 4095016"/>
                <a:gd name="connsiteY166" fmla="*/ 264850 h 1548353"/>
                <a:gd name="connsiteX167" fmla="*/ 3974504 w 4095016"/>
                <a:gd name="connsiteY167" fmla="*/ 305596 h 1548353"/>
                <a:gd name="connsiteX168" fmla="*/ 3969490 w 4095016"/>
                <a:gd name="connsiteY168" fmla="*/ 303485 h 1548353"/>
                <a:gd name="connsiteX169" fmla="*/ 3952322 w 4095016"/>
                <a:gd name="connsiteY169" fmla="*/ 344232 h 1548353"/>
                <a:gd name="connsiteX170" fmla="*/ 3957347 w 4095016"/>
                <a:gd name="connsiteY170" fmla="*/ 346343 h 1548353"/>
                <a:gd name="connsiteX171" fmla="*/ 3940179 w 4095016"/>
                <a:gd name="connsiteY171" fmla="*/ 387089 h 1548353"/>
                <a:gd name="connsiteX172" fmla="*/ 3935165 w 4095016"/>
                <a:gd name="connsiteY172" fmla="*/ 384978 h 1548353"/>
                <a:gd name="connsiteX173" fmla="*/ 3917997 w 4095016"/>
                <a:gd name="connsiteY173" fmla="*/ 425724 h 1548353"/>
                <a:gd name="connsiteX174" fmla="*/ 3923022 w 4095016"/>
                <a:gd name="connsiteY174" fmla="*/ 427834 h 1548353"/>
                <a:gd name="connsiteX175" fmla="*/ 3905865 w 4095016"/>
                <a:gd name="connsiteY175" fmla="*/ 468578 h 1548353"/>
                <a:gd name="connsiteX176" fmla="*/ 3900840 w 4095016"/>
                <a:gd name="connsiteY176" fmla="*/ 466466 h 1548353"/>
                <a:gd name="connsiteX177" fmla="*/ 3883672 w 4095016"/>
                <a:gd name="connsiteY177" fmla="*/ 507215 h 1548353"/>
                <a:gd name="connsiteX178" fmla="*/ 3888697 w 4095016"/>
                <a:gd name="connsiteY178" fmla="*/ 509327 h 1548353"/>
                <a:gd name="connsiteX179" fmla="*/ 3871541 w 4095016"/>
                <a:gd name="connsiteY179" fmla="*/ 550075 h 1548353"/>
                <a:gd name="connsiteX180" fmla="*/ 3866515 w 4095016"/>
                <a:gd name="connsiteY180" fmla="*/ 547963 h 1548353"/>
                <a:gd name="connsiteX181" fmla="*/ 3849348 w 4095016"/>
                <a:gd name="connsiteY181" fmla="*/ 588712 h 1548353"/>
                <a:gd name="connsiteX182" fmla="*/ 3854373 w 4095016"/>
                <a:gd name="connsiteY182" fmla="*/ 590824 h 1548353"/>
                <a:gd name="connsiteX183" fmla="*/ 3837216 w 4095016"/>
                <a:gd name="connsiteY183" fmla="*/ 631561 h 1548353"/>
                <a:gd name="connsiteX184" fmla="*/ 3832191 w 4095016"/>
                <a:gd name="connsiteY184" fmla="*/ 629449 h 1548353"/>
                <a:gd name="connsiteX185" fmla="*/ 3815023 w 4095016"/>
                <a:gd name="connsiteY185" fmla="*/ 670198 h 1548353"/>
                <a:gd name="connsiteX186" fmla="*/ 3820048 w 4095016"/>
                <a:gd name="connsiteY186" fmla="*/ 672310 h 1548353"/>
                <a:gd name="connsiteX187" fmla="*/ 3802891 w 4095016"/>
                <a:gd name="connsiteY187" fmla="*/ 713058 h 1548353"/>
                <a:gd name="connsiteX188" fmla="*/ 3797866 w 4095016"/>
                <a:gd name="connsiteY188" fmla="*/ 710946 h 1548353"/>
                <a:gd name="connsiteX189" fmla="*/ 3780698 w 4095016"/>
                <a:gd name="connsiteY189" fmla="*/ 751695 h 1548353"/>
                <a:gd name="connsiteX190" fmla="*/ 3785723 w 4095016"/>
                <a:gd name="connsiteY190" fmla="*/ 753807 h 1548353"/>
                <a:gd name="connsiteX191" fmla="*/ 3768566 w 4095016"/>
                <a:gd name="connsiteY191" fmla="*/ 794545 h 1548353"/>
                <a:gd name="connsiteX192" fmla="*/ 3763541 w 4095016"/>
                <a:gd name="connsiteY192" fmla="*/ 792444 h 1548353"/>
                <a:gd name="connsiteX193" fmla="*/ 3746374 w 4095016"/>
                <a:gd name="connsiteY193" fmla="*/ 833181 h 1548353"/>
                <a:gd name="connsiteX194" fmla="*/ 3751399 w 4095016"/>
                <a:gd name="connsiteY194" fmla="*/ 835293 h 1548353"/>
                <a:gd name="connsiteX195" fmla="*/ 3734242 w 4095016"/>
                <a:gd name="connsiteY195" fmla="*/ 876042 h 1548353"/>
                <a:gd name="connsiteX196" fmla="*/ 3729217 w 4095016"/>
                <a:gd name="connsiteY196" fmla="*/ 873930 h 1548353"/>
                <a:gd name="connsiteX197" fmla="*/ 3712060 w 4095016"/>
                <a:gd name="connsiteY197" fmla="*/ 914678 h 1548353"/>
                <a:gd name="connsiteX198" fmla="*/ 3717074 w 4095016"/>
                <a:gd name="connsiteY198" fmla="*/ 916790 h 1548353"/>
                <a:gd name="connsiteX199" fmla="*/ 3699917 w 4095016"/>
                <a:gd name="connsiteY199" fmla="*/ 957539 h 1548353"/>
                <a:gd name="connsiteX200" fmla="*/ 3694892 w 4095016"/>
                <a:gd name="connsiteY200" fmla="*/ 955427 h 1548353"/>
                <a:gd name="connsiteX201" fmla="*/ 3677735 w 4095016"/>
                <a:gd name="connsiteY201" fmla="*/ 996164 h 1548353"/>
                <a:gd name="connsiteX202" fmla="*/ 3682749 w 4095016"/>
                <a:gd name="connsiteY202" fmla="*/ 998276 h 1548353"/>
                <a:gd name="connsiteX203" fmla="*/ 3665592 w 4095016"/>
                <a:gd name="connsiteY203" fmla="*/ 1039025 h 1548353"/>
                <a:gd name="connsiteX204" fmla="*/ 3660567 w 4095016"/>
                <a:gd name="connsiteY204" fmla="*/ 1036913 h 1548353"/>
                <a:gd name="connsiteX205" fmla="*/ 3643410 w 4095016"/>
                <a:gd name="connsiteY205" fmla="*/ 1077661 h 1548353"/>
                <a:gd name="connsiteX206" fmla="*/ 3648435 w 4095016"/>
                <a:gd name="connsiteY206" fmla="*/ 1079773 h 1548353"/>
                <a:gd name="connsiteX207" fmla="*/ 3631267 w 4095016"/>
                <a:gd name="connsiteY207" fmla="*/ 1120522 h 1548353"/>
                <a:gd name="connsiteX208" fmla="*/ 3626242 w 4095016"/>
                <a:gd name="connsiteY208" fmla="*/ 1118410 h 1548353"/>
                <a:gd name="connsiteX209" fmla="*/ 3609086 w 4095016"/>
                <a:gd name="connsiteY209" fmla="*/ 1159158 h 1548353"/>
                <a:gd name="connsiteX210" fmla="*/ 3614111 w 4095016"/>
                <a:gd name="connsiteY210" fmla="*/ 1161270 h 1548353"/>
                <a:gd name="connsiteX211" fmla="*/ 3596943 w 4095016"/>
                <a:gd name="connsiteY211" fmla="*/ 1202008 h 1548353"/>
                <a:gd name="connsiteX212" fmla="*/ 3591918 w 4095016"/>
                <a:gd name="connsiteY212" fmla="*/ 1199896 h 1548353"/>
                <a:gd name="connsiteX213" fmla="*/ 3574761 w 4095016"/>
                <a:gd name="connsiteY213" fmla="*/ 1240644 h 1548353"/>
                <a:gd name="connsiteX214" fmla="*/ 3579786 w 4095016"/>
                <a:gd name="connsiteY214" fmla="*/ 1242756 h 1548353"/>
                <a:gd name="connsiteX215" fmla="*/ 3562618 w 4095016"/>
                <a:gd name="connsiteY215" fmla="*/ 1283505 h 1548353"/>
                <a:gd name="connsiteX216" fmla="*/ 3557593 w 4095016"/>
                <a:gd name="connsiteY216" fmla="*/ 1281393 h 1548353"/>
                <a:gd name="connsiteX217" fmla="*/ 3540436 w 4095016"/>
                <a:gd name="connsiteY217" fmla="*/ 1322141 h 1548353"/>
                <a:gd name="connsiteX218" fmla="*/ 3545461 w 4095016"/>
                <a:gd name="connsiteY218" fmla="*/ 1324253 h 1548353"/>
                <a:gd name="connsiteX219" fmla="*/ 3528293 w 4095016"/>
                <a:gd name="connsiteY219" fmla="*/ 1364991 h 1548353"/>
                <a:gd name="connsiteX220" fmla="*/ 3523268 w 4095016"/>
                <a:gd name="connsiteY220" fmla="*/ 1362890 h 1548353"/>
                <a:gd name="connsiteX221" fmla="*/ 3506111 w 4095016"/>
                <a:gd name="connsiteY221" fmla="*/ 1403627 h 1548353"/>
                <a:gd name="connsiteX222" fmla="*/ 3511136 w 4095016"/>
                <a:gd name="connsiteY222" fmla="*/ 1405739 h 1548353"/>
                <a:gd name="connsiteX223" fmla="*/ 3493969 w 4095016"/>
                <a:gd name="connsiteY223" fmla="*/ 1446488 h 1548353"/>
                <a:gd name="connsiteX224" fmla="*/ 3488944 w 4095016"/>
                <a:gd name="connsiteY224" fmla="*/ 1444376 h 1548353"/>
                <a:gd name="connsiteX225" fmla="*/ 3471787 w 4095016"/>
                <a:gd name="connsiteY225" fmla="*/ 1485125 h 1548353"/>
                <a:gd name="connsiteX226" fmla="*/ 3476812 w 4095016"/>
                <a:gd name="connsiteY226" fmla="*/ 1487237 h 1548353"/>
                <a:gd name="connsiteX227" fmla="*/ 3459644 w 4095016"/>
                <a:gd name="connsiteY227" fmla="*/ 1527985 h 1548353"/>
                <a:gd name="connsiteX228" fmla="*/ 3454630 w 4095016"/>
                <a:gd name="connsiteY228" fmla="*/ 1525873 h 1548353"/>
                <a:gd name="connsiteX229" fmla="*/ 3447447 w 4095016"/>
                <a:gd name="connsiteY229" fmla="*/ 1542910 h 1548353"/>
                <a:gd name="connsiteX230" fmla="*/ 3429440 w 4095016"/>
                <a:gd name="connsiteY230" fmla="*/ 1542910 h 1548353"/>
                <a:gd name="connsiteX231" fmla="*/ 3429440 w 4095016"/>
                <a:gd name="connsiteY231" fmla="*/ 1548354 h 1548353"/>
                <a:gd name="connsiteX232" fmla="*/ 3386188 w 4095016"/>
                <a:gd name="connsiteY232" fmla="*/ 1548354 h 1548353"/>
                <a:gd name="connsiteX233" fmla="*/ 3386188 w 4095016"/>
                <a:gd name="connsiteY233" fmla="*/ 1542910 h 1548353"/>
                <a:gd name="connsiteX234" fmla="*/ 3342936 w 4095016"/>
                <a:gd name="connsiteY234" fmla="*/ 1542910 h 1548353"/>
                <a:gd name="connsiteX235" fmla="*/ 3342936 w 4095016"/>
                <a:gd name="connsiteY235" fmla="*/ 1548354 h 1548353"/>
                <a:gd name="connsiteX236" fmla="*/ 3299673 w 4095016"/>
                <a:gd name="connsiteY236" fmla="*/ 1548354 h 1548353"/>
                <a:gd name="connsiteX237" fmla="*/ 3299673 w 4095016"/>
                <a:gd name="connsiteY237" fmla="*/ 1542910 h 1548353"/>
                <a:gd name="connsiteX238" fmla="*/ 3256421 w 4095016"/>
                <a:gd name="connsiteY238" fmla="*/ 1542910 h 1548353"/>
                <a:gd name="connsiteX239" fmla="*/ 3256421 w 4095016"/>
                <a:gd name="connsiteY239" fmla="*/ 1548354 h 1548353"/>
                <a:gd name="connsiteX240" fmla="*/ 3213169 w 4095016"/>
                <a:gd name="connsiteY240" fmla="*/ 1548354 h 1548353"/>
                <a:gd name="connsiteX241" fmla="*/ 3213169 w 4095016"/>
                <a:gd name="connsiteY241" fmla="*/ 1542910 h 1548353"/>
                <a:gd name="connsiteX242" fmla="*/ 3169917 w 4095016"/>
                <a:gd name="connsiteY242" fmla="*/ 1542910 h 1548353"/>
                <a:gd name="connsiteX243" fmla="*/ 3169917 w 4095016"/>
                <a:gd name="connsiteY243" fmla="*/ 1548354 h 1548353"/>
                <a:gd name="connsiteX244" fmla="*/ 3126665 w 4095016"/>
                <a:gd name="connsiteY244" fmla="*/ 1548354 h 1548353"/>
                <a:gd name="connsiteX245" fmla="*/ 3126665 w 4095016"/>
                <a:gd name="connsiteY245" fmla="*/ 1542910 h 1548353"/>
                <a:gd name="connsiteX246" fmla="*/ 3083402 w 4095016"/>
                <a:gd name="connsiteY246" fmla="*/ 1542910 h 1548353"/>
                <a:gd name="connsiteX247" fmla="*/ 3083402 w 4095016"/>
                <a:gd name="connsiteY247" fmla="*/ 1548354 h 1548353"/>
                <a:gd name="connsiteX248" fmla="*/ 3040150 w 4095016"/>
                <a:gd name="connsiteY248" fmla="*/ 1548354 h 1548353"/>
                <a:gd name="connsiteX249" fmla="*/ 3040150 w 4095016"/>
                <a:gd name="connsiteY249" fmla="*/ 1542910 h 1548353"/>
                <a:gd name="connsiteX250" fmla="*/ 2996898 w 4095016"/>
                <a:gd name="connsiteY250" fmla="*/ 1542910 h 1548353"/>
                <a:gd name="connsiteX251" fmla="*/ 2996898 w 4095016"/>
                <a:gd name="connsiteY251" fmla="*/ 1548354 h 1548353"/>
                <a:gd name="connsiteX252" fmla="*/ 2953646 w 4095016"/>
                <a:gd name="connsiteY252" fmla="*/ 1548354 h 1548353"/>
                <a:gd name="connsiteX253" fmla="*/ 2953646 w 4095016"/>
                <a:gd name="connsiteY253" fmla="*/ 1542910 h 1548353"/>
                <a:gd name="connsiteX254" fmla="*/ 2910383 w 4095016"/>
                <a:gd name="connsiteY254" fmla="*/ 1542910 h 1548353"/>
                <a:gd name="connsiteX255" fmla="*/ 2910383 w 4095016"/>
                <a:gd name="connsiteY255" fmla="*/ 1548354 h 1548353"/>
                <a:gd name="connsiteX256" fmla="*/ 2867131 w 4095016"/>
                <a:gd name="connsiteY256" fmla="*/ 1548354 h 1548353"/>
                <a:gd name="connsiteX257" fmla="*/ 2867131 w 4095016"/>
                <a:gd name="connsiteY257" fmla="*/ 1542910 h 1548353"/>
                <a:gd name="connsiteX258" fmla="*/ 2823879 w 4095016"/>
                <a:gd name="connsiteY258" fmla="*/ 1542910 h 1548353"/>
                <a:gd name="connsiteX259" fmla="*/ 2823879 w 4095016"/>
                <a:gd name="connsiteY259" fmla="*/ 1548354 h 1548353"/>
                <a:gd name="connsiteX260" fmla="*/ 2780627 w 4095016"/>
                <a:gd name="connsiteY260" fmla="*/ 1548354 h 1548353"/>
                <a:gd name="connsiteX261" fmla="*/ 2780627 w 4095016"/>
                <a:gd name="connsiteY261" fmla="*/ 1542910 h 1548353"/>
                <a:gd name="connsiteX262" fmla="*/ 2737364 w 4095016"/>
                <a:gd name="connsiteY262" fmla="*/ 1542910 h 1548353"/>
                <a:gd name="connsiteX263" fmla="*/ 2737364 w 4095016"/>
                <a:gd name="connsiteY263" fmla="*/ 1548354 h 1548353"/>
                <a:gd name="connsiteX264" fmla="*/ 2694112 w 4095016"/>
                <a:gd name="connsiteY264" fmla="*/ 1548354 h 1548353"/>
                <a:gd name="connsiteX265" fmla="*/ 2694112 w 4095016"/>
                <a:gd name="connsiteY265" fmla="*/ 1542910 h 1548353"/>
                <a:gd name="connsiteX266" fmla="*/ 2650860 w 4095016"/>
                <a:gd name="connsiteY266" fmla="*/ 1542910 h 1548353"/>
                <a:gd name="connsiteX267" fmla="*/ 2650860 w 4095016"/>
                <a:gd name="connsiteY267" fmla="*/ 1548354 h 1548353"/>
                <a:gd name="connsiteX268" fmla="*/ 2607608 w 4095016"/>
                <a:gd name="connsiteY268" fmla="*/ 1548354 h 1548353"/>
                <a:gd name="connsiteX269" fmla="*/ 2607608 w 4095016"/>
                <a:gd name="connsiteY269" fmla="*/ 1542910 h 1548353"/>
                <a:gd name="connsiteX270" fmla="*/ 2564356 w 4095016"/>
                <a:gd name="connsiteY270" fmla="*/ 1542910 h 1548353"/>
                <a:gd name="connsiteX271" fmla="*/ 2564356 w 4095016"/>
                <a:gd name="connsiteY271" fmla="*/ 1548354 h 1548353"/>
                <a:gd name="connsiteX272" fmla="*/ 2521094 w 4095016"/>
                <a:gd name="connsiteY272" fmla="*/ 1548354 h 1548353"/>
                <a:gd name="connsiteX273" fmla="*/ 2521094 w 4095016"/>
                <a:gd name="connsiteY273" fmla="*/ 1542910 h 1548353"/>
                <a:gd name="connsiteX274" fmla="*/ 2477842 w 4095016"/>
                <a:gd name="connsiteY274" fmla="*/ 1542910 h 1548353"/>
                <a:gd name="connsiteX275" fmla="*/ 2477842 w 4095016"/>
                <a:gd name="connsiteY275" fmla="*/ 1548354 h 1548353"/>
                <a:gd name="connsiteX276" fmla="*/ 2434590 w 4095016"/>
                <a:gd name="connsiteY276" fmla="*/ 1548354 h 1548353"/>
                <a:gd name="connsiteX277" fmla="*/ 2434590 w 4095016"/>
                <a:gd name="connsiteY277" fmla="*/ 1542910 h 1548353"/>
                <a:gd name="connsiteX278" fmla="*/ 2391338 w 4095016"/>
                <a:gd name="connsiteY278" fmla="*/ 1542910 h 1548353"/>
                <a:gd name="connsiteX279" fmla="*/ 2391338 w 4095016"/>
                <a:gd name="connsiteY279" fmla="*/ 1548354 h 1548353"/>
                <a:gd name="connsiteX280" fmla="*/ 2348075 w 4095016"/>
                <a:gd name="connsiteY280" fmla="*/ 1548354 h 1548353"/>
                <a:gd name="connsiteX281" fmla="*/ 2348075 w 4095016"/>
                <a:gd name="connsiteY281" fmla="*/ 1542910 h 1548353"/>
                <a:gd name="connsiteX282" fmla="*/ 2304823 w 4095016"/>
                <a:gd name="connsiteY282" fmla="*/ 1542910 h 1548353"/>
                <a:gd name="connsiteX283" fmla="*/ 2304823 w 4095016"/>
                <a:gd name="connsiteY283" fmla="*/ 1548354 h 1548353"/>
                <a:gd name="connsiteX284" fmla="*/ 2261571 w 4095016"/>
                <a:gd name="connsiteY284" fmla="*/ 1548354 h 1548353"/>
                <a:gd name="connsiteX285" fmla="*/ 2261571 w 4095016"/>
                <a:gd name="connsiteY285" fmla="*/ 1542910 h 1548353"/>
                <a:gd name="connsiteX286" fmla="*/ 2218319 w 4095016"/>
                <a:gd name="connsiteY286" fmla="*/ 1542910 h 1548353"/>
                <a:gd name="connsiteX287" fmla="*/ 2218319 w 4095016"/>
                <a:gd name="connsiteY287" fmla="*/ 1548354 h 1548353"/>
                <a:gd name="connsiteX288" fmla="*/ 2175056 w 4095016"/>
                <a:gd name="connsiteY288" fmla="*/ 1548354 h 1548353"/>
                <a:gd name="connsiteX289" fmla="*/ 2175056 w 4095016"/>
                <a:gd name="connsiteY289" fmla="*/ 1542910 h 1548353"/>
                <a:gd name="connsiteX290" fmla="*/ 2131804 w 4095016"/>
                <a:gd name="connsiteY290" fmla="*/ 1542910 h 1548353"/>
                <a:gd name="connsiteX291" fmla="*/ 2131804 w 4095016"/>
                <a:gd name="connsiteY291" fmla="*/ 1548354 h 1548353"/>
                <a:gd name="connsiteX292" fmla="*/ 2088552 w 4095016"/>
                <a:gd name="connsiteY292" fmla="*/ 1548354 h 1548353"/>
                <a:gd name="connsiteX293" fmla="*/ 2088552 w 4095016"/>
                <a:gd name="connsiteY293" fmla="*/ 1542910 h 1548353"/>
                <a:gd name="connsiteX294" fmla="*/ 2045300 w 4095016"/>
                <a:gd name="connsiteY294" fmla="*/ 1542910 h 1548353"/>
                <a:gd name="connsiteX295" fmla="*/ 2045300 w 4095016"/>
                <a:gd name="connsiteY295" fmla="*/ 1548354 h 1548353"/>
                <a:gd name="connsiteX296" fmla="*/ 2002048 w 4095016"/>
                <a:gd name="connsiteY296" fmla="*/ 1548354 h 1548353"/>
                <a:gd name="connsiteX297" fmla="*/ 2002048 w 4095016"/>
                <a:gd name="connsiteY297" fmla="*/ 1542910 h 1548353"/>
                <a:gd name="connsiteX298" fmla="*/ 1958785 w 4095016"/>
                <a:gd name="connsiteY298" fmla="*/ 1542910 h 1548353"/>
                <a:gd name="connsiteX299" fmla="*/ 1958785 w 4095016"/>
                <a:gd name="connsiteY299" fmla="*/ 1548354 h 1548353"/>
                <a:gd name="connsiteX300" fmla="*/ 1915533 w 4095016"/>
                <a:gd name="connsiteY300" fmla="*/ 1548354 h 1548353"/>
                <a:gd name="connsiteX301" fmla="*/ 1915533 w 4095016"/>
                <a:gd name="connsiteY301" fmla="*/ 1542910 h 1548353"/>
                <a:gd name="connsiteX302" fmla="*/ 1872281 w 4095016"/>
                <a:gd name="connsiteY302" fmla="*/ 1542910 h 1548353"/>
                <a:gd name="connsiteX303" fmla="*/ 1872281 w 4095016"/>
                <a:gd name="connsiteY303" fmla="*/ 1548354 h 1548353"/>
                <a:gd name="connsiteX304" fmla="*/ 1829029 w 4095016"/>
                <a:gd name="connsiteY304" fmla="*/ 1548354 h 1548353"/>
                <a:gd name="connsiteX305" fmla="*/ 1829029 w 4095016"/>
                <a:gd name="connsiteY305" fmla="*/ 1542910 h 1548353"/>
                <a:gd name="connsiteX306" fmla="*/ 1785766 w 4095016"/>
                <a:gd name="connsiteY306" fmla="*/ 1542910 h 1548353"/>
                <a:gd name="connsiteX307" fmla="*/ 1785766 w 4095016"/>
                <a:gd name="connsiteY307" fmla="*/ 1548354 h 1548353"/>
                <a:gd name="connsiteX308" fmla="*/ 1742515 w 4095016"/>
                <a:gd name="connsiteY308" fmla="*/ 1548354 h 1548353"/>
                <a:gd name="connsiteX309" fmla="*/ 1742515 w 4095016"/>
                <a:gd name="connsiteY309" fmla="*/ 1542910 h 1548353"/>
                <a:gd name="connsiteX310" fmla="*/ 1699263 w 4095016"/>
                <a:gd name="connsiteY310" fmla="*/ 1542910 h 1548353"/>
                <a:gd name="connsiteX311" fmla="*/ 1699263 w 4095016"/>
                <a:gd name="connsiteY311" fmla="*/ 1548354 h 1548353"/>
                <a:gd name="connsiteX312" fmla="*/ 1656011 w 4095016"/>
                <a:gd name="connsiteY312" fmla="*/ 1548354 h 1548353"/>
                <a:gd name="connsiteX313" fmla="*/ 1656011 w 4095016"/>
                <a:gd name="connsiteY313" fmla="*/ 1542910 h 1548353"/>
                <a:gd name="connsiteX314" fmla="*/ 1612748 w 4095016"/>
                <a:gd name="connsiteY314" fmla="*/ 1542910 h 1548353"/>
                <a:gd name="connsiteX315" fmla="*/ 1612748 w 4095016"/>
                <a:gd name="connsiteY315" fmla="*/ 1548354 h 1548353"/>
                <a:gd name="connsiteX316" fmla="*/ 1569496 w 4095016"/>
                <a:gd name="connsiteY316" fmla="*/ 1548354 h 1548353"/>
                <a:gd name="connsiteX317" fmla="*/ 1569496 w 4095016"/>
                <a:gd name="connsiteY317" fmla="*/ 1542910 h 1548353"/>
                <a:gd name="connsiteX318" fmla="*/ 1526244 w 4095016"/>
                <a:gd name="connsiteY318" fmla="*/ 1542910 h 1548353"/>
                <a:gd name="connsiteX319" fmla="*/ 1526244 w 4095016"/>
                <a:gd name="connsiteY319" fmla="*/ 1548354 h 1548353"/>
                <a:gd name="connsiteX320" fmla="*/ 1482992 w 4095016"/>
                <a:gd name="connsiteY320" fmla="*/ 1548354 h 1548353"/>
                <a:gd name="connsiteX321" fmla="*/ 1482992 w 4095016"/>
                <a:gd name="connsiteY321" fmla="*/ 1542910 h 1548353"/>
                <a:gd name="connsiteX322" fmla="*/ 1439740 w 4095016"/>
                <a:gd name="connsiteY322" fmla="*/ 1542910 h 1548353"/>
                <a:gd name="connsiteX323" fmla="*/ 1439740 w 4095016"/>
                <a:gd name="connsiteY323" fmla="*/ 1548354 h 1548353"/>
                <a:gd name="connsiteX324" fmla="*/ 1396477 w 4095016"/>
                <a:gd name="connsiteY324" fmla="*/ 1548354 h 1548353"/>
                <a:gd name="connsiteX325" fmla="*/ 1396477 w 4095016"/>
                <a:gd name="connsiteY325" fmla="*/ 1542910 h 1548353"/>
                <a:gd name="connsiteX326" fmla="*/ 1353225 w 4095016"/>
                <a:gd name="connsiteY326" fmla="*/ 1542910 h 1548353"/>
                <a:gd name="connsiteX327" fmla="*/ 1353225 w 4095016"/>
                <a:gd name="connsiteY327" fmla="*/ 1548354 h 1548353"/>
                <a:gd name="connsiteX328" fmla="*/ 1309973 w 4095016"/>
                <a:gd name="connsiteY328" fmla="*/ 1548354 h 1548353"/>
                <a:gd name="connsiteX329" fmla="*/ 1309973 w 4095016"/>
                <a:gd name="connsiteY329" fmla="*/ 1542910 h 1548353"/>
                <a:gd name="connsiteX330" fmla="*/ 1266721 w 4095016"/>
                <a:gd name="connsiteY330" fmla="*/ 1542910 h 1548353"/>
                <a:gd name="connsiteX331" fmla="*/ 1266721 w 4095016"/>
                <a:gd name="connsiteY331" fmla="*/ 1548354 h 1548353"/>
                <a:gd name="connsiteX332" fmla="*/ 1223458 w 4095016"/>
                <a:gd name="connsiteY332" fmla="*/ 1548354 h 1548353"/>
                <a:gd name="connsiteX333" fmla="*/ 1223458 w 4095016"/>
                <a:gd name="connsiteY333" fmla="*/ 1542910 h 1548353"/>
                <a:gd name="connsiteX334" fmla="*/ 1180206 w 4095016"/>
                <a:gd name="connsiteY334" fmla="*/ 1542910 h 1548353"/>
                <a:gd name="connsiteX335" fmla="*/ 1180206 w 4095016"/>
                <a:gd name="connsiteY335" fmla="*/ 1548354 h 1548353"/>
                <a:gd name="connsiteX336" fmla="*/ 1136954 w 4095016"/>
                <a:gd name="connsiteY336" fmla="*/ 1548354 h 1548353"/>
                <a:gd name="connsiteX337" fmla="*/ 1136954 w 4095016"/>
                <a:gd name="connsiteY337" fmla="*/ 1542910 h 1548353"/>
                <a:gd name="connsiteX338" fmla="*/ 1093702 w 4095016"/>
                <a:gd name="connsiteY338" fmla="*/ 1542910 h 1548353"/>
                <a:gd name="connsiteX339" fmla="*/ 1093702 w 4095016"/>
                <a:gd name="connsiteY339" fmla="*/ 1548354 h 1548353"/>
                <a:gd name="connsiteX340" fmla="*/ 1050439 w 4095016"/>
                <a:gd name="connsiteY340" fmla="*/ 1548354 h 1548353"/>
                <a:gd name="connsiteX341" fmla="*/ 1050439 w 4095016"/>
                <a:gd name="connsiteY341" fmla="*/ 1542910 h 1548353"/>
                <a:gd name="connsiteX342" fmla="*/ 1007190 w 4095016"/>
                <a:gd name="connsiteY342" fmla="*/ 1542910 h 1548353"/>
                <a:gd name="connsiteX343" fmla="*/ 1007190 w 4095016"/>
                <a:gd name="connsiteY343" fmla="*/ 1548354 h 1548353"/>
                <a:gd name="connsiteX344" fmla="*/ 963935 w 4095016"/>
                <a:gd name="connsiteY344" fmla="*/ 1548354 h 1548353"/>
                <a:gd name="connsiteX345" fmla="*/ 963935 w 4095016"/>
                <a:gd name="connsiteY345" fmla="*/ 1542910 h 1548353"/>
                <a:gd name="connsiteX346" fmla="*/ 920680 w 4095016"/>
                <a:gd name="connsiteY346" fmla="*/ 1542910 h 1548353"/>
                <a:gd name="connsiteX347" fmla="*/ 920680 w 4095016"/>
                <a:gd name="connsiteY347" fmla="*/ 1548354 h 1548353"/>
                <a:gd name="connsiteX348" fmla="*/ 877426 w 4095016"/>
                <a:gd name="connsiteY348" fmla="*/ 1548354 h 1548353"/>
                <a:gd name="connsiteX349" fmla="*/ 877426 w 4095016"/>
                <a:gd name="connsiteY349" fmla="*/ 1542910 h 1548353"/>
                <a:gd name="connsiteX350" fmla="*/ 834172 w 4095016"/>
                <a:gd name="connsiteY350" fmla="*/ 1542910 h 1548353"/>
                <a:gd name="connsiteX351" fmla="*/ 834172 w 4095016"/>
                <a:gd name="connsiteY351" fmla="*/ 1548354 h 1548353"/>
                <a:gd name="connsiteX352" fmla="*/ 790917 w 4095016"/>
                <a:gd name="connsiteY352" fmla="*/ 1548354 h 1548353"/>
                <a:gd name="connsiteX353" fmla="*/ 790917 w 4095016"/>
                <a:gd name="connsiteY353" fmla="*/ 1542910 h 1548353"/>
                <a:gd name="connsiteX354" fmla="*/ 747662 w 4095016"/>
                <a:gd name="connsiteY354" fmla="*/ 1542910 h 1548353"/>
                <a:gd name="connsiteX355" fmla="*/ 747662 w 4095016"/>
                <a:gd name="connsiteY355" fmla="*/ 1548354 h 1548353"/>
                <a:gd name="connsiteX356" fmla="*/ 704408 w 4095016"/>
                <a:gd name="connsiteY356" fmla="*/ 1548354 h 1548353"/>
                <a:gd name="connsiteX357" fmla="*/ 704408 w 4095016"/>
                <a:gd name="connsiteY357" fmla="*/ 1542910 h 1548353"/>
                <a:gd name="connsiteX358" fmla="*/ 661153 w 4095016"/>
                <a:gd name="connsiteY358" fmla="*/ 1542910 h 1548353"/>
                <a:gd name="connsiteX359" fmla="*/ 661153 w 4095016"/>
                <a:gd name="connsiteY359" fmla="*/ 1548354 h 1548353"/>
                <a:gd name="connsiteX360" fmla="*/ 617899 w 4095016"/>
                <a:gd name="connsiteY360" fmla="*/ 1548354 h 1548353"/>
                <a:gd name="connsiteX361" fmla="*/ 617899 w 4095016"/>
                <a:gd name="connsiteY361" fmla="*/ 1542910 h 1548353"/>
                <a:gd name="connsiteX362" fmla="*/ 574645 w 4095016"/>
                <a:gd name="connsiteY362" fmla="*/ 1542910 h 1548353"/>
                <a:gd name="connsiteX363" fmla="*/ 574645 w 4095016"/>
                <a:gd name="connsiteY363" fmla="*/ 1548354 h 1548353"/>
                <a:gd name="connsiteX364" fmla="*/ 531391 w 4095016"/>
                <a:gd name="connsiteY364" fmla="*/ 1548354 h 1548353"/>
                <a:gd name="connsiteX365" fmla="*/ 531391 w 4095016"/>
                <a:gd name="connsiteY365" fmla="*/ 1542910 h 1548353"/>
                <a:gd name="connsiteX366" fmla="*/ 488135 w 4095016"/>
                <a:gd name="connsiteY366" fmla="*/ 1542910 h 1548353"/>
                <a:gd name="connsiteX367" fmla="*/ 488135 w 4095016"/>
                <a:gd name="connsiteY367" fmla="*/ 1548354 h 1548353"/>
                <a:gd name="connsiteX368" fmla="*/ 444881 w 4095016"/>
                <a:gd name="connsiteY368" fmla="*/ 1548354 h 1548353"/>
                <a:gd name="connsiteX369" fmla="*/ 444881 w 4095016"/>
                <a:gd name="connsiteY369" fmla="*/ 1542910 h 1548353"/>
                <a:gd name="connsiteX370" fmla="*/ 401627 w 4095016"/>
                <a:gd name="connsiteY370" fmla="*/ 1542910 h 1548353"/>
                <a:gd name="connsiteX371" fmla="*/ 401627 w 4095016"/>
                <a:gd name="connsiteY371" fmla="*/ 1548354 h 1548353"/>
                <a:gd name="connsiteX372" fmla="*/ 358372 w 4095016"/>
                <a:gd name="connsiteY372" fmla="*/ 1548354 h 1548353"/>
                <a:gd name="connsiteX373" fmla="*/ 358372 w 4095016"/>
                <a:gd name="connsiteY373" fmla="*/ 1542910 h 1548353"/>
                <a:gd name="connsiteX374" fmla="*/ 315118 w 4095016"/>
                <a:gd name="connsiteY374" fmla="*/ 1542910 h 1548353"/>
                <a:gd name="connsiteX375" fmla="*/ 315118 w 4095016"/>
                <a:gd name="connsiteY375" fmla="*/ 1548354 h 1548353"/>
                <a:gd name="connsiteX376" fmla="*/ 271864 w 4095016"/>
                <a:gd name="connsiteY376" fmla="*/ 1548354 h 1548353"/>
                <a:gd name="connsiteX377" fmla="*/ 271864 w 4095016"/>
                <a:gd name="connsiteY377" fmla="*/ 1542910 h 1548353"/>
                <a:gd name="connsiteX378" fmla="*/ 228608 w 4095016"/>
                <a:gd name="connsiteY378" fmla="*/ 1542910 h 1548353"/>
                <a:gd name="connsiteX379" fmla="*/ 228608 w 4095016"/>
                <a:gd name="connsiteY379" fmla="*/ 1548354 h 1548353"/>
                <a:gd name="connsiteX380" fmla="*/ 185354 w 4095016"/>
                <a:gd name="connsiteY380" fmla="*/ 1548354 h 1548353"/>
                <a:gd name="connsiteX381" fmla="*/ 185354 w 4095016"/>
                <a:gd name="connsiteY381" fmla="*/ 1542910 h 1548353"/>
                <a:gd name="connsiteX382" fmla="*/ 142100 w 4095016"/>
                <a:gd name="connsiteY382" fmla="*/ 1542910 h 1548353"/>
                <a:gd name="connsiteX383" fmla="*/ 142100 w 4095016"/>
                <a:gd name="connsiteY383" fmla="*/ 1548354 h 1548353"/>
                <a:gd name="connsiteX384" fmla="*/ 98846 w 4095016"/>
                <a:gd name="connsiteY384" fmla="*/ 1548354 h 1548353"/>
                <a:gd name="connsiteX385" fmla="*/ 98846 w 4095016"/>
                <a:gd name="connsiteY385" fmla="*/ 1542910 h 1548353"/>
                <a:gd name="connsiteX386" fmla="*/ 55591 w 4095016"/>
                <a:gd name="connsiteY386" fmla="*/ 1542910 h 1548353"/>
                <a:gd name="connsiteX387" fmla="*/ 55591 w 4095016"/>
                <a:gd name="connsiteY387" fmla="*/ 1548354 h 1548353"/>
                <a:gd name="connsiteX388" fmla="*/ 12336 w 4095016"/>
                <a:gd name="connsiteY388" fmla="*/ 1548354 h 1548353"/>
                <a:gd name="connsiteX389" fmla="*/ 12336 w 4095016"/>
                <a:gd name="connsiteY389" fmla="*/ 1542910 h 1548353"/>
                <a:gd name="connsiteX390" fmla="*/ 0 w 4095016"/>
                <a:gd name="connsiteY390" fmla="*/ 1542910 h 1548353"/>
                <a:gd name="connsiteX391" fmla="*/ 6300 w 4095016"/>
                <a:gd name="connsiteY391" fmla="*/ 1531654 h 1548353"/>
                <a:gd name="connsiteX392" fmla="*/ 1543 w 4095016"/>
                <a:gd name="connsiteY392" fmla="*/ 1528997 h 1548353"/>
                <a:gd name="connsiteX393" fmla="*/ 23210 w 4095016"/>
                <a:gd name="connsiteY393" fmla="*/ 1490285 h 1548353"/>
                <a:gd name="connsiteX394" fmla="*/ 27967 w 4095016"/>
                <a:gd name="connsiteY394" fmla="*/ 1492941 h 1548353"/>
                <a:gd name="connsiteX395" fmla="*/ 49635 w 4095016"/>
                <a:gd name="connsiteY395" fmla="*/ 1454239 h 1548353"/>
                <a:gd name="connsiteX396" fmla="*/ 44877 w 4095016"/>
                <a:gd name="connsiteY396" fmla="*/ 1451583 h 1548353"/>
                <a:gd name="connsiteX397" fmla="*/ 66544 w 4095016"/>
                <a:gd name="connsiteY397" fmla="*/ 1412870 h 1548353"/>
                <a:gd name="connsiteX398" fmla="*/ 71301 w 4095016"/>
                <a:gd name="connsiteY398" fmla="*/ 1415526 h 1548353"/>
                <a:gd name="connsiteX399" fmla="*/ 92968 w 4095016"/>
                <a:gd name="connsiteY399" fmla="*/ 1376825 h 1548353"/>
                <a:gd name="connsiteX400" fmla="*/ 88212 w 4095016"/>
                <a:gd name="connsiteY400" fmla="*/ 1374168 h 1548353"/>
                <a:gd name="connsiteX401" fmla="*/ 109879 w 4095016"/>
                <a:gd name="connsiteY401" fmla="*/ 1335456 h 1548353"/>
                <a:gd name="connsiteX402" fmla="*/ 114636 w 4095016"/>
                <a:gd name="connsiteY402" fmla="*/ 1338112 h 1548353"/>
                <a:gd name="connsiteX403" fmla="*/ 136303 w 4095016"/>
                <a:gd name="connsiteY403" fmla="*/ 1299399 h 1548353"/>
                <a:gd name="connsiteX404" fmla="*/ 131545 w 4095016"/>
                <a:gd name="connsiteY404" fmla="*/ 1296743 h 1548353"/>
                <a:gd name="connsiteX405" fmla="*/ 153213 w 4095016"/>
                <a:gd name="connsiteY405" fmla="*/ 1258041 h 1548353"/>
                <a:gd name="connsiteX406" fmla="*/ 157971 w 4095016"/>
                <a:gd name="connsiteY406" fmla="*/ 1260697 h 1548353"/>
                <a:gd name="connsiteX407" fmla="*/ 179637 w 4095016"/>
                <a:gd name="connsiteY407" fmla="*/ 1221985 h 1548353"/>
                <a:gd name="connsiteX408" fmla="*/ 174880 w 4095016"/>
                <a:gd name="connsiteY408" fmla="*/ 1219328 h 1548353"/>
                <a:gd name="connsiteX409" fmla="*/ 196548 w 4095016"/>
                <a:gd name="connsiteY409" fmla="*/ 1180616 h 1548353"/>
                <a:gd name="connsiteX410" fmla="*/ 201304 w 4095016"/>
                <a:gd name="connsiteY410" fmla="*/ 1183272 h 1548353"/>
                <a:gd name="connsiteX411" fmla="*/ 222972 w 4095016"/>
                <a:gd name="connsiteY411" fmla="*/ 1144570 h 1548353"/>
                <a:gd name="connsiteX412" fmla="*/ 218215 w 4095016"/>
                <a:gd name="connsiteY412" fmla="*/ 1141914 h 1548353"/>
                <a:gd name="connsiteX413" fmla="*/ 239881 w 4095016"/>
                <a:gd name="connsiteY413" fmla="*/ 1103201 h 1548353"/>
                <a:gd name="connsiteX414" fmla="*/ 244639 w 4095016"/>
                <a:gd name="connsiteY414" fmla="*/ 1105858 h 1548353"/>
                <a:gd name="connsiteX415" fmla="*/ 266307 w 4095016"/>
                <a:gd name="connsiteY415" fmla="*/ 1067145 h 1548353"/>
                <a:gd name="connsiteX416" fmla="*/ 261549 w 4095016"/>
                <a:gd name="connsiteY416" fmla="*/ 1064489 h 1548353"/>
                <a:gd name="connsiteX417" fmla="*/ 283216 w 4095016"/>
                <a:gd name="connsiteY417" fmla="*/ 1025787 h 1548353"/>
                <a:gd name="connsiteX418" fmla="*/ 287973 w 4095016"/>
                <a:gd name="connsiteY418" fmla="*/ 1028443 h 1548353"/>
                <a:gd name="connsiteX419" fmla="*/ 309640 w 4095016"/>
                <a:gd name="connsiteY419" fmla="*/ 989730 h 1548353"/>
                <a:gd name="connsiteX420" fmla="*/ 304883 w 4095016"/>
                <a:gd name="connsiteY420" fmla="*/ 987074 h 1548353"/>
                <a:gd name="connsiteX421" fmla="*/ 326551 w 4095016"/>
                <a:gd name="connsiteY421" fmla="*/ 948361 h 1548353"/>
                <a:gd name="connsiteX422" fmla="*/ 331308 w 4095016"/>
                <a:gd name="connsiteY422" fmla="*/ 951018 h 1548353"/>
                <a:gd name="connsiteX423" fmla="*/ 352975 w 4095016"/>
                <a:gd name="connsiteY423" fmla="*/ 912316 h 1548353"/>
                <a:gd name="connsiteX424" fmla="*/ 348217 w 4095016"/>
                <a:gd name="connsiteY424" fmla="*/ 909659 h 1548353"/>
                <a:gd name="connsiteX425" fmla="*/ 369885 w 4095016"/>
                <a:gd name="connsiteY425" fmla="*/ 870947 h 1548353"/>
                <a:gd name="connsiteX426" fmla="*/ 374641 w 4095016"/>
                <a:gd name="connsiteY426" fmla="*/ 873603 h 1548353"/>
                <a:gd name="connsiteX427" fmla="*/ 396309 w 4095016"/>
                <a:gd name="connsiteY427" fmla="*/ 834890 h 1548353"/>
                <a:gd name="connsiteX428" fmla="*/ 391552 w 4095016"/>
                <a:gd name="connsiteY428" fmla="*/ 832245 h 1548353"/>
                <a:gd name="connsiteX429" fmla="*/ 413219 w 4095016"/>
                <a:gd name="connsiteY429" fmla="*/ 793532 h 1548353"/>
                <a:gd name="connsiteX430" fmla="*/ 417976 w 4095016"/>
                <a:gd name="connsiteY430" fmla="*/ 796188 h 1548353"/>
                <a:gd name="connsiteX431" fmla="*/ 439644 w 4095016"/>
                <a:gd name="connsiteY431" fmla="*/ 757476 h 1548353"/>
                <a:gd name="connsiteX432" fmla="*/ 434886 w 4095016"/>
                <a:gd name="connsiteY432" fmla="*/ 754819 h 1548353"/>
                <a:gd name="connsiteX433" fmla="*/ 456553 w 4095016"/>
                <a:gd name="connsiteY433" fmla="*/ 716118 h 1548353"/>
                <a:gd name="connsiteX434" fmla="*/ 461310 w 4095016"/>
                <a:gd name="connsiteY434" fmla="*/ 718774 h 1548353"/>
                <a:gd name="connsiteX435" fmla="*/ 482977 w 4095016"/>
                <a:gd name="connsiteY435" fmla="*/ 680061 h 1548353"/>
                <a:gd name="connsiteX436" fmla="*/ 478221 w 4095016"/>
                <a:gd name="connsiteY436" fmla="*/ 677405 h 1548353"/>
                <a:gd name="connsiteX437" fmla="*/ 499888 w 4095016"/>
                <a:gd name="connsiteY437" fmla="*/ 638692 h 1548353"/>
                <a:gd name="connsiteX438" fmla="*/ 504645 w 4095016"/>
                <a:gd name="connsiteY438" fmla="*/ 641349 h 1548353"/>
                <a:gd name="connsiteX439" fmla="*/ 526312 w 4095016"/>
                <a:gd name="connsiteY439" fmla="*/ 602647 h 1548353"/>
                <a:gd name="connsiteX440" fmla="*/ 521555 w 4095016"/>
                <a:gd name="connsiteY440" fmla="*/ 599990 h 1548353"/>
                <a:gd name="connsiteX441" fmla="*/ 543222 w 4095016"/>
                <a:gd name="connsiteY441" fmla="*/ 561278 h 1548353"/>
                <a:gd name="connsiteX442" fmla="*/ 547980 w 4095016"/>
                <a:gd name="connsiteY442" fmla="*/ 563934 h 1548353"/>
                <a:gd name="connsiteX443" fmla="*/ 569646 w 4095016"/>
                <a:gd name="connsiteY443" fmla="*/ 525221 h 1548353"/>
                <a:gd name="connsiteX444" fmla="*/ 564889 w 4095016"/>
                <a:gd name="connsiteY444" fmla="*/ 522565 h 1548353"/>
                <a:gd name="connsiteX445" fmla="*/ 586556 w 4095016"/>
                <a:gd name="connsiteY445" fmla="*/ 483863 h 1548353"/>
                <a:gd name="connsiteX446" fmla="*/ 591313 w 4095016"/>
                <a:gd name="connsiteY446" fmla="*/ 486519 h 1548353"/>
                <a:gd name="connsiteX447" fmla="*/ 612981 w 4095016"/>
                <a:gd name="connsiteY447" fmla="*/ 447808 h 1548353"/>
                <a:gd name="connsiteX448" fmla="*/ 608224 w 4095016"/>
                <a:gd name="connsiteY448" fmla="*/ 445151 h 1548353"/>
                <a:gd name="connsiteX449" fmla="*/ 629890 w 4095016"/>
                <a:gd name="connsiteY449" fmla="*/ 406443 h 1548353"/>
                <a:gd name="connsiteX450" fmla="*/ 634648 w 4095016"/>
                <a:gd name="connsiteY450" fmla="*/ 409098 h 1548353"/>
                <a:gd name="connsiteX451" fmla="*/ 656315 w 4095016"/>
                <a:gd name="connsiteY451" fmla="*/ 370390 h 1548353"/>
                <a:gd name="connsiteX452" fmla="*/ 651558 w 4095016"/>
                <a:gd name="connsiteY452" fmla="*/ 367734 h 1548353"/>
                <a:gd name="connsiteX453" fmla="*/ 673225 w 4095016"/>
                <a:gd name="connsiteY453" fmla="*/ 329025 h 1548353"/>
                <a:gd name="connsiteX454" fmla="*/ 677982 w 4095016"/>
                <a:gd name="connsiteY454" fmla="*/ 331681 h 1548353"/>
                <a:gd name="connsiteX455" fmla="*/ 699649 w 4095016"/>
                <a:gd name="connsiteY455" fmla="*/ 292972 h 1548353"/>
                <a:gd name="connsiteX456" fmla="*/ 694892 w 4095016"/>
                <a:gd name="connsiteY456" fmla="*/ 290316 h 1548353"/>
                <a:gd name="connsiteX457" fmla="*/ 716559 w 4095016"/>
                <a:gd name="connsiteY457" fmla="*/ 251608 h 1548353"/>
                <a:gd name="connsiteX458" fmla="*/ 721317 w 4095016"/>
                <a:gd name="connsiteY458" fmla="*/ 254264 h 1548353"/>
                <a:gd name="connsiteX459" fmla="*/ 742984 w 4095016"/>
                <a:gd name="connsiteY459" fmla="*/ 215554 h 1548353"/>
                <a:gd name="connsiteX460" fmla="*/ 738226 w 4095016"/>
                <a:gd name="connsiteY460" fmla="*/ 212898 h 1548353"/>
                <a:gd name="connsiteX461" fmla="*/ 759894 w 4095016"/>
                <a:gd name="connsiteY461" fmla="*/ 174190 h 1548353"/>
                <a:gd name="connsiteX462" fmla="*/ 764650 w 4095016"/>
                <a:gd name="connsiteY462" fmla="*/ 176846 h 1548353"/>
                <a:gd name="connsiteX463" fmla="*/ 786318 w 4095016"/>
                <a:gd name="connsiteY463" fmla="*/ 138137 h 1548353"/>
                <a:gd name="connsiteX464" fmla="*/ 781561 w 4095016"/>
                <a:gd name="connsiteY464" fmla="*/ 135481 h 1548353"/>
                <a:gd name="connsiteX465" fmla="*/ 803228 w 4095016"/>
                <a:gd name="connsiteY465" fmla="*/ 96772 h 1548353"/>
                <a:gd name="connsiteX466" fmla="*/ 807985 w 4095016"/>
                <a:gd name="connsiteY466" fmla="*/ 99428 h 1548353"/>
                <a:gd name="connsiteX467" fmla="*/ 829653 w 4095016"/>
                <a:gd name="connsiteY467" fmla="*/ 60720 h 1548353"/>
                <a:gd name="connsiteX468" fmla="*/ 824895 w 4095016"/>
                <a:gd name="connsiteY468" fmla="*/ 58064 h 154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</a:cxnLst>
              <a:rect l="l" t="t" r="r" b="b"/>
              <a:pathLst>
                <a:path w="4095016" h="1548353">
                  <a:moveTo>
                    <a:pt x="824895" y="58064"/>
                  </a:moveTo>
                  <a:lnTo>
                    <a:pt x="846562" y="19354"/>
                  </a:lnTo>
                  <a:lnTo>
                    <a:pt x="851319" y="22011"/>
                  </a:lnTo>
                  <a:lnTo>
                    <a:pt x="860593" y="5443"/>
                  </a:lnTo>
                  <a:lnTo>
                    <a:pt x="879326" y="5443"/>
                  </a:lnTo>
                  <a:lnTo>
                    <a:pt x="879326" y="0"/>
                  </a:lnTo>
                  <a:lnTo>
                    <a:pt x="923188" y="0"/>
                  </a:lnTo>
                  <a:lnTo>
                    <a:pt x="923188" y="5443"/>
                  </a:lnTo>
                  <a:lnTo>
                    <a:pt x="967051" y="5443"/>
                  </a:lnTo>
                  <a:lnTo>
                    <a:pt x="967051" y="0"/>
                  </a:lnTo>
                  <a:lnTo>
                    <a:pt x="1010914" y="0"/>
                  </a:lnTo>
                  <a:lnTo>
                    <a:pt x="1010914" y="5443"/>
                  </a:lnTo>
                  <a:lnTo>
                    <a:pt x="1054778" y="5443"/>
                  </a:lnTo>
                  <a:lnTo>
                    <a:pt x="1054778" y="0"/>
                  </a:lnTo>
                  <a:lnTo>
                    <a:pt x="1098640" y="0"/>
                  </a:lnTo>
                  <a:lnTo>
                    <a:pt x="1098640" y="5443"/>
                  </a:lnTo>
                  <a:lnTo>
                    <a:pt x="1142502" y="5443"/>
                  </a:lnTo>
                  <a:lnTo>
                    <a:pt x="1142502" y="0"/>
                  </a:lnTo>
                  <a:lnTo>
                    <a:pt x="1186365" y="0"/>
                  </a:lnTo>
                  <a:lnTo>
                    <a:pt x="1186365" y="5443"/>
                  </a:lnTo>
                  <a:lnTo>
                    <a:pt x="1230227" y="5443"/>
                  </a:lnTo>
                  <a:lnTo>
                    <a:pt x="1230227" y="0"/>
                  </a:lnTo>
                  <a:lnTo>
                    <a:pt x="1274090" y="0"/>
                  </a:lnTo>
                  <a:lnTo>
                    <a:pt x="1274090" y="5443"/>
                  </a:lnTo>
                  <a:lnTo>
                    <a:pt x="1317952" y="5443"/>
                  </a:lnTo>
                  <a:lnTo>
                    <a:pt x="1317952" y="0"/>
                  </a:lnTo>
                  <a:lnTo>
                    <a:pt x="1361814" y="0"/>
                  </a:lnTo>
                  <a:lnTo>
                    <a:pt x="1361814" y="5443"/>
                  </a:lnTo>
                  <a:lnTo>
                    <a:pt x="1405677" y="5443"/>
                  </a:lnTo>
                  <a:lnTo>
                    <a:pt x="1405677" y="0"/>
                  </a:lnTo>
                  <a:lnTo>
                    <a:pt x="1449539" y="0"/>
                  </a:lnTo>
                  <a:lnTo>
                    <a:pt x="1449539" y="5443"/>
                  </a:lnTo>
                  <a:lnTo>
                    <a:pt x="1493402" y="5443"/>
                  </a:lnTo>
                  <a:lnTo>
                    <a:pt x="1493402" y="0"/>
                  </a:lnTo>
                  <a:lnTo>
                    <a:pt x="1537264" y="0"/>
                  </a:lnTo>
                  <a:lnTo>
                    <a:pt x="1537264" y="5443"/>
                  </a:lnTo>
                  <a:lnTo>
                    <a:pt x="1581126" y="5443"/>
                  </a:lnTo>
                  <a:lnTo>
                    <a:pt x="1581126" y="0"/>
                  </a:lnTo>
                  <a:lnTo>
                    <a:pt x="1624989" y="0"/>
                  </a:lnTo>
                  <a:lnTo>
                    <a:pt x="1624989" y="5443"/>
                  </a:lnTo>
                  <a:lnTo>
                    <a:pt x="1668851" y="5443"/>
                  </a:lnTo>
                  <a:lnTo>
                    <a:pt x="1668851" y="0"/>
                  </a:lnTo>
                  <a:lnTo>
                    <a:pt x="1712713" y="0"/>
                  </a:lnTo>
                  <a:lnTo>
                    <a:pt x="1712713" y="5443"/>
                  </a:lnTo>
                  <a:lnTo>
                    <a:pt x="1756576" y="5443"/>
                  </a:lnTo>
                  <a:lnTo>
                    <a:pt x="1756576" y="0"/>
                  </a:lnTo>
                  <a:lnTo>
                    <a:pt x="1800438" y="0"/>
                  </a:lnTo>
                  <a:lnTo>
                    <a:pt x="1800438" y="5443"/>
                  </a:lnTo>
                  <a:lnTo>
                    <a:pt x="1844301" y="5443"/>
                  </a:lnTo>
                  <a:lnTo>
                    <a:pt x="1844301" y="0"/>
                  </a:lnTo>
                  <a:lnTo>
                    <a:pt x="1888163" y="0"/>
                  </a:lnTo>
                  <a:lnTo>
                    <a:pt x="1888163" y="5443"/>
                  </a:lnTo>
                  <a:lnTo>
                    <a:pt x="1932025" y="5443"/>
                  </a:lnTo>
                  <a:lnTo>
                    <a:pt x="1932025" y="0"/>
                  </a:lnTo>
                  <a:lnTo>
                    <a:pt x="1975888" y="0"/>
                  </a:lnTo>
                  <a:lnTo>
                    <a:pt x="1975888" y="5443"/>
                  </a:lnTo>
                  <a:lnTo>
                    <a:pt x="2019750" y="5443"/>
                  </a:lnTo>
                  <a:lnTo>
                    <a:pt x="2019750" y="0"/>
                  </a:lnTo>
                  <a:lnTo>
                    <a:pt x="2063612" y="0"/>
                  </a:lnTo>
                  <a:lnTo>
                    <a:pt x="2063612" y="5443"/>
                  </a:lnTo>
                  <a:lnTo>
                    <a:pt x="2107475" y="5443"/>
                  </a:lnTo>
                  <a:lnTo>
                    <a:pt x="2107475" y="0"/>
                  </a:lnTo>
                  <a:lnTo>
                    <a:pt x="2151337" y="0"/>
                  </a:lnTo>
                  <a:lnTo>
                    <a:pt x="2151337" y="5443"/>
                  </a:lnTo>
                  <a:lnTo>
                    <a:pt x="2195200" y="5443"/>
                  </a:lnTo>
                  <a:lnTo>
                    <a:pt x="2195200" y="0"/>
                  </a:lnTo>
                  <a:lnTo>
                    <a:pt x="2239062" y="0"/>
                  </a:lnTo>
                  <a:lnTo>
                    <a:pt x="2239062" y="5443"/>
                  </a:lnTo>
                  <a:lnTo>
                    <a:pt x="2282924" y="5443"/>
                  </a:lnTo>
                  <a:lnTo>
                    <a:pt x="2282924" y="0"/>
                  </a:lnTo>
                  <a:lnTo>
                    <a:pt x="2326787" y="0"/>
                  </a:lnTo>
                  <a:lnTo>
                    <a:pt x="2326787" y="5443"/>
                  </a:lnTo>
                  <a:lnTo>
                    <a:pt x="2370649" y="5443"/>
                  </a:lnTo>
                  <a:lnTo>
                    <a:pt x="2370649" y="0"/>
                  </a:lnTo>
                  <a:lnTo>
                    <a:pt x="2414512" y="0"/>
                  </a:lnTo>
                  <a:lnTo>
                    <a:pt x="2414512" y="5443"/>
                  </a:lnTo>
                  <a:lnTo>
                    <a:pt x="2458374" y="5443"/>
                  </a:lnTo>
                  <a:lnTo>
                    <a:pt x="2458374" y="0"/>
                  </a:lnTo>
                  <a:lnTo>
                    <a:pt x="2502236" y="0"/>
                  </a:lnTo>
                  <a:lnTo>
                    <a:pt x="2502236" y="5443"/>
                  </a:lnTo>
                  <a:lnTo>
                    <a:pt x="2546099" y="5443"/>
                  </a:lnTo>
                  <a:lnTo>
                    <a:pt x="2546099" y="0"/>
                  </a:lnTo>
                  <a:lnTo>
                    <a:pt x="2589961" y="0"/>
                  </a:lnTo>
                  <a:lnTo>
                    <a:pt x="2589961" y="5443"/>
                  </a:lnTo>
                  <a:lnTo>
                    <a:pt x="2633834" y="5443"/>
                  </a:lnTo>
                  <a:lnTo>
                    <a:pt x="2633834" y="0"/>
                  </a:lnTo>
                  <a:lnTo>
                    <a:pt x="2677697" y="0"/>
                  </a:lnTo>
                  <a:lnTo>
                    <a:pt x="2677697" y="5443"/>
                  </a:lnTo>
                  <a:lnTo>
                    <a:pt x="2721559" y="5443"/>
                  </a:lnTo>
                  <a:lnTo>
                    <a:pt x="2721559" y="0"/>
                  </a:lnTo>
                  <a:lnTo>
                    <a:pt x="2765421" y="0"/>
                  </a:lnTo>
                  <a:lnTo>
                    <a:pt x="2765421" y="5443"/>
                  </a:lnTo>
                  <a:lnTo>
                    <a:pt x="2809284" y="5443"/>
                  </a:lnTo>
                  <a:lnTo>
                    <a:pt x="2809284" y="0"/>
                  </a:lnTo>
                  <a:lnTo>
                    <a:pt x="2853146" y="0"/>
                  </a:lnTo>
                  <a:lnTo>
                    <a:pt x="2853146" y="5443"/>
                  </a:lnTo>
                  <a:lnTo>
                    <a:pt x="2897009" y="5443"/>
                  </a:lnTo>
                  <a:lnTo>
                    <a:pt x="2897009" y="0"/>
                  </a:lnTo>
                  <a:lnTo>
                    <a:pt x="2940871" y="0"/>
                  </a:lnTo>
                  <a:lnTo>
                    <a:pt x="2940871" y="5443"/>
                  </a:lnTo>
                  <a:lnTo>
                    <a:pt x="2984733" y="5443"/>
                  </a:lnTo>
                  <a:lnTo>
                    <a:pt x="2984733" y="0"/>
                  </a:lnTo>
                  <a:lnTo>
                    <a:pt x="3028596" y="0"/>
                  </a:lnTo>
                  <a:lnTo>
                    <a:pt x="3028596" y="5443"/>
                  </a:lnTo>
                  <a:lnTo>
                    <a:pt x="3072458" y="5443"/>
                  </a:lnTo>
                  <a:lnTo>
                    <a:pt x="3072458" y="0"/>
                  </a:lnTo>
                  <a:lnTo>
                    <a:pt x="3116321" y="0"/>
                  </a:lnTo>
                  <a:lnTo>
                    <a:pt x="3116321" y="5443"/>
                  </a:lnTo>
                  <a:lnTo>
                    <a:pt x="3160183" y="5443"/>
                  </a:lnTo>
                  <a:lnTo>
                    <a:pt x="3160183" y="0"/>
                  </a:lnTo>
                  <a:lnTo>
                    <a:pt x="3204045" y="0"/>
                  </a:lnTo>
                  <a:lnTo>
                    <a:pt x="3204045" y="5443"/>
                  </a:lnTo>
                  <a:lnTo>
                    <a:pt x="3247908" y="5443"/>
                  </a:lnTo>
                  <a:lnTo>
                    <a:pt x="3247908" y="0"/>
                  </a:lnTo>
                  <a:lnTo>
                    <a:pt x="3291770" y="0"/>
                  </a:lnTo>
                  <a:lnTo>
                    <a:pt x="3291770" y="5443"/>
                  </a:lnTo>
                  <a:lnTo>
                    <a:pt x="3335633" y="5443"/>
                  </a:lnTo>
                  <a:lnTo>
                    <a:pt x="3335633" y="0"/>
                  </a:lnTo>
                  <a:lnTo>
                    <a:pt x="3379495" y="0"/>
                  </a:lnTo>
                  <a:lnTo>
                    <a:pt x="3379495" y="5443"/>
                  </a:lnTo>
                  <a:lnTo>
                    <a:pt x="3423357" y="5443"/>
                  </a:lnTo>
                  <a:lnTo>
                    <a:pt x="3423357" y="0"/>
                  </a:lnTo>
                  <a:lnTo>
                    <a:pt x="3467220" y="0"/>
                  </a:lnTo>
                  <a:lnTo>
                    <a:pt x="3467220" y="5443"/>
                  </a:lnTo>
                  <a:lnTo>
                    <a:pt x="3511082" y="5443"/>
                  </a:lnTo>
                  <a:lnTo>
                    <a:pt x="3511082" y="0"/>
                  </a:lnTo>
                  <a:lnTo>
                    <a:pt x="3554944" y="0"/>
                  </a:lnTo>
                  <a:lnTo>
                    <a:pt x="3554944" y="5443"/>
                  </a:lnTo>
                  <a:lnTo>
                    <a:pt x="3598807" y="5443"/>
                  </a:lnTo>
                  <a:lnTo>
                    <a:pt x="3598807" y="0"/>
                  </a:lnTo>
                  <a:lnTo>
                    <a:pt x="3642669" y="0"/>
                  </a:lnTo>
                  <a:lnTo>
                    <a:pt x="3642669" y="5443"/>
                  </a:lnTo>
                  <a:lnTo>
                    <a:pt x="3686531" y="5443"/>
                  </a:lnTo>
                  <a:lnTo>
                    <a:pt x="3686531" y="0"/>
                  </a:lnTo>
                  <a:lnTo>
                    <a:pt x="3730394" y="0"/>
                  </a:lnTo>
                  <a:lnTo>
                    <a:pt x="3730394" y="5443"/>
                  </a:lnTo>
                  <a:lnTo>
                    <a:pt x="3774256" y="5443"/>
                  </a:lnTo>
                  <a:lnTo>
                    <a:pt x="3774256" y="0"/>
                  </a:lnTo>
                  <a:lnTo>
                    <a:pt x="3818119" y="0"/>
                  </a:lnTo>
                  <a:lnTo>
                    <a:pt x="3818119" y="5443"/>
                  </a:lnTo>
                  <a:lnTo>
                    <a:pt x="3861981" y="5443"/>
                  </a:lnTo>
                  <a:lnTo>
                    <a:pt x="3861981" y="0"/>
                  </a:lnTo>
                  <a:lnTo>
                    <a:pt x="3905843" y="0"/>
                  </a:lnTo>
                  <a:lnTo>
                    <a:pt x="3905843" y="5443"/>
                  </a:lnTo>
                  <a:lnTo>
                    <a:pt x="3949706" y="5443"/>
                  </a:lnTo>
                  <a:lnTo>
                    <a:pt x="3949706" y="0"/>
                  </a:lnTo>
                  <a:lnTo>
                    <a:pt x="3993568" y="0"/>
                  </a:lnTo>
                  <a:lnTo>
                    <a:pt x="3993568" y="5443"/>
                  </a:lnTo>
                  <a:lnTo>
                    <a:pt x="4037431" y="5443"/>
                  </a:lnTo>
                  <a:lnTo>
                    <a:pt x="4037431" y="0"/>
                  </a:lnTo>
                  <a:lnTo>
                    <a:pt x="4081293" y="0"/>
                  </a:lnTo>
                  <a:lnTo>
                    <a:pt x="4081293" y="5443"/>
                  </a:lnTo>
                  <a:lnTo>
                    <a:pt x="4095016" y="5443"/>
                  </a:lnTo>
                  <a:lnTo>
                    <a:pt x="4089621" y="18262"/>
                  </a:lnTo>
                  <a:lnTo>
                    <a:pt x="4094646" y="20373"/>
                  </a:lnTo>
                  <a:lnTo>
                    <a:pt x="4077478" y="61119"/>
                  </a:lnTo>
                  <a:lnTo>
                    <a:pt x="4072453" y="59009"/>
                  </a:lnTo>
                  <a:lnTo>
                    <a:pt x="4055296" y="99755"/>
                  </a:lnTo>
                  <a:lnTo>
                    <a:pt x="4060321" y="101866"/>
                  </a:lnTo>
                  <a:lnTo>
                    <a:pt x="4043153" y="142611"/>
                  </a:lnTo>
                  <a:lnTo>
                    <a:pt x="4038128" y="140501"/>
                  </a:lnTo>
                  <a:lnTo>
                    <a:pt x="4020971" y="181246"/>
                  </a:lnTo>
                  <a:lnTo>
                    <a:pt x="4025996" y="183357"/>
                  </a:lnTo>
                  <a:lnTo>
                    <a:pt x="4008828" y="224104"/>
                  </a:lnTo>
                  <a:lnTo>
                    <a:pt x="4003803" y="221993"/>
                  </a:lnTo>
                  <a:lnTo>
                    <a:pt x="3986647" y="262739"/>
                  </a:lnTo>
                  <a:lnTo>
                    <a:pt x="3991672" y="264850"/>
                  </a:lnTo>
                  <a:lnTo>
                    <a:pt x="3974504" y="305596"/>
                  </a:lnTo>
                  <a:lnTo>
                    <a:pt x="3969490" y="303485"/>
                  </a:lnTo>
                  <a:lnTo>
                    <a:pt x="3952322" y="344232"/>
                  </a:lnTo>
                  <a:lnTo>
                    <a:pt x="3957347" y="346343"/>
                  </a:lnTo>
                  <a:lnTo>
                    <a:pt x="3940179" y="387089"/>
                  </a:lnTo>
                  <a:lnTo>
                    <a:pt x="3935165" y="384978"/>
                  </a:lnTo>
                  <a:lnTo>
                    <a:pt x="3917997" y="425724"/>
                  </a:lnTo>
                  <a:lnTo>
                    <a:pt x="3923022" y="427834"/>
                  </a:lnTo>
                  <a:lnTo>
                    <a:pt x="3905865" y="468578"/>
                  </a:lnTo>
                  <a:lnTo>
                    <a:pt x="3900840" y="466466"/>
                  </a:lnTo>
                  <a:lnTo>
                    <a:pt x="3883672" y="507215"/>
                  </a:lnTo>
                  <a:lnTo>
                    <a:pt x="3888697" y="509327"/>
                  </a:lnTo>
                  <a:lnTo>
                    <a:pt x="3871541" y="550075"/>
                  </a:lnTo>
                  <a:lnTo>
                    <a:pt x="3866515" y="547963"/>
                  </a:lnTo>
                  <a:lnTo>
                    <a:pt x="3849348" y="588712"/>
                  </a:lnTo>
                  <a:lnTo>
                    <a:pt x="3854373" y="590824"/>
                  </a:lnTo>
                  <a:lnTo>
                    <a:pt x="3837216" y="631561"/>
                  </a:lnTo>
                  <a:lnTo>
                    <a:pt x="3832191" y="629449"/>
                  </a:lnTo>
                  <a:lnTo>
                    <a:pt x="3815023" y="670198"/>
                  </a:lnTo>
                  <a:lnTo>
                    <a:pt x="3820048" y="672310"/>
                  </a:lnTo>
                  <a:lnTo>
                    <a:pt x="3802891" y="713058"/>
                  </a:lnTo>
                  <a:lnTo>
                    <a:pt x="3797866" y="710946"/>
                  </a:lnTo>
                  <a:lnTo>
                    <a:pt x="3780698" y="751695"/>
                  </a:lnTo>
                  <a:lnTo>
                    <a:pt x="3785723" y="753807"/>
                  </a:lnTo>
                  <a:lnTo>
                    <a:pt x="3768566" y="794545"/>
                  </a:lnTo>
                  <a:lnTo>
                    <a:pt x="3763541" y="792444"/>
                  </a:lnTo>
                  <a:lnTo>
                    <a:pt x="3746374" y="833181"/>
                  </a:lnTo>
                  <a:lnTo>
                    <a:pt x="3751399" y="835293"/>
                  </a:lnTo>
                  <a:lnTo>
                    <a:pt x="3734242" y="876042"/>
                  </a:lnTo>
                  <a:lnTo>
                    <a:pt x="3729217" y="873930"/>
                  </a:lnTo>
                  <a:lnTo>
                    <a:pt x="3712060" y="914678"/>
                  </a:lnTo>
                  <a:lnTo>
                    <a:pt x="3717074" y="916790"/>
                  </a:lnTo>
                  <a:lnTo>
                    <a:pt x="3699917" y="957539"/>
                  </a:lnTo>
                  <a:lnTo>
                    <a:pt x="3694892" y="955427"/>
                  </a:lnTo>
                  <a:lnTo>
                    <a:pt x="3677735" y="996164"/>
                  </a:lnTo>
                  <a:lnTo>
                    <a:pt x="3682749" y="998276"/>
                  </a:lnTo>
                  <a:lnTo>
                    <a:pt x="3665592" y="1039025"/>
                  </a:lnTo>
                  <a:lnTo>
                    <a:pt x="3660567" y="1036913"/>
                  </a:lnTo>
                  <a:lnTo>
                    <a:pt x="3643410" y="1077661"/>
                  </a:lnTo>
                  <a:lnTo>
                    <a:pt x="3648435" y="1079773"/>
                  </a:lnTo>
                  <a:lnTo>
                    <a:pt x="3631267" y="1120522"/>
                  </a:lnTo>
                  <a:lnTo>
                    <a:pt x="3626242" y="1118410"/>
                  </a:lnTo>
                  <a:lnTo>
                    <a:pt x="3609086" y="1159158"/>
                  </a:lnTo>
                  <a:lnTo>
                    <a:pt x="3614111" y="1161270"/>
                  </a:lnTo>
                  <a:lnTo>
                    <a:pt x="3596943" y="1202008"/>
                  </a:lnTo>
                  <a:lnTo>
                    <a:pt x="3591918" y="1199896"/>
                  </a:lnTo>
                  <a:lnTo>
                    <a:pt x="3574761" y="1240644"/>
                  </a:lnTo>
                  <a:lnTo>
                    <a:pt x="3579786" y="1242756"/>
                  </a:lnTo>
                  <a:lnTo>
                    <a:pt x="3562618" y="1283505"/>
                  </a:lnTo>
                  <a:lnTo>
                    <a:pt x="3557593" y="1281393"/>
                  </a:lnTo>
                  <a:lnTo>
                    <a:pt x="3540436" y="1322141"/>
                  </a:lnTo>
                  <a:lnTo>
                    <a:pt x="3545461" y="1324253"/>
                  </a:lnTo>
                  <a:lnTo>
                    <a:pt x="3528293" y="1364991"/>
                  </a:lnTo>
                  <a:lnTo>
                    <a:pt x="3523268" y="1362890"/>
                  </a:lnTo>
                  <a:lnTo>
                    <a:pt x="3506111" y="1403627"/>
                  </a:lnTo>
                  <a:lnTo>
                    <a:pt x="3511136" y="1405739"/>
                  </a:lnTo>
                  <a:lnTo>
                    <a:pt x="3493969" y="1446488"/>
                  </a:lnTo>
                  <a:lnTo>
                    <a:pt x="3488944" y="1444376"/>
                  </a:lnTo>
                  <a:lnTo>
                    <a:pt x="3471787" y="1485125"/>
                  </a:lnTo>
                  <a:lnTo>
                    <a:pt x="3476812" y="1487237"/>
                  </a:lnTo>
                  <a:lnTo>
                    <a:pt x="3459644" y="1527985"/>
                  </a:lnTo>
                  <a:lnTo>
                    <a:pt x="3454630" y="1525873"/>
                  </a:lnTo>
                  <a:lnTo>
                    <a:pt x="3447447" y="1542910"/>
                  </a:lnTo>
                  <a:lnTo>
                    <a:pt x="3429440" y="1542910"/>
                  </a:lnTo>
                  <a:lnTo>
                    <a:pt x="3429440" y="1548354"/>
                  </a:lnTo>
                  <a:lnTo>
                    <a:pt x="3386188" y="1548354"/>
                  </a:lnTo>
                  <a:lnTo>
                    <a:pt x="3386188" y="1542910"/>
                  </a:lnTo>
                  <a:lnTo>
                    <a:pt x="3342936" y="1542910"/>
                  </a:lnTo>
                  <a:lnTo>
                    <a:pt x="3342936" y="1548354"/>
                  </a:lnTo>
                  <a:lnTo>
                    <a:pt x="3299673" y="1548354"/>
                  </a:lnTo>
                  <a:lnTo>
                    <a:pt x="3299673" y="1542910"/>
                  </a:lnTo>
                  <a:lnTo>
                    <a:pt x="3256421" y="1542910"/>
                  </a:lnTo>
                  <a:lnTo>
                    <a:pt x="3256421" y="1548354"/>
                  </a:lnTo>
                  <a:lnTo>
                    <a:pt x="3213169" y="1548354"/>
                  </a:lnTo>
                  <a:lnTo>
                    <a:pt x="3213169" y="1542910"/>
                  </a:lnTo>
                  <a:lnTo>
                    <a:pt x="3169917" y="1542910"/>
                  </a:lnTo>
                  <a:lnTo>
                    <a:pt x="3169917" y="1548354"/>
                  </a:lnTo>
                  <a:lnTo>
                    <a:pt x="3126665" y="1548354"/>
                  </a:lnTo>
                  <a:lnTo>
                    <a:pt x="3126665" y="1542910"/>
                  </a:lnTo>
                  <a:lnTo>
                    <a:pt x="3083402" y="1542910"/>
                  </a:lnTo>
                  <a:lnTo>
                    <a:pt x="3083402" y="1548354"/>
                  </a:lnTo>
                  <a:lnTo>
                    <a:pt x="3040150" y="1548354"/>
                  </a:lnTo>
                  <a:lnTo>
                    <a:pt x="3040150" y="1542910"/>
                  </a:lnTo>
                  <a:lnTo>
                    <a:pt x="2996898" y="1542910"/>
                  </a:lnTo>
                  <a:lnTo>
                    <a:pt x="2996898" y="1548354"/>
                  </a:lnTo>
                  <a:lnTo>
                    <a:pt x="2953646" y="1548354"/>
                  </a:lnTo>
                  <a:lnTo>
                    <a:pt x="2953646" y="1542910"/>
                  </a:lnTo>
                  <a:lnTo>
                    <a:pt x="2910383" y="1542910"/>
                  </a:lnTo>
                  <a:lnTo>
                    <a:pt x="2910383" y="1548354"/>
                  </a:lnTo>
                  <a:lnTo>
                    <a:pt x="2867131" y="1548354"/>
                  </a:lnTo>
                  <a:lnTo>
                    <a:pt x="2867131" y="1542910"/>
                  </a:lnTo>
                  <a:lnTo>
                    <a:pt x="2823879" y="1542910"/>
                  </a:lnTo>
                  <a:lnTo>
                    <a:pt x="2823879" y="1548354"/>
                  </a:lnTo>
                  <a:lnTo>
                    <a:pt x="2780627" y="1548354"/>
                  </a:lnTo>
                  <a:lnTo>
                    <a:pt x="2780627" y="1542910"/>
                  </a:lnTo>
                  <a:lnTo>
                    <a:pt x="2737364" y="1542910"/>
                  </a:lnTo>
                  <a:lnTo>
                    <a:pt x="2737364" y="1548354"/>
                  </a:lnTo>
                  <a:lnTo>
                    <a:pt x="2694112" y="1548354"/>
                  </a:lnTo>
                  <a:lnTo>
                    <a:pt x="2694112" y="1542910"/>
                  </a:lnTo>
                  <a:lnTo>
                    <a:pt x="2650860" y="1542910"/>
                  </a:lnTo>
                  <a:lnTo>
                    <a:pt x="2650860" y="1548354"/>
                  </a:lnTo>
                  <a:lnTo>
                    <a:pt x="2607608" y="1548354"/>
                  </a:lnTo>
                  <a:lnTo>
                    <a:pt x="2607608" y="1542910"/>
                  </a:lnTo>
                  <a:lnTo>
                    <a:pt x="2564356" y="1542910"/>
                  </a:lnTo>
                  <a:lnTo>
                    <a:pt x="2564356" y="1548354"/>
                  </a:lnTo>
                  <a:lnTo>
                    <a:pt x="2521094" y="1548354"/>
                  </a:lnTo>
                  <a:lnTo>
                    <a:pt x="2521094" y="1542910"/>
                  </a:lnTo>
                  <a:lnTo>
                    <a:pt x="2477842" y="1542910"/>
                  </a:lnTo>
                  <a:lnTo>
                    <a:pt x="2477842" y="1548354"/>
                  </a:lnTo>
                  <a:lnTo>
                    <a:pt x="2434590" y="1548354"/>
                  </a:lnTo>
                  <a:lnTo>
                    <a:pt x="2434590" y="1542910"/>
                  </a:lnTo>
                  <a:lnTo>
                    <a:pt x="2391338" y="1542910"/>
                  </a:lnTo>
                  <a:lnTo>
                    <a:pt x="2391338" y="1548354"/>
                  </a:lnTo>
                  <a:lnTo>
                    <a:pt x="2348075" y="1548354"/>
                  </a:lnTo>
                  <a:lnTo>
                    <a:pt x="2348075" y="1542910"/>
                  </a:lnTo>
                  <a:lnTo>
                    <a:pt x="2304823" y="1542910"/>
                  </a:lnTo>
                  <a:lnTo>
                    <a:pt x="2304823" y="1548354"/>
                  </a:lnTo>
                  <a:lnTo>
                    <a:pt x="2261571" y="1548354"/>
                  </a:lnTo>
                  <a:lnTo>
                    <a:pt x="2261571" y="1542910"/>
                  </a:lnTo>
                  <a:lnTo>
                    <a:pt x="2218319" y="1542910"/>
                  </a:lnTo>
                  <a:lnTo>
                    <a:pt x="2218319" y="1548354"/>
                  </a:lnTo>
                  <a:lnTo>
                    <a:pt x="2175056" y="1548354"/>
                  </a:lnTo>
                  <a:lnTo>
                    <a:pt x="2175056" y="1542910"/>
                  </a:lnTo>
                  <a:lnTo>
                    <a:pt x="2131804" y="1542910"/>
                  </a:lnTo>
                  <a:lnTo>
                    <a:pt x="2131804" y="1548354"/>
                  </a:lnTo>
                  <a:lnTo>
                    <a:pt x="2088552" y="1548354"/>
                  </a:lnTo>
                  <a:lnTo>
                    <a:pt x="2088552" y="1542910"/>
                  </a:lnTo>
                  <a:lnTo>
                    <a:pt x="2045300" y="1542910"/>
                  </a:lnTo>
                  <a:lnTo>
                    <a:pt x="2045300" y="1548354"/>
                  </a:lnTo>
                  <a:lnTo>
                    <a:pt x="2002048" y="1548354"/>
                  </a:lnTo>
                  <a:lnTo>
                    <a:pt x="2002048" y="1542910"/>
                  </a:lnTo>
                  <a:lnTo>
                    <a:pt x="1958785" y="1542910"/>
                  </a:lnTo>
                  <a:lnTo>
                    <a:pt x="1958785" y="1548354"/>
                  </a:lnTo>
                  <a:lnTo>
                    <a:pt x="1915533" y="1548354"/>
                  </a:lnTo>
                  <a:lnTo>
                    <a:pt x="1915533" y="1542910"/>
                  </a:lnTo>
                  <a:lnTo>
                    <a:pt x="1872281" y="1542910"/>
                  </a:lnTo>
                  <a:lnTo>
                    <a:pt x="1872281" y="1548354"/>
                  </a:lnTo>
                  <a:lnTo>
                    <a:pt x="1829029" y="1548354"/>
                  </a:lnTo>
                  <a:lnTo>
                    <a:pt x="1829029" y="1542910"/>
                  </a:lnTo>
                  <a:lnTo>
                    <a:pt x="1785766" y="1542910"/>
                  </a:lnTo>
                  <a:lnTo>
                    <a:pt x="1785766" y="1548354"/>
                  </a:lnTo>
                  <a:lnTo>
                    <a:pt x="1742515" y="1548354"/>
                  </a:lnTo>
                  <a:lnTo>
                    <a:pt x="1742515" y="1542910"/>
                  </a:lnTo>
                  <a:lnTo>
                    <a:pt x="1699263" y="1542910"/>
                  </a:lnTo>
                  <a:lnTo>
                    <a:pt x="1699263" y="1548354"/>
                  </a:lnTo>
                  <a:lnTo>
                    <a:pt x="1656011" y="1548354"/>
                  </a:lnTo>
                  <a:lnTo>
                    <a:pt x="1656011" y="1542910"/>
                  </a:lnTo>
                  <a:lnTo>
                    <a:pt x="1612748" y="1542910"/>
                  </a:lnTo>
                  <a:lnTo>
                    <a:pt x="1612748" y="1548354"/>
                  </a:lnTo>
                  <a:lnTo>
                    <a:pt x="1569496" y="1548354"/>
                  </a:lnTo>
                  <a:lnTo>
                    <a:pt x="1569496" y="1542910"/>
                  </a:lnTo>
                  <a:lnTo>
                    <a:pt x="1526244" y="1542910"/>
                  </a:lnTo>
                  <a:lnTo>
                    <a:pt x="1526244" y="1548354"/>
                  </a:lnTo>
                  <a:lnTo>
                    <a:pt x="1482992" y="1548354"/>
                  </a:lnTo>
                  <a:lnTo>
                    <a:pt x="1482992" y="1542910"/>
                  </a:lnTo>
                  <a:lnTo>
                    <a:pt x="1439740" y="1542910"/>
                  </a:lnTo>
                  <a:lnTo>
                    <a:pt x="1439740" y="1548354"/>
                  </a:lnTo>
                  <a:lnTo>
                    <a:pt x="1396477" y="1548354"/>
                  </a:lnTo>
                  <a:lnTo>
                    <a:pt x="1396477" y="1542910"/>
                  </a:lnTo>
                  <a:lnTo>
                    <a:pt x="1353225" y="1542910"/>
                  </a:lnTo>
                  <a:lnTo>
                    <a:pt x="1353225" y="1548354"/>
                  </a:lnTo>
                  <a:lnTo>
                    <a:pt x="1309973" y="1548354"/>
                  </a:lnTo>
                  <a:lnTo>
                    <a:pt x="1309973" y="1542910"/>
                  </a:lnTo>
                  <a:lnTo>
                    <a:pt x="1266721" y="1542910"/>
                  </a:lnTo>
                  <a:lnTo>
                    <a:pt x="1266721" y="1548354"/>
                  </a:lnTo>
                  <a:lnTo>
                    <a:pt x="1223458" y="1548354"/>
                  </a:lnTo>
                  <a:lnTo>
                    <a:pt x="1223458" y="1542910"/>
                  </a:lnTo>
                  <a:lnTo>
                    <a:pt x="1180206" y="1542910"/>
                  </a:lnTo>
                  <a:lnTo>
                    <a:pt x="1180206" y="1548354"/>
                  </a:lnTo>
                  <a:lnTo>
                    <a:pt x="1136954" y="1548354"/>
                  </a:lnTo>
                  <a:lnTo>
                    <a:pt x="1136954" y="1542910"/>
                  </a:lnTo>
                  <a:lnTo>
                    <a:pt x="1093702" y="1542910"/>
                  </a:lnTo>
                  <a:lnTo>
                    <a:pt x="1093702" y="1548354"/>
                  </a:lnTo>
                  <a:lnTo>
                    <a:pt x="1050439" y="1548354"/>
                  </a:lnTo>
                  <a:lnTo>
                    <a:pt x="1050439" y="1542910"/>
                  </a:lnTo>
                  <a:lnTo>
                    <a:pt x="1007190" y="1542910"/>
                  </a:lnTo>
                  <a:lnTo>
                    <a:pt x="1007190" y="1548354"/>
                  </a:lnTo>
                  <a:lnTo>
                    <a:pt x="963935" y="1548354"/>
                  </a:lnTo>
                  <a:lnTo>
                    <a:pt x="963935" y="1542910"/>
                  </a:lnTo>
                  <a:lnTo>
                    <a:pt x="920680" y="1542910"/>
                  </a:lnTo>
                  <a:lnTo>
                    <a:pt x="920680" y="1548354"/>
                  </a:lnTo>
                  <a:lnTo>
                    <a:pt x="877426" y="1548354"/>
                  </a:lnTo>
                  <a:lnTo>
                    <a:pt x="877426" y="1542910"/>
                  </a:lnTo>
                  <a:lnTo>
                    <a:pt x="834172" y="1542910"/>
                  </a:lnTo>
                  <a:lnTo>
                    <a:pt x="834172" y="1548354"/>
                  </a:lnTo>
                  <a:lnTo>
                    <a:pt x="790917" y="1548354"/>
                  </a:lnTo>
                  <a:lnTo>
                    <a:pt x="790917" y="1542910"/>
                  </a:lnTo>
                  <a:lnTo>
                    <a:pt x="747662" y="1542910"/>
                  </a:lnTo>
                  <a:lnTo>
                    <a:pt x="747662" y="1548354"/>
                  </a:lnTo>
                  <a:lnTo>
                    <a:pt x="704408" y="1548354"/>
                  </a:lnTo>
                  <a:lnTo>
                    <a:pt x="704408" y="1542910"/>
                  </a:lnTo>
                  <a:lnTo>
                    <a:pt x="661153" y="1542910"/>
                  </a:lnTo>
                  <a:lnTo>
                    <a:pt x="661153" y="1548354"/>
                  </a:lnTo>
                  <a:lnTo>
                    <a:pt x="617899" y="1548354"/>
                  </a:lnTo>
                  <a:lnTo>
                    <a:pt x="617899" y="1542910"/>
                  </a:lnTo>
                  <a:lnTo>
                    <a:pt x="574645" y="1542910"/>
                  </a:lnTo>
                  <a:lnTo>
                    <a:pt x="574645" y="1548354"/>
                  </a:lnTo>
                  <a:lnTo>
                    <a:pt x="531391" y="1548354"/>
                  </a:lnTo>
                  <a:lnTo>
                    <a:pt x="531391" y="1542910"/>
                  </a:lnTo>
                  <a:lnTo>
                    <a:pt x="488135" y="1542910"/>
                  </a:lnTo>
                  <a:lnTo>
                    <a:pt x="488135" y="1548354"/>
                  </a:lnTo>
                  <a:lnTo>
                    <a:pt x="444881" y="1548354"/>
                  </a:lnTo>
                  <a:lnTo>
                    <a:pt x="444881" y="1542910"/>
                  </a:lnTo>
                  <a:lnTo>
                    <a:pt x="401627" y="1542910"/>
                  </a:lnTo>
                  <a:lnTo>
                    <a:pt x="401627" y="1548354"/>
                  </a:lnTo>
                  <a:lnTo>
                    <a:pt x="358372" y="1548354"/>
                  </a:lnTo>
                  <a:lnTo>
                    <a:pt x="358372" y="1542910"/>
                  </a:lnTo>
                  <a:lnTo>
                    <a:pt x="315118" y="1542910"/>
                  </a:lnTo>
                  <a:lnTo>
                    <a:pt x="315118" y="1548354"/>
                  </a:lnTo>
                  <a:lnTo>
                    <a:pt x="271864" y="1548354"/>
                  </a:lnTo>
                  <a:lnTo>
                    <a:pt x="271864" y="1542910"/>
                  </a:lnTo>
                  <a:lnTo>
                    <a:pt x="228608" y="1542910"/>
                  </a:lnTo>
                  <a:lnTo>
                    <a:pt x="228608" y="1548354"/>
                  </a:lnTo>
                  <a:lnTo>
                    <a:pt x="185354" y="1548354"/>
                  </a:lnTo>
                  <a:lnTo>
                    <a:pt x="185354" y="1542910"/>
                  </a:lnTo>
                  <a:lnTo>
                    <a:pt x="142100" y="1542910"/>
                  </a:lnTo>
                  <a:lnTo>
                    <a:pt x="142100" y="1548354"/>
                  </a:lnTo>
                  <a:lnTo>
                    <a:pt x="98846" y="1548354"/>
                  </a:lnTo>
                  <a:lnTo>
                    <a:pt x="98846" y="1542910"/>
                  </a:lnTo>
                  <a:lnTo>
                    <a:pt x="55591" y="1542910"/>
                  </a:lnTo>
                  <a:lnTo>
                    <a:pt x="55591" y="1548354"/>
                  </a:lnTo>
                  <a:lnTo>
                    <a:pt x="12336" y="1548354"/>
                  </a:lnTo>
                  <a:lnTo>
                    <a:pt x="12336" y="1542910"/>
                  </a:lnTo>
                  <a:lnTo>
                    <a:pt x="0" y="1542910"/>
                  </a:lnTo>
                  <a:lnTo>
                    <a:pt x="6300" y="1531654"/>
                  </a:lnTo>
                  <a:lnTo>
                    <a:pt x="1543" y="1528997"/>
                  </a:lnTo>
                  <a:lnTo>
                    <a:pt x="23210" y="1490285"/>
                  </a:lnTo>
                  <a:lnTo>
                    <a:pt x="27967" y="1492941"/>
                  </a:lnTo>
                  <a:lnTo>
                    <a:pt x="49635" y="1454239"/>
                  </a:lnTo>
                  <a:lnTo>
                    <a:pt x="44877" y="1451583"/>
                  </a:lnTo>
                  <a:lnTo>
                    <a:pt x="66544" y="1412870"/>
                  </a:lnTo>
                  <a:lnTo>
                    <a:pt x="71301" y="1415526"/>
                  </a:lnTo>
                  <a:lnTo>
                    <a:pt x="92968" y="1376825"/>
                  </a:lnTo>
                  <a:lnTo>
                    <a:pt x="88212" y="1374168"/>
                  </a:lnTo>
                  <a:lnTo>
                    <a:pt x="109879" y="1335456"/>
                  </a:lnTo>
                  <a:lnTo>
                    <a:pt x="114636" y="1338112"/>
                  </a:lnTo>
                  <a:lnTo>
                    <a:pt x="136303" y="1299399"/>
                  </a:lnTo>
                  <a:lnTo>
                    <a:pt x="131545" y="1296743"/>
                  </a:lnTo>
                  <a:lnTo>
                    <a:pt x="153213" y="1258041"/>
                  </a:lnTo>
                  <a:lnTo>
                    <a:pt x="157971" y="1260697"/>
                  </a:lnTo>
                  <a:lnTo>
                    <a:pt x="179637" y="1221985"/>
                  </a:lnTo>
                  <a:lnTo>
                    <a:pt x="174880" y="1219328"/>
                  </a:lnTo>
                  <a:lnTo>
                    <a:pt x="196548" y="1180616"/>
                  </a:lnTo>
                  <a:lnTo>
                    <a:pt x="201304" y="1183272"/>
                  </a:lnTo>
                  <a:lnTo>
                    <a:pt x="222972" y="1144570"/>
                  </a:lnTo>
                  <a:lnTo>
                    <a:pt x="218215" y="1141914"/>
                  </a:lnTo>
                  <a:lnTo>
                    <a:pt x="239881" y="1103201"/>
                  </a:lnTo>
                  <a:lnTo>
                    <a:pt x="244639" y="1105858"/>
                  </a:lnTo>
                  <a:lnTo>
                    <a:pt x="266307" y="1067145"/>
                  </a:lnTo>
                  <a:lnTo>
                    <a:pt x="261549" y="1064489"/>
                  </a:lnTo>
                  <a:lnTo>
                    <a:pt x="283216" y="1025787"/>
                  </a:lnTo>
                  <a:lnTo>
                    <a:pt x="287973" y="1028443"/>
                  </a:lnTo>
                  <a:lnTo>
                    <a:pt x="309640" y="989730"/>
                  </a:lnTo>
                  <a:lnTo>
                    <a:pt x="304883" y="987074"/>
                  </a:lnTo>
                  <a:lnTo>
                    <a:pt x="326551" y="948361"/>
                  </a:lnTo>
                  <a:lnTo>
                    <a:pt x="331308" y="951018"/>
                  </a:lnTo>
                  <a:lnTo>
                    <a:pt x="352975" y="912316"/>
                  </a:lnTo>
                  <a:lnTo>
                    <a:pt x="348217" y="909659"/>
                  </a:lnTo>
                  <a:lnTo>
                    <a:pt x="369885" y="870947"/>
                  </a:lnTo>
                  <a:lnTo>
                    <a:pt x="374641" y="873603"/>
                  </a:lnTo>
                  <a:lnTo>
                    <a:pt x="396309" y="834890"/>
                  </a:lnTo>
                  <a:lnTo>
                    <a:pt x="391552" y="832245"/>
                  </a:lnTo>
                  <a:lnTo>
                    <a:pt x="413219" y="793532"/>
                  </a:lnTo>
                  <a:lnTo>
                    <a:pt x="417976" y="796188"/>
                  </a:lnTo>
                  <a:lnTo>
                    <a:pt x="439644" y="757476"/>
                  </a:lnTo>
                  <a:lnTo>
                    <a:pt x="434886" y="754819"/>
                  </a:lnTo>
                  <a:lnTo>
                    <a:pt x="456553" y="716118"/>
                  </a:lnTo>
                  <a:lnTo>
                    <a:pt x="461310" y="718774"/>
                  </a:lnTo>
                  <a:lnTo>
                    <a:pt x="482977" y="680061"/>
                  </a:lnTo>
                  <a:lnTo>
                    <a:pt x="478221" y="677405"/>
                  </a:lnTo>
                  <a:lnTo>
                    <a:pt x="499888" y="638692"/>
                  </a:lnTo>
                  <a:lnTo>
                    <a:pt x="504645" y="641349"/>
                  </a:lnTo>
                  <a:lnTo>
                    <a:pt x="526312" y="602647"/>
                  </a:lnTo>
                  <a:lnTo>
                    <a:pt x="521555" y="599990"/>
                  </a:lnTo>
                  <a:lnTo>
                    <a:pt x="543222" y="561278"/>
                  </a:lnTo>
                  <a:lnTo>
                    <a:pt x="547980" y="563934"/>
                  </a:lnTo>
                  <a:lnTo>
                    <a:pt x="569646" y="525221"/>
                  </a:lnTo>
                  <a:lnTo>
                    <a:pt x="564889" y="522565"/>
                  </a:lnTo>
                  <a:lnTo>
                    <a:pt x="586556" y="483863"/>
                  </a:lnTo>
                  <a:lnTo>
                    <a:pt x="591313" y="486519"/>
                  </a:lnTo>
                  <a:lnTo>
                    <a:pt x="612981" y="447808"/>
                  </a:lnTo>
                  <a:lnTo>
                    <a:pt x="608224" y="445151"/>
                  </a:lnTo>
                  <a:lnTo>
                    <a:pt x="629890" y="406443"/>
                  </a:lnTo>
                  <a:lnTo>
                    <a:pt x="634648" y="409098"/>
                  </a:lnTo>
                  <a:lnTo>
                    <a:pt x="656315" y="370390"/>
                  </a:lnTo>
                  <a:lnTo>
                    <a:pt x="651558" y="367734"/>
                  </a:lnTo>
                  <a:lnTo>
                    <a:pt x="673225" y="329025"/>
                  </a:lnTo>
                  <a:lnTo>
                    <a:pt x="677982" y="331681"/>
                  </a:lnTo>
                  <a:lnTo>
                    <a:pt x="699649" y="292972"/>
                  </a:lnTo>
                  <a:lnTo>
                    <a:pt x="694892" y="290316"/>
                  </a:lnTo>
                  <a:lnTo>
                    <a:pt x="716559" y="251608"/>
                  </a:lnTo>
                  <a:lnTo>
                    <a:pt x="721317" y="254264"/>
                  </a:lnTo>
                  <a:lnTo>
                    <a:pt x="742984" y="215554"/>
                  </a:lnTo>
                  <a:lnTo>
                    <a:pt x="738226" y="212898"/>
                  </a:lnTo>
                  <a:lnTo>
                    <a:pt x="759894" y="174190"/>
                  </a:lnTo>
                  <a:lnTo>
                    <a:pt x="764650" y="176846"/>
                  </a:lnTo>
                  <a:lnTo>
                    <a:pt x="786318" y="138137"/>
                  </a:lnTo>
                  <a:lnTo>
                    <a:pt x="781561" y="135481"/>
                  </a:lnTo>
                  <a:lnTo>
                    <a:pt x="803228" y="96772"/>
                  </a:lnTo>
                  <a:lnTo>
                    <a:pt x="807985" y="99428"/>
                  </a:lnTo>
                  <a:lnTo>
                    <a:pt x="829653" y="60720"/>
                  </a:lnTo>
                  <a:lnTo>
                    <a:pt x="824895" y="58064"/>
                  </a:lnTo>
                  <a:close/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A9C2301A-585F-B6C5-CAF1-6146A93F5A5E}"/>
                </a:ext>
              </a:extLst>
            </p:cNvPr>
            <p:cNvSpPr/>
            <p:nvPr/>
          </p:nvSpPr>
          <p:spPr>
            <a:xfrm>
              <a:off x="7816066" y="9185227"/>
              <a:ext cx="1011939" cy="2049649"/>
            </a:xfrm>
            <a:custGeom>
              <a:avLst/>
              <a:gdLst>
                <a:gd name="connsiteX0" fmla="*/ 1011939 w 1011939"/>
                <a:gd name="connsiteY0" fmla="*/ 0 h 2049649"/>
                <a:gd name="connsiteX1" fmla="*/ 0 w 1011939"/>
                <a:gd name="connsiteY1" fmla="*/ 2049650 h 204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1939" h="2049649">
                  <a:moveTo>
                    <a:pt x="1011939" y="0"/>
                  </a:moveTo>
                  <a:lnTo>
                    <a:pt x="0" y="204965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F35013DC-A623-BC85-8439-6D45FF88A91D}"/>
                </a:ext>
              </a:extLst>
            </p:cNvPr>
            <p:cNvSpPr/>
            <p:nvPr/>
          </p:nvSpPr>
          <p:spPr>
            <a:xfrm>
              <a:off x="8649820" y="9076071"/>
              <a:ext cx="1117182" cy="2267954"/>
            </a:xfrm>
            <a:custGeom>
              <a:avLst/>
              <a:gdLst>
                <a:gd name="connsiteX0" fmla="*/ 1117183 w 1117182"/>
                <a:gd name="connsiteY0" fmla="*/ 0 h 2267954"/>
                <a:gd name="connsiteX1" fmla="*/ 0 w 1117182"/>
                <a:gd name="connsiteY1" fmla="*/ 2267955 h 226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182" h="2267954">
                  <a:moveTo>
                    <a:pt x="1117183" y="0"/>
                  </a:moveTo>
                  <a:lnTo>
                    <a:pt x="0" y="2267955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A1A27DE3-0C4E-1385-4DD3-4C867499821D}"/>
                </a:ext>
              </a:extLst>
            </p:cNvPr>
            <p:cNvSpPr/>
            <p:nvPr/>
          </p:nvSpPr>
          <p:spPr>
            <a:xfrm>
              <a:off x="9548563" y="9160972"/>
              <a:ext cx="1036215" cy="2098160"/>
            </a:xfrm>
            <a:custGeom>
              <a:avLst/>
              <a:gdLst>
                <a:gd name="connsiteX0" fmla="*/ 1036216 w 1036215"/>
                <a:gd name="connsiteY0" fmla="*/ 0 h 2098160"/>
                <a:gd name="connsiteX1" fmla="*/ 0 w 1036215"/>
                <a:gd name="connsiteY1" fmla="*/ 2098160 h 209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215" h="2098160">
                  <a:moveTo>
                    <a:pt x="1036216" y="0"/>
                  </a:moveTo>
                  <a:lnTo>
                    <a:pt x="0" y="209816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8B518A11-7328-149E-F1F4-6E79AD354794}"/>
                </a:ext>
              </a:extLst>
            </p:cNvPr>
            <p:cNvSpPr/>
            <p:nvPr/>
          </p:nvSpPr>
          <p:spPr>
            <a:xfrm>
              <a:off x="9236861" y="8821396"/>
              <a:ext cx="10900" cy="2894569"/>
            </a:xfrm>
            <a:custGeom>
              <a:avLst/>
              <a:gdLst>
                <a:gd name="connsiteX0" fmla="*/ 0 w 10900"/>
                <a:gd name="connsiteY0" fmla="*/ 0 h 2894569"/>
                <a:gd name="connsiteX1" fmla="*/ 0 w 10900"/>
                <a:gd name="connsiteY1" fmla="*/ 2894569 h 289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894569">
                  <a:moveTo>
                    <a:pt x="0" y="0"/>
                  </a:moveTo>
                  <a:lnTo>
                    <a:pt x="0" y="289456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456CA17D-5B5B-E8E6-0FCE-1B70F46DA436}"/>
                </a:ext>
              </a:extLst>
            </p:cNvPr>
            <p:cNvSpPr/>
            <p:nvPr/>
          </p:nvSpPr>
          <p:spPr>
            <a:xfrm>
              <a:off x="7172508" y="10167610"/>
              <a:ext cx="4213707" cy="10886"/>
            </a:xfrm>
            <a:custGeom>
              <a:avLst/>
              <a:gdLst>
                <a:gd name="connsiteX0" fmla="*/ 0 w 4213707"/>
                <a:gd name="connsiteY0" fmla="*/ 0 h 10886"/>
                <a:gd name="connsiteX1" fmla="*/ 4213708 w 4213707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3707" h="10886">
                  <a:moveTo>
                    <a:pt x="0" y="0"/>
                  </a:moveTo>
                  <a:lnTo>
                    <a:pt x="4213708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CC862DDE-FEBE-CA59-164E-3330806F4F57}"/>
                </a:ext>
              </a:extLst>
            </p:cNvPr>
            <p:cNvSpPr/>
            <p:nvPr/>
          </p:nvSpPr>
          <p:spPr>
            <a:xfrm>
              <a:off x="9176147" y="8821396"/>
              <a:ext cx="121428" cy="60639"/>
            </a:xfrm>
            <a:custGeom>
              <a:avLst/>
              <a:gdLst>
                <a:gd name="connsiteX0" fmla="*/ 121428 w 121428"/>
                <a:gd name="connsiteY0" fmla="*/ 60639 h 60639"/>
                <a:gd name="connsiteX1" fmla="*/ 60714 w 121428"/>
                <a:gd name="connsiteY1" fmla="*/ 0 h 60639"/>
                <a:gd name="connsiteX2" fmla="*/ 0 w 121428"/>
                <a:gd name="connsiteY2" fmla="*/ 60639 h 6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28" h="60639">
                  <a:moveTo>
                    <a:pt x="121428" y="60639"/>
                  </a:moveTo>
                  <a:lnTo>
                    <a:pt x="60714" y="0"/>
                  </a:lnTo>
                  <a:lnTo>
                    <a:pt x="0" y="6063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47A6C35B-E0EA-9AA2-DD95-ACD299CFB6C0}"/>
                </a:ext>
              </a:extLst>
            </p:cNvPr>
            <p:cNvSpPr/>
            <p:nvPr/>
          </p:nvSpPr>
          <p:spPr>
            <a:xfrm>
              <a:off x="11325458" y="10106972"/>
              <a:ext cx="60724" cy="121276"/>
            </a:xfrm>
            <a:custGeom>
              <a:avLst/>
              <a:gdLst>
                <a:gd name="connsiteX0" fmla="*/ 0 w 60724"/>
                <a:gd name="connsiteY0" fmla="*/ 121277 h 121276"/>
                <a:gd name="connsiteX1" fmla="*/ 60725 w 60724"/>
                <a:gd name="connsiteY1" fmla="*/ 60638 h 121276"/>
                <a:gd name="connsiteX2" fmla="*/ 0 w 60724"/>
                <a:gd name="connsiteY2" fmla="*/ 0 h 12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24" h="121276">
                  <a:moveTo>
                    <a:pt x="0" y="121277"/>
                  </a:moveTo>
                  <a:lnTo>
                    <a:pt x="60725" y="60638"/>
                  </a:lnTo>
                  <a:lnTo>
                    <a:pt x="0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4CFA376E-B636-8B10-5782-90B5A419235B}"/>
                </a:ext>
              </a:extLst>
            </p:cNvPr>
            <p:cNvSpPr/>
            <p:nvPr/>
          </p:nvSpPr>
          <p:spPr>
            <a:xfrm>
              <a:off x="9687191" y="9073111"/>
              <a:ext cx="109743" cy="80761"/>
            </a:xfrm>
            <a:custGeom>
              <a:avLst/>
              <a:gdLst>
                <a:gd name="connsiteX0" fmla="*/ 109743 w 109743"/>
                <a:gd name="connsiteY0" fmla="*/ 80761 h 80761"/>
                <a:gd name="connsiteX1" fmla="*/ 80858 w 109743"/>
                <a:gd name="connsiteY1" fmla="*/ 0 h 80761"/>
                <a:gd name="connsiteX2" fmla="*/ 0 w 109743"/>
                <a:gd name="connsiteY2" fmla="*/ 28842 h 8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43" h="80761">
                  <a:moveTo>
                    <a:pt x="109743" y="80761"/>
                  </a:moveTo>
                  <a:lnTo>
                    <a:pt x="80858" y="0"/>
                  </a:lnTo>
                  <a:lnTo>
                    <a:pt x="0" y="28842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83B67462-371B-2E7B-B792-2B5FDA77FA6E}"/>
                </a:ext>
              </a:extLst>
            </p:cNvPr>
            <p:cNvSpPr/>
            <p:nvPr/>
          </p:nvSpPr>
          <p:spPr>
            <a:xfrm>
              <a:off x="7512522" y="9807819"/>
              <a:ext cx="3812979" cy="10886"/>
            </a:xfrm>
            <a:custGeom>
              <a:avLst/>
              <a:gdLst>
                <a:gd name="connsiteX0" fmla="*/ 0 w 3812979"/>
                <a:gd name="connsiteY0" fmla="*/ 0 h 10886"/>
                <a:gd name="connsiteX1" fmla="*/ 3812980 w 3812979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2979" h="10886">
                  <a:moveTo>
                    <a:pt x="0" y="0"/>
                  </a:moveTo>
                  <a:lnTo>
                    <a:pt x="3812980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86CC2529-4555-0717-1245-60CDBB308CB3}"/>
                </a:ext>
              </a:extLst>
            </p:cNvPr>
            <p:cNvSpPr/>
            <p:nvPr/>
          </p:nvSpPr>
          <p:spPr>
            <a:xfrm>
              <a:off x="7156285" y="10575922"/>
              <a:ext cx="3837261" cy="10886"/>
            </a:xfrm>
            <a:custGeom>
              <a:avLst/>
              <a:gdLst>
                <a:gd name="connsiteX0" fmla="*/ 0 w 3837261"/>
                <a:gd name="connsiteY0" fmla="*/ 0 h 10886"/>
                <a:gd name="connsiteX1" fmla="*/ 3837262 w 3837261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7261" h="10886">
                  <a:moveTo>
                    <a:pt x="0" y="0"/>
                  </a:moveTo>
                  <a:lnTo>
                    <a:pt x="3837262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E6E05C5-2FEA-8222-9D3A-A5B23F9E7E82}"/>
                </a:ext>
              </a:extLst>
            </p:cNvPr>
            <p:cNvSpPr/>
            <p:nvPr/>
          </p:nvSpPr>
          <p:spPr>
            <a:xfrm rot="10800000" flipV="1">
              <a:off x="9188048" y="10118947"/>
              <a:ext cx="93416" cy="93300"/>
            </a:xfrm>
            <a:custGeom>
              <a:avLst/>
              <a:gdLst>
                <a:gd name="connsiteX0" fmla="*/ 93611 w 93416"/>
                <a:gd name="connsiteY0" fmla="*/ 46772 h 93300"/>
                <a:gd name="connsiteX1" fmla="*/ 46903 w 93416"/>
                <a:gd name="connsiteY1" fmla="*/ 93422 h 93300"/>
                <a:gd name="connsiteX2" fmla="*/ 194 w 93416"/>
                <a:gd name="connsiteY2" fmla="*/ 46772 h 93300"/>
                <a:gd name="connsiteX3" fmla="*/ 46903 w 93416"/>
                <a:gd name="connsiteY3" fmla="*/ 122 h 93300"/>
                <a:gd name="connsiteX4" fmla="*/ 93611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72"/>
                  </a:moveTo>
                  <a:cubicBezTo>
                    <a:pt x="93611" y="72536"/>
                    <a:pt x="72699" y="93422"/>
                    <a:pt x="46903" y="93422"/>
                  </a:cubicBezTo>
                  <a:cubicBezTo>
                    <a:pt x="21106" y="93422"/>
                    <a:pt x="194" y="72536"/>
                    <a:pt x="194" y="46772"/>
                  </a:cubicBezTo>
                  <a:cubicBezTo>
                    <a:pt x="194" y="21008"/>
                    <a:pt x="21106" y="122"/>
                    <a:pt x="46903" y="122"/>
                  </a:cubicBezTo>
                  <a:cubicBezTo>
                    <a:pt x="72699" y="122"/>
                    <a:pt x="93611" y="21008"/>
                    <a:pt x="93611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761BA202-CE52-7F36-D7B9-06809BD4848C}"/>
                </a:ext>
              </a:extLst>
            </p:cNvPr>
            <p:cNvSpPr/>
            <p:nvPr/>
          </p:nvSpPr>
          <p:spPr>
            <a:xfrm rot="10800000" flipV="1">
              <a:off x="9188048" y="9403354"/>
              <a:ext cx="93416" cy="93300"/>
            </a:xfrm>
            <a:custGeom>
              <a:avLst/>
              <a:gdLst>
                <a:gd name="connsiteX0" fmla="*/ 93611 w 93416"/>
                <a:gd name="connsiteY0" fmla="*/ 46706 h 93300"/>
                <a:gd name="connsiteX1" fmla="*/ 46903 w 93416"/>
                <a:gd name="connsiteY1" fmla="*/ 93356 h 93300"/>
                <a:gd name="connsiteX2" fmla="*/ 194 w 93416"/>
                <a:gd name="connsiteY2" fmla="*/ 46706 h 93300"/>
                <a:gd name="connsiteX3" fmla="*/ 46903 w 93416"/>
                <a:gd name="connsiteY3" fmla="*/ 56 h 93300"/>
                <a:gd name="connsiteX4" fmla="*/ 93611 w 93416"/>
                <a:gd name="connsiteY4" fmla="*/ 46706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06"/>
                  </a:moveTo>
                  <a:cubicBezTo>
                    <a:pt x="93611" y="72470"/>
                    <a:pt x="72699" y="93356"/>
                    <a:pt x="46903" y="93356"/>
                  </a:cubicBezTo>
                  <a:cubicBezTo>
                    <a:pt x="21106" y="93356"/>
                    <a:pt x="194" y="72470"/>
                    <a:pt x="194" y="46706"/>
                  </a:cubicBezTo>
                  <a:cubicBezTo>
                    <a:pt x="194" y="20942"/>
                    <a:pt x="21106" y="56"/>
                    <a:pt x="46903" y="56"/>
                  </a:cubicBezTo>
                  <a:cubicBezTo>
                    <a:pt x="72699" y="56"/>
                    <a:pt x="93611" y="20942"/>
                    <a:pt x="93611" y="46706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457C2588-9E93-8CFC-6E65-90F8F77E6153}"/>
                </a:ext>
              </a:extLst>
            </p:cNvPr>
            <p:cNvSpPr/>
            <p:nvPr/>
          </p:nvSpPr>
          <p:spPr>
            <a:xfrm rot="10800000" flipV="1">
              <a:off x="9188048" y="10935561"/>
              <a:ext cx="93416" cy="93300"/>
            </a:xfrm>
            <a:custGeom>
              <a:avLst/>
              <a:gdLst>
                <a:gd name="connsiteX0" fmla="*/ 93611 w 93416"/>
                <a:gd name="connsiteY0" fmla="*/ 46847 h 93300"/>
                <a:gd name="connsiteX1" fmla="*/ 46903 w 93416"/>
                <a:gd name="connsiteY1" fmla="*/ 93497 h 93300"/>
                <a:gd name="connsiteX2" fmla="*/ 194 w 93416"/>
                <a:gd name="connsiteY2" fmla="*/ 46847 h 93300"/>
                <a:gd name="connsiteX3" fmla="*/ 46903 w 93416"/>
                <a:gd name="connsiteY3" fmla="*/ 197 h 93300"/>
                <a:gd name="connsiteX4" fmla="*/ 9361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847"/>
                  </a:moveTo>
                  <a:cubicBezTo>
                    <a:pt x="93611" y="72611"/>
                    <a:pt x="72699" y="93497"/>
                    <a:pt x="46903" y="93497"/>
                  </a:cubicBezTo>
                  <a:cubicBezTo>
                    <a:pt x="21106" y="93497"/>
                    <a:pt x="194" y="72611"/>
                    <a:pt x="194" y="46847"/>
                  </a:cubicBezTo>
                  <a:cubicBezTo>
                    <a:pt x="194" y="21083"/>
                    <a:pt x="21106" y="197"/>
                    <a:pt x="46903" y="197"/>
                  </a:cubicBezTo>
                  <a:cubicBezTo>
                    <a:pt x="72699" y="197"/>
                    <a:pt x="93611" y="21083"/>
                    <a:pt x="9361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E5ADE874-EB64-720E-563E-95CE870D4973}"/>
                </a:ext>
              </a:extLst>
            </p:cNvPr>
            <p:cNvSpPr/>
            <p:nvPr/>
          </p:nvSpPr>
          <p:spPr>
            <a:xfrm rot="10800000" flipV="1">
              <a:off x="8305742" y="10118947"/>
              <a:ext cx="93416" cy="93300"/>
            </a:xfrm>
            <a:custGeom>
              <a:avLst/>
              <a:gdLst>
                <a:gd name="connsiteX0" fmla="*/ 93530 w 93416"/>
                <a:gd name="connsiteY0" fmla="*/ 46772 h 93300"/>
                <a:gd name="connsiteX1" fmla="*/ 46822 w 93416"/>
                <a:gd name="connsiteY1" fmla="*/ 93422 h 93300"/>
                <a:gd name="connsiteX2" fmla="*/ 113 w 93416"/>
                <a:gd name="connsiteY2" fmla="*/ 46772 h 93300"/>
                <a:gd name="connsiteX3" fmla="*/ 46822 w 93416"/>
                <a:gd name="connsiteY3" fmla="*/ 122 h 93300"/>
                <a:gd name="connsiteX4" fmla="*/ 9353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30" y="46772"/>
                  </a:moveTo>
                  <a:cubicBezTo>
                    <a:pt x="93530" y="72536"/>
                    <a:pt x="72618" y="93422"/>
                    <a:pt x="46822" y="93422"/>
                  </a:cubicBezTo>
                  <a:cubicBezTo>
                    <a:pt x="21025" y="93422"/>
                    <a:pt x="113" y="72536"/>
                    <a:pt x="113" y="46772"/>
                  </a:cubicBezTo>
                  <a:cubicBezTo>
                    <a:pt x="113" y="21008"/>
                    <a:pt x="21025" y="122"/>
                    <a:pt x="46822" y="122"/>
                  </a:cubicBezTo>
                  <a:cubicBezTo>
                    <a:pt x="72618" y="122"/>
                    <a:pt x="93530" y="21008"/>
                    <a:pt x="9353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DEBACAD7-004D-049B-83C1-087D99404094}"/>
                </a:ext>
              </a:extLst>
            </p:cNvPr>
            <p:cNvSpPr/>
            <p:nvPr/>
          </p:nvSpPr>
          <p:spPr>
            <a:xfrm rot="10800000" flipV="1">
              <a:off x="7977122" y="9391994"/>
              <a:ext cx="93416" cy="93300"/>
            </a:xfrm>
            <a:custGeom>
              <a:avLst/>
              <a:gdLst>
                <a:gd name="connsiteX0" fmla="*/ 93500 w 93416"/>
                <a:gd name="connsiteY0" fmla="*/ 46705 h 93300"/>
                <a:gd name="connsiteX1" fmla="*/ 46792 w 93416"/>
                <a:gd name="connsiteY1" fmla="*/ 93355 h 93300"/>
                <a:gd name="connsiteX2" fmla="*/ 83 w 93416"/>
                <a:gd name="connsiteY2" fmla="*/ 46705 h 93300"/>
                <a:gd name="connsiteX3" fmla="*/ 46792 w 93416"/>
                <a:gd name="connsiteY3" fmla="*/ 55 h 93300"/>
                <a:gd name="connsiteX4" fmla="*/ 93500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00" y="46705"/>
                  </a:moveTo>
                  <a:cubicBezTo>
                    <a:pt x="93500" y="72469"/>
                    <a:pt x="72588" y="93355"/>
                    <a:pt x="46792" y="93355"/>
                  </a:cubicBezTo>
                  <a:cubicBezTo>
                    <a:pt x="20995" y="93355"/>
                    <a:pt x="83" y="72469"/>
                    <a:pt x="83" y="46705"/>
                  </a:cubicBezTo>
                  <a:cubicBezTo>
                    <a:pt x="83" y="20941"/>
                    <a:pt x="20995" y="55"/>
                    <a:pt x="46792" y="55"/>
                  </a:cubicBezTo>
                  <a:cubicBezTo>
                    <a:pt x="72588" y="55"/>
                    <a:pt x="93500" y="20941"/>
                    <a:pt x="93500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91800DB4-71CC-AB50-3A56-FECF6698A0CD}"/>
                </a:ext>
              </a:extLst>
            </p:cNvPr>
            <p:cNvSpPr/>
            <p:nvPr/>
          </p:nvSpPr>
          <p:spPr>
            <a:xfrm rot="10800000" flipV="1">
              <a:off x="11214590" y="9391994"/>
              <a:ext cx="93416" cy="93300"/>
            </a:xfrm>
            <a:custGeom>
              <a:avLst/>
              <a:gdLst>
                <a:gd name="connsiteX0" fmla="*/ 93797 w 93416"/>
                <a:gd name="connsiteY0" fmla="*/ 46705 h 93300"/>
                <a:gd name="connsiteX1" fmla="*/ 47089 w 93416"/>
                <a:gd name="connsiteY1" fmla="*/ 93355 h 93300"/>
                <a:gd name="connsiteX2" fmla="*/ 380 w 93416"/>
                <a:gd name="connsiteY2" fmla="*/ 46705 h 93300"/>
                <a:gd name="connsiteX3" fmla="*/ 47089 w 93416"/>
                <a:gd name="connsiteY3" fmla="*/ 55 h 93300"/>
                <a:gd name="connsiteX4" fmla="*/ 93797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97" y="46705"/>
                  </a:moveTo>
                  <a:cubicBezTo>
                    <a:pt x="93797" y="72469"/>
                    <a:pt x="72885" y="93355"/>
                    <a:pt x="47089" y="93355"/>
                  </a:cubicBezTo>
                  <a:cubicBezTo>
                    <a:pt x="21292" y="93355"/>
                    <a:pt x="380" y="72469"/>
                    <a:pt x="380" y="46705"/>
                  </a:cubicBezTo>
                  <a:cubicBezTo>
                    <a:pt x="380" y="20941"/>
                    <a:pt x="21292" y="55"/>
                    <a:pt x="47089" y="55"/>
                  </a:cubicBezTo>
                  <a:cubicBezTo>
                    <a:pt x="72885" y="55"/>
                    <a:pt x="93797" y="20941"/>
                    <a:pt x="93797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5C038C0-E5C0-852A-A015-8702E91EFF60}"/>
                </a:ext>
              </a:extLst>
            </p:cNvPr>
            <p:cNvSpPr/>
            <p:nvPr/>
          </p:nvSpPr>
          <p:spPr>
            <a:xfrm rot="10800000" flipV="1">
              <a:off x="7112388" y="10935561"/>
              <a:ext cx="93416" cy="93300"/>
            </a:xfrm>
            <a:custGeom>
              <a:avLst/>
              <a:gdLst>
                <a:gd name="connsiteX0" fmla="*/ 93421 w 93416"/>
                <a:gd name="connsiteY0" fmla="*/ 46847 h 93300"/>
                <a:gd name="connsiteX1" fmla="*/ 46712 w 93416"/>
                <a:gd name="connsiteY1" fmla="*/ 93497 h 93300"/>
                <a:gd name="connsiteX2" fmla="*/ 4 w 93416"/>
                <a:gd name="connsiteY2" fmla="*/ 46847 h 93300"/>
                <a:gd name="connsiteX3" fmla="*/ 46712 w 93416"/>
                <a:gd name="connsiteY3" fmla="*/ 197 h 93300"/>
                <a:gd name="connsiteX4" fmla="*/ 9342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421" y="46847"/>
                  </a:moveTo>
                  <a:cubicBezTo>
                    <a:pt x="93421" y="72611"/>
                    <a:pt x="72509" y="93497"/>
                    <a:pt x="46712" y="93497"/>
                  </a:cubicBezTo>
                  <a:cubicBezTo>
                    <a:pt x="20916" y="93497"/>
                    <a:pt x="4" y="72611"/>
                    <a:pt x="4" y="46847"/>
                  </a:cubicBezTo>
                  <a:cubicBezTo>
                    <a:pt x="4" y="21083"/>
                    <a:pt x="20916" y="197"/>
                    <a:pt x="46712" y="197"/>
                  </a:cubicBezTo>
                  <a:cubicBezTo>
                    <a:pt x="72509" y="197"/>
                    <a:pt x="93421" y="21083"/>
                    <a:pt x="9342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8AAFD18B-40EE-435E-5035-F57E6D263151}"/>
                </a:ext>
              </a:extLst>
            </p:cNvPr>
            <p:cNvSpPr/>
            <p:nvPr/>
          </p:nvSpPr>
          <p:spPr>
            <a:xfrm rot="10800000" flipV="1">
              <a:off x="10556207" y="10935561"/>
              <a:ext cx="93416" cy="93300"/>
            </a:xfrm>
            <a:custGeom>
              <a:avLst/>
              <a:gdLst>
                <a:gd name="connsiteX0" fmla="*/ 93737 w 93416"/>
                <a:gd name="connsiteY0" fmla="*/ 46847 h 93300"/>
                <a:gd name="connsiteX1" fmla="*/ 47028 w 93416"/>
                <a:gd name="connsiteY1" fmla="*/ 93497 h 93300"/>
                <a:gd name="connsiteX2" fmla="*/ 320 w 93416"/>
                <a:gd name="connsiteY2" fmla="*/ 46847 h 93300"/>
                <a:gd name="connsiteX3" fmla="*/ 47028 w 93416"/>
                <a:gd name="connsiteY3" fmla="*/ 197 h 93300"/>
                <a:gd name="connsiteX4" fmla="*/ 93737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37" y="46847"/>
                  </a:moveTo>
                  <a:cubicBezTo>
                    <a:pt x="93737" y="72611"/>
                    <a:pt x="72824" y="93497"/>
                    <a:pt x="47028" y="93497"/>
                  </a:cubicBezTo>
                  <a:cubicBezTo>
                    <a:pt x="21232" y="93497"/>
                    <a:pt x="320" y="72611"/>
                    <a:pt x="320" y="46847"/>
                  </a:cubicBezTo>
                  <a:cubicBezTo>
                    <a:pt x="320" y="21083"/>
                    <a:pt x="21232" y="197"/>
                    <a:pt x="47028" y="197"/>
                  </a:cubicBezTo>
                  <a:cubicBezTo>
                    <a:pt x="72824" y="197"/>
                    <a:pt x="93737" y="21083"/>
                    <a:pt x="93737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795921AB-8898-31AC-0965-CD9E931B60C2}"/>
                </a:ext>
              </a:extLst>
            </p:cNvPr>
            <p:cNvSpPr/>
            <p:nvPr/>
          </p:nvSpPr>
          <p:spPr>
            <a:xfrm rot="10800000" flipV="1">
              <a:off x="10050286" y="10118947"/>
              <a:ext cx="93416" cy="93300"/>
            </a:xfrm>
            <a:custGeom>
              <a:avLst/>
              <a:gdLst>
                <a:gd name="connsiteX0" fmla="*/ 93690 w 93416"/>
                <a:gd name="connsiteY0" fmla="*/ 46772 h 93300"/>
                <a:gd name="connsiteX1" fmla="*/ 46982 w 93416"/>
                <a:gd name="connsiteY1" fmla="*/ 93422 h 93300"/>
                <a:gd name="connsiteX2" fmla="*/ 273 w 93416"/>
                <a:gd name="connsiteY2" fmla="*/ 46772 h 93300"/>
                <a:gd name="connsiteX3" fmla="*/ 46982 w 93416"/>
                <a:gd name="connsiteY3" fmla="*/ 122 h 93300"/>
                <a:gd name="connsiteX4" fmla="*/ 9369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90" y="46772"/>
                  </a:moveTo>
                  <a:cubicBezTo>
                    <a:pt x="93690" y="72536"/>
                    <a:pt x="72778" y="93422"/>
                    <a:pt x="46982" y="93422"/>
                  </a:cubicBezTo>
                  <a:cubicBezTo>
                    <a:pt x="21185" y="93422"/>
                    <a:pt x="273" y="72536"/>
                    <a:pt x="273" y="46772"/>
                  </a:cubicBezTo>
                  <a:cubicBezTo>
                    <a:pt x="273" y="21008"/>
                    <a:pt x="21185" y="122"/>
                    <a:pt x="46982" y="122"/>
                  </a:cubicBezTo>
                  <a:cubicBezTo>
                    <a:pt x="72778" y="122"/>
                    <a:pt x="93690" y="21008"/>
                    <a:pt x="9369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0" name="Группа 259">
            <a:extLst>
              <a:ext uri="{FF2B5EF4-FFF2-40B4-BE49-F238E27FC236}">
                <a16:creationId xmlns:a16="http://schemas.microsoft.com/office/drawing/2014/main" id="{219E8F9E-8201-56FE-57FA-2BF309F7F0DF}"/>
              </a:ext>
            </a:extLst>
          </p:cNvPr>
          <p:cNvGrpSpPr/>
          <p:nvPr userDrawn="1"/>
        </p:nvGrpSpPr>
        <p:grpSpPr>
          <a:xfrm>
            <a:off x="6782553" y="4472510"/>
            <a:ext cx="1975464" cy="1313069"/>
            <a:chOff x="13566873" y="8945020"/>
            <a:chExt cx="3951442" cy="2626137"/>
          </a:xfrm>
        </p:grpSpPr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81752DFB-57FF-4D2F-67F7-30FA0EB01308}"/>
                </a:ext>
              </a:extLst>
            </p:cNvPr>
            <p:cNvSpPr/>
            <p:nvPr/>
          </p:nvSpPr>
          <p:spPr>
            <a:xfrm>
              <a:off x="15786263" y="10371286"/>
              <a:ext cx="573594" cy="1153711"/>
            </a:xfrm>
            <a:custGeom>
              <a:avLst/>
              <a:gdLst>
                <a:gd name="connsiteX0" fmla="*/ 0 w 573594"/>
                <a:gd name="connsiteY0" fmla="*/ 0 h 1153711"/>
                <a:gd name="connsiteX1" fmla="*/ 573595 w 573594"/>
                <a:gd name="connsiteY1" fmla="*/ 0 h 1153711"/>
                <a:gd name="connsiteX2" fmla="*/ 573595 w 573594"/>
                <a:gd name="connsiteY2" fmla="*/ 1153712 h 1153711"/>
                <a:gd name="connsiteX3" fmla="*/ 0 w 573594"/>
                <a:gd name="connsiteY3" fmla="*/ 1153712 h 1153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594" h="1153711">
                  <a:moveTo>
                    <a:pt x="0" y="0"/>
                  </a:moveTo>
                  <a:lnTo>
                    <a:pt x="573595" y="0"/>
                  </a:lnTo>
                  <a:lnTo>
                    <a:pt x="573595" y="1153712"/>
                  </a:lnTo>
                  <a:lnTo>
                    <a:pt x="0" y="1153712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2" name="Полилиния 261">
              <a:extLst>
                <a:ext uri="{FF2B5EF4-FFF2-40B4-BE49-F238E27FC236}">
                  <a16:creationId xmlns:a16="http://schemas.microsoft.com/office/drawing/2014/main" id="{5DF4B483-CF6A-2D6A-9E36-310873289446}"/>
                </a:ext>
              </a:extLst>
            </p:cNvPr>
            <p:cNvSpPr/>
            <p:nvPr/>
          </p:nvSpPr>
          <p:spPr>
            <a:xfrm>
              <a:off x="14968955" y="9210115"/>
              <a:ext cx="329910" cy="429372"/>
            </a:xfrm>
            <a:custGeom>
              <a:avLst/>
              <a:gdLst>
                <a:gd name="connsiteX0" fmla="*/ 0 w 329910"/>
                <a:gd name="connsiteY0" fmla="*/ 0 h 429372"/>
                <a:gd name="connsiteX1" fmla="*/ 329911 w 329910"/>
                <a:gd name="connsiteY1" fmla="*/ 0 h 429372"/>
                <a:gd name="connsiteX2" fmla="*/ 329911 w 329910"/>
                <a:gd name="connsiteY2" fmla="*/ 429373 h 429372"/>
                <a:gd name="connsiteX3" fmla="*/ 0 w 329910"/>
                <a:gd name="connsiteY3" fmla="*/ 429373 h 42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910" h="429372">
                  <a:moveTo>
                    <a:pt x="0" y="0"/>
                  </a:moveTo>
                  <a:lnTo>
                    <a:pt x="329911" y="0"/>
                  </a:lnTo>
                  <a:lnTo>
                    <a:pt x="329911" y="429373"/>
                  </a:lnTo>
                  <a:lnTo>
                    <a:pt x="0" y="429373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9845E502-F98D-4614-A515-CA7DBE1453CB}"/>
                </a:ext>
              </a:extLst>
            </p:cNvPr>
            <p:cNvSpPr/>
            <p:nvPr/>
          </p:nvSpPr>
          <p:spPr>
            <a:xfrm>
              <a:off x="13619376" y="8993557"/>
              <a:ext cx="3898939" cy="2531430"/>
            </a:xfrm>
            <a:custGeom>
              <a:avLst/>
              <a:gdLst>
                <a:gd name="connsiteX0" fmla="*/ 826650 w 3898939"/>
                <a:gd name="connsiteY0" fmla="*/ 0 h 2531430"/>
                <a:gd name="connsiteX1" fmla="*/ 136349 w 3898939"/>
                <a:gd name="connsiteY1" fmla="*/ 0 h 2531430"/>
                <a:gd name="connsiteX2" fmla="*/ 0 w 3898939"/>
                <a:gd name="connsiteY2" fmla="*/ 135791 h 2531430"/>
                <a:gd name="connsiteX3" fmla="*/ 0 w 3898939"/>
                <a:gd name="connsiteY3" fmla="*/ 1086406 h 2531430"/>
                <a:gd name="connsiteX4" fmla="*/ 1387120 w 3898939"/>
                <a:gd name="connsiteY4" fmla="*/ 0 h 2531430"/>
                <a:gd name="connsiteX5" fmla="*/ 2440591 w 3898939"/>
                <a:gd name="connsiteY5" fmla="*/ 0 h 2531430"/>
                <a:gd name="connsiteX6" fmla="*/ 0 w 3898939"/>
                <a:gd name="connsiteY6" fmla="*/ 1596211 h 2531430"/>
                <a:gd name="connsiteX7" fmla="*/ 0 w 3898939"/>
                <a:gd name="connsiteY7" fmla="*/ 2395647 h 2531430"/>
                <a:gd name="connsiteX8" fmla="*/ 136349 w 3898939"/>
                <a:gd name="connsiteY8" fmla="*/ 2531431 h 2531430"/>
                <a:gd name="connsiteX9" fmla="*/ 1387120 w 3898939"/>
                <a:gd name="connsiteY9" fmla="*/ 2531431 h 2531430"/>
                <a:gd name="connsiteX10" fmla="*/ 3136024 w 3898939"/>
                <a:gd name="connsiteY10" fmla="*/ 2531431 h 2531430"/>
                <a:gd name="connsiteX11" fmla="*/ 3762589 w 3898939"/>
                <a:gd name="connsiteY11" fmla="*/ 2531431 h 2531430"/>
                <a:gd name="connsiteX12" fmla="*/ 3898939 w 3898939"/>
                <a:gd name="connsiteY12" fmla="*/ 2395647 h 2531430"/>
                <a:gd name="connsiteX13" fmla="*/ 3898939 w 3898939"/>
                <a:gd name="connsiteY13" fmla="*/ 135791 h 2531430"/>
                <a:gd name="connsiteX14" fmla="*/ 3762589 w 3898939"/>
                <a:gd name="connsiteY14" fmla="*/ 0 h 2531430"/>
                <a:gd name="connsiteX15" fmla="*/ 2933574 w 3898939"/>
                <a:gd name="connsiteY15" fmla="*/ 0 h 25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98939" h="2531430">
                  <a:moveTo>
                    <a:pt x="826650" y="0"/>
                  </a:moveTo>
                  <a:lnTo>
                    <a:pt x="136349" y="0"/>
                  </a:lnTo>
                  <a:cubicBezTo>
                    <a:pt x="61045" y="0"/>
                    <a:pt x="0" y="60796"/>
                    <a:pt x="0" y="135791"/>
                  </a:cubicBezTo>
                  <a:lnTo>
                    <a:pt x="0" y="1086406"/>
                  </a:lnTo>
                  <a:moveTo>
                    <a:pt x="1387120" y="0"/>
                  </a:moveTo>
                  <a:lnTo>
                    <a:pt x="2440591" y="0"/>
                  </a:lnTo>
                  <a:moveTo>
                    <a:pt x="0" y="1596211"/>
                  </a:moveTo>
                  <a:lnTo>
                    <a:pt x="0" y="2395647"/>
                  </a:lnTo>
                  <a:cubicBezTo>
                    <a:pt x="0" y="2470639"/>
                    <a:pt x="61046" y="2531431"/>
                    <a:pt x="136349" y="2531431"/>
                  </a:cubicBezTo>
                  <a:lnTo>
                    <a:pt x="1387120" y="2531431"/>
                  </a:lnTo>
                  <a:moveTo>
                    <a:pt x="3136024" y="2531431"/>
                  </a:moveTo>
                  <a:lnTo>
                    <a:pt x="3762589" y="2531431"/>
                  </a:lnTo>
                  <a:cubicBezTo>
                    <a:pt x="3837898" y="2531431"/>
                    <a:pt x="3898939" y="2470639"/>
                    <a:pt x="3898939" y="2395647"/>
                  </a:cubicBezTo>
                  <a:lnTo>
                    <a:pt x="3898939" y="135791"/>
                  </a:lnTo>
                  <a:cubicBezTo>
                    <a:pt x="3898939" y="60796"/>
                    <a:pt x="3837898" y="0"/>
                    <a:pt x="3762589" y="0"/>
                  </a:cubicBezTo>
                  <a:lnTo>
                    <a:pt x="293357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28324802-B825-AE02-8FD6-DFE1D8330512}"/>
                </a:ext>
              </a:extLst>
            </p:cNvPr>
            <p:cNvSpPr/>
            <p:nvPr/>
          </p:nvSpPr>
          <p:spPr>
            <a:xfrm>
              <a:off x="14076695" y="9411731"/>
              <a:ext cx="2984182" cy="1683891"/>
            </a:xfrm>
            <a:custGeom>
              <a:avLst/>
              <a:gdLst>
                <a:gd name="connsiteX0" fmla="*/ 0 w 2984182"/>
                <a:gd name="connsiteY0" fmla="*/ 12291 h 1683891"/>
                <a:gd name="connsiteX1" fmla="*/ 0 w 2984182"/>
                <a:gd name="connsiteY1" fmla="*/ 1572349 h 1683891"/>
                <a:gd name="connsiteX2" fmla="*/ 112000 w 2984182"/>
                <a:gd name="connsiteY2" fmla="*/ 1683892 h 1683891"/>
                <a:gd name="connsiteX3" fmla="*/ 1985082 w 2984182"/>
                <a:gd name="connsiteY3" fmla="*/ 1683892 h 1683891"/>
                <a:gd name="connsiteX4" fmla="*/ 457375 w 2984182"/>
                <a:gd name="connsiteY4" fmla="*/ 423167 h 1683891"/>
                <a:gd name="connsiteX5" fmla="*/ 457375 w 2984182"/>
                <a:gd name="connsiteY5" fmla="*/ 111543 h 1683891"/>
                <a:gd name="connsiteX6" fmla="*/ 569375 w 2984182"/>
                <a:gd name="connsiteY6" fmla="*/ 0 h 1683891"/>
                <a:gd name="connsiteX7" fmla="*/ 1059088 w 2984182"/>
                <a:gd name="connsiteY7" fmla="*/ 0 h 1683891"/>
                <a:gd name="connsiteX8" fmla="*/ 1225916 w 2984182"/>
                <a:gd name="connsiteY8" fmla="*/ 0 h 1683891"/>
                <a:gd name="connsiteX9" fmla="*/ 2872183 w 2984182"/>
                <a:gd name="connsiteY9" fmla="*/ 0 h 1683891"/>
                <a:gd name="connsiteX10" fmla="*/ 2984183 w 2984182"/>
                <a:gd name="connsiteY10" fmla="*/ 111543 h 1683891"/>
                <a:gd name="connsiteX11" fmla="*/ 2984183 w 2984182"/>
                <a:gd name="connsiteY11" fmla="*/ 1572349 h 1683891"/>
                <a:gd name="connsiteX12" fmla="*/ 2872183 w 2984182"/>
                <a:gd name="connsiteY12" fmla="*/ 1683892 h 1683891"/>
                <a:gd name="connsiteX13" fmla="*/ 2286875 w 2984182"/>
                <a:gd name="connsiteY13" fmla="*/ 1683892 h 16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84182" h="1683891">
                  <a:moveTo>
                    <a:pt x="0" y="12291"/>
                  </a:moveTo>
                  <a:lnTo>
                    <a:pt x="0" y="1572349"/>
                  </a:lnTo>
                  <a:cubicBezTo>
                    <a:pt x="0" y="1633945"/>
                    <a:pt x="50144" y="1683892"/>
                    <a:pt x="112000" y="1683892"/>
                  </a:cubicBezTo>
                  <a:lnTo>
                    <a:pt x="1985082" y="1683892"/>
                  </a:lnTo>
                  <a:moveTo>
                    <a:pt x="457375" y="423167"/>
                  </a:moveTo>
                  <a:lnTo>
                    <a:pt x="457375" y="111543"/>
                  </a:lnTo>
                  <a:cubicBezTo>
                    <a:pt x="457375" y="49940"/>
                    <a:pt x="507520" y="0"/>
                    <a:pt x="569375" y="0"/>
                  </a:cubicBezTo>
                  <a:lnTo>
                    <a:pt x="1059088" y="0"/>
                  </a:lnTo>
                  <a:moveTo>
                    <a:pt x="1225916" y="0"/>
                  </a:moveTo>
                  <a:lnTo>
                    <a:pt x="2872183" y="0"/>
                  </a:lnTo>
                  <a:cubicBezTo>
                    <a:pt x="2934042" y="0"/>
                    <a:pt x="2984183" y="49940"/>
                    <a:pt x="2984183" y="111543"/>
                  </a:cubicBezTo>
                  <a:lnTo>
                    <a:pt x="2984183" y="1572349"/>
                  </a:lnTo>
                  <a:cubicBezTo>
                    <a:pt x="2984183" y="1633945"/>
                    <a:pt x="2934042" y="1683892"/>
                    <a:pt x="2872183" y="1683892"/>
                  </a:cubicBezTo>
                  <a:lnTo>
                    <a:pt x="2286875" y="1683892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2A5FEBD4-AD5F-805E-FB3E-015327676AB1}"/>
                </a:ext>
              </a:extLst>
            </p:cNvPr>
            <p:cNvSpPr/>
            <p:nvPr/>
          </p:nvSpPr>
          <p:spPr>
            <a:xfrm>
              <a:off x="14534077" y="9852308"/>
              <a:ext cx="2069438" cy="817673"/>
            </a:xfrm>
            <a:custGeom>
              <a:avLst/>
              <a:gdLst>
                <a:gd name="connsiteX0" fmla="*/ 0 w 2069438"/>
                <a:gd name="connsiteY0" fmla="*/ 361256 h 817673"/>
                <a:gd name="connsiteX1" fmla="*/ 0 w 2069438"/>
                <a:gd name="connsiteY1" fmla="*/ 754634 h 817673"/>
                <a:gd name="connsiteX2" fmla="*/ 63304 w 2069438"/>
                <a:gd name="connsiteY2" fmla="*/ 817674 h 817673"/>
                <a:gd name="connsiteX3" fmla="*/ 991606 w 2069438"/>
                <a:gd name="connsiteY3" fmla="*/ 817674 h 817673"/>
                <a:gd name="connsiteX4" fmla="*/ 2069439 w 2069438"/>
                <a:gd name="connsiteY4" fmla="*/ 817674 h 817673"/>
                <a:gd name="connsiteX5" fmla="*/ 2069439 w 2069438"/>
                <a:gd name="connsiteY5" fmla="*/ 63047 h 817673"/>
                <a:gd name="connsiteX6" fmla="*/ 2006131 w 2069438"/>
                <a:gd name="connsiteY6" fmla="*/ 0 h 817673"/>
                <a:gd name="connsiteX7" fmla="*/ 1360883 w 2069438"/>
                <a:gd name="connsiteY7" fmla="*/ 0 h 8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38" h="817673">
                  <a:moveTo>
                    <a:pt x="0" y="361256"/>
                  </a:moveTo>
                  <a:lnTo>
                    <a:pt x="0" y="754634"/>
                  </a:lnTo>
                  <a:cubicBezTo>
                    <a:pt x="0" y="789449"/>
                    <a:pt x="28343" y="817674"/>
                    <a:pt x="63304" y="817674"/>
                  </a:cubicBezTo>
                  <a:lnTo>
                    <a:pt x="991606" y="817674"/>
                  </a:lnTo>
                  <a:moveTo>
                    <a:pt x="2069439" y="817674"/>
                  </a:moveTo>
                  <a:lnTo>
                    <a:pt x="2069439" y="63047"/>
                  </a:lnTo>
                  <a:cubicBezTo>
                    <a:pt x="2069439" y="28227"/>
                    <a:pt x="2041099" y="0"/>
                    <a:pt x="2006131" y="0"/>
                  </a:cubicBezTo>
                  <a:lnTo>
                    <a:pt x="1360883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FDEE79D4-B9FC-4C49-80F6-645F1FB682A7}"/>
                </a:ext>
              </a:extLst>
            </p:cNvPr>
            <p:cNvSpPr/>
            <p:nvPr/>
          </p:nvSpPr>
          <p:spPr>
            <a:xfrm rot="10800000" flipV="1">
              <a:off x="14412803" y="8951141"/>
              <a:ext cx="88935" cy="88572"/>
            </a:xfrm>
            <a:custGeom>
              <a:avLst/>
              <a:gdLst>
                <a:gd name="connsiteX0" fmla="*/ 89015 w 88935"/>
                <a:gd name="connsiteY0" fmla="*/ 44289 h 88572"/>
                <a:gd name="connsiteX1" fmla="*/ 44548 w 88935"/>
                <a:gd name="connsiteY1" fmla="*/ 88575 h 88572"/>
                <a:gd name="connsiteX2" fmla="*/ 80 w 88935"/>
                <a:gd name="connsiteY2" fmla="*/ 44289 h 88572"/>
                <a:gd name="connsiteX3" fmla="*/ 44548 w 88935"/>
                <a:gd name="connsiteY3" fmla="*/ 3 h 88572"/>
                <a:gd name="connsiteX4" fmla="*/ 89015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15" y="44289"/>
                  </a:moveTo>
                  <a:cubicBezTo>
                    <a:pt x="89015" y="68748"/>
                    <a:pt x="69106" y="88575"/>
                    <a:pt x="44548" y="88575"/>
                  </a:cubicBezTo>
                  <a:cubicBezTo>
                    <a:pt x="19989" y="88575"/>
                    <a:pt x="80" y="68748"/>
                    <a:pt x="80" y="44289"/>
                  </a:cubicBezTo>
                  <a:cubicBezTo>
                    <a:pt x="80" y="19831"/>
                    <a:pt x="19989" y="3"/>
                    <a:pt x="44548" y="3"/>
                  </a:cubicBezTo>
                  <a:cubicBezTo>
                    <a:pt x="69106" y="3"/>
                    <a:pt x="89015" y="19831"/>
                    <a:pt x="89015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F623BA9E-45C3-3B25-4B77-75F3F289AA9E}"/>
                </a:ext>
              </a:extLst>
            </p:cNvPr>
            <p:cNvSpPr/>
            <p:nvPr/>
          </p:nvSpPr>
          <p:spPr>
            <a:xfrm rot="10800000" flipV="1">
              <a:off x="13576766" y="10564084"/>
              <a:ext cx="88935" cy="88572"/>
            </a:xfrm>
            <a:custGeom>
              <a:avLst/>
              <a:gdLst>
                <a:gd name="connsiteX0" fmla="*/ 88939 w 88935"/>
                <a:gd name="connsiteY0" fmla="*/ 44438 h 88572"/>
                <a:gd name="connsiteX1" fmla="*/ 44471 w 88935"/>
                <a:gd name="connsiteY1" fmla="*/ 88724 h 88572"/>
                <a:gd name="connsiteX2" fmla="*/ 3 w 88935"/>
                <a:gd name="connsiteY2" fmla="*/ 44438 h 88572"/>
                <a:gd name="connsiteX3" fmla="*/ 44471 w 88935"/>
                <a:gd name="connsiteY3" fmla="*/ 152 h 88572"/>
                <a:gd name="connsiteX4" fmla="*/ 88939 w 88935"/>
                <a:gd name="connsiteY4" fmla="*/ 44438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8939" y="44438"/>
                  </a:moveTo>
                  <a:cubicBezTo>
                    <a:pt x="88939" y="68896"/>
                    <a:pt x="69030" y="88724"/>
                    <a:pt x="44471" y="88724"/>
                  </a:cubicBezTo>
                  <a:cubicBezTo>
                    <a:pt x="19912" y="88724"/>
                    <a:pt x="3" y="68896"/>
                    <a:pt x="3" y="44438"/>
                  </a:cubicBezTo>
                  <a:cubicBezTo>
                    <a:pt x="3" y="19979"/>
                    <a:pt x="19912" y="152"/>
                    <a:pt x="44471" y="152"/>
                  </a:cubicBezTo>
                  <a:cubicBezTo>
                    <a:pt x="69030" y="152"/>
                    <a:pt x="88939" y="19979"/>
                    <a:pt x="88939" y="44438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BA9209F4-7E0A-FC15-3B36-C047CC4BB577}"/>
                </a:ext>
              </a:extLst>
            </p:cNvPr>
            <p:cNvSpPr/>
            <p:nvPr/>
          </p:nvSpPr>
          <p:spPr>
            <a:xfrm rot="10800000" flipV="1">
              <a:off x="14978885" y="8951141"/>
              <a:ext cx="88935" cy="88572"/>
            </a:xfrm>
            <a:custGeom>
              <a:avLst/>
              <a:gdLst>
                <a:gd name="connsiteX0" fmla="*/ 89067 w 88935"/>
                <a:gd name="connsiteY0" fmla="*/ 44289 h 88572"/>
                <a:gd name="connsiteX1" fmla="*/ 44600 w 88935"/>
                <a:gd name="connsiteY1" fmla="*/ 88575 h 88572"/>
                <a:gd name="connsiteX2" fmla="*/ 132 w 88935"/>
                <a:gd name="connsiteY2" fmla="*/ 44289 h 88572"/>
                <a:gd name="connsiteX3" fmla="*/ 44600 w 88935"/>
                <a:gd name="connsiteY3" fmla="*/ 3 h 88572"/>
                <a:gd name="connsiteX4" fmla="*/ 8906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7" y="44289"/>
                  </a:moveTo>
                  <a:cubicBezTo>
                    <a:pt x="89067" y="68748"/>
                    <a:pt x="69158" y="88575"/>
                    <a:pt x="44600" y="88575"/>
                  </a:cubicBezTo>
                  <a:cubicBezTo>
                    <a:pt x="20041" y="88575"/>
                    <a:pt x="132" y="68748"/>
                    <a:pt x="132" y="44289"/>
                  </a:cubicBezTo>
                  <a:cubicBezTo>
                    <a:pt x="132" y="19831"/>
                    <a:pt x="20041" y="3"/>
                    <a:pt x="44600" y="3"/>
                  </a:cubicBezTo>
                  <a:cubicBezTo>
                    <a:pt x="69158" y="3"/>
                    <a:pt x="89067" y="19831"/>
                    <a:pt x="8906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47FE8555-C2A5-4941-6DF2-2708CA09859D}"/>
                </a:ext>
              </a:extLst>
            </p:cNvPr>
            <p:cNvSpPr/>
            <p:nvPr/>
          </p:nvSpPr>
          <p:spPr>
            <a:xfrm rot="10800000" flipV="1">
              <a:off x="16500977" y="8951141"/>
              <a:ext cx="88935" cy="88572"/>
            </a:xfrm>
            <a:custGeom>
              <a:avLst/>
              <a:gdLst>
                <a:gd name="connsiteX0" fmla="*/ 89207 w 88935"/>
                <a:gd name="connsiteY0" fmla="*/ 44289 h 88572"/>
                <a:gd name="connsiteX1" fmla="*/ 44739 w 88935"/>
                <a:gd name="connsiteY1" fmla="*/ 88575 h 88572"/>
                <a:gd name="connsiteX2" fmla="*/ 272 w 88935"/>
                <a:gd name="connsiteY2" fmla="*/ 44289 h 88572"/>
                <a:gd name="connsiteX3" fmla="*/ 44739 w 88935"/>
                <a:gd name="connsiteY3" fmla="*/ 3 h 88572"/>
                <a:gd name="connsiteX4" fmla="*/ 8920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07" y="44289"/>
                  </a:moveTo>
                  <a:cubicBezTo>
                    <a:pt x="89207" y="68748"/>
                    <a:pt x="69298" y="88575"/>
                    <a:pt x="44739" y="88575"/>
                  </a:cubicBezTo>
                  <a:cubicBezTo>
                    <a:pt x="20180" y="88575"/>
                    <a:pt x="272" y="68748"/>
                    <a:pt x="272" y="44289"/>
                  </a:cubicBezTo>
                  <a:cubicBezTo>
                    <a:pt x="272" y="19831"/>
                    <a:pt x="20180" y="3"/>
                    <a:pt x="44739" y="3"/>
                  </a:cubicBezTo>
                  <a:cubicBezTo>
                    <a:pt x="69298" y="3"/>
                    <a:pt x="89207" y="19831"/>
                    <a:pt x="8920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CBF5BBE2-DFF4-1BC7-925F-1AC089F09238}"/>
                </a:ext>
              </a:extLst>
            </p:cNvPr>
            <p:cNvSpPr/>
            <p:nvPr/>
          </p:nvSpPr>
          <p:spPr>
            <a:xfrm rot="10800000" flipV="1">
              <a:off x="16692177" y="11482585"/>
              <a:ext cx="88935" cy="88572"/>
            </a:xfrm>
            <a:custGeom>
              <a:avLst/>
              <a:gdLst>
                <a:gd name="connsiteX0" fmla="*/ 89224 w 88935"/>
                <a:gd name="connsiteY0" fmla="*/ 44522 h 88572"/>
                <a:gd name="connsiteX1" fmla="*/ 44757 w 88935"/>
                <a:gd name="connsiteY1" fmla="*/ 88809 h 88572"/>
                <a:gd name="connsiteX2" fmla="*/ 289 w 88935"/>
                <a:gd name="connsiteY2" fmla="*/ 44522 h 88572"/>
                <a:gd name="connsiteX3" fmla="*/ 44757 w 88935"/>
                <a:gd name="connsiteY3" fmla="*/ 236 h 88572"/>
                <a:gd name="connsiteX4" fmla="*/ 89224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24" y="44522"/>
                  </a:moveTo>
                  <a:cubicBezTo>
                    <a:pt x="89224" y="68981"/>
                    <a:pt x="69316" y="88809"/>
                    <a:pt x="44757" y="88809"/>
                  </a:cubicBezTo>
                  <a:cubicBezTo>
                    <a:pt x="20198" y="88809"/>
                    <a:pt x="289" y="68981"/>
                    <a:pt x="289" y="44522"/>
                  </a:cubicBezTo>
                  <a:cubicBezTo>
                    <a:pt x="289" y="20064"/>
                    <a:pt x="20198" y="236"/>
                    <a:pt x="44757" y="236"/>
                  </a:cubicBezTo>
                  <a:cubicBezTo>
                    <a:pt x="69316" y="236"/>
                    <a:pt x="89224" y="20064"/>
                    <a:pt x="89224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29957370-9958-C0BA-68DC-9AB76BBCE3C1}"/>
                </a:ext>
              </a:extLst>
            </p:cNvPr>
            <p:cNvSpPr/>
            <p:nvPr/>
          </p:nvSpPr>
          <p:spPr>
            <a:xfrm rot="10800000" flipV="1">
              <a:off x="14982634" y="11482585"/>
              <a:ext cx="88935" cy="88572"/>
            </a:xfrm>
            <a:custGeom>
              <a:avLst/>
              <a:gdLst>
                <a:gd name="connsiteX0" fmla="*/ 89068 w 88935"/>
                <a:gd name="connsiteY0" fmla="*/ 44522 h 88572"/>
                <a:gd name="connsiteX1" fmla="*/ 44600 w 88935"/>
                <a:gd name="connsiteY1" fmla="*/ 88809 h 88572"/>
                <a:gd name="connsiteX2" fmla="*/ 132 w 88935"/>
                <a:gd name="connsiteY2" fmla="*/ 44522 h 88572"/>
                <a:gd name="connsiteX3" fmla="*/ 44600 w 88935"/>
                <a:gd name="connsiteY3" fmla="*/ 236 h 88572"/>
                <a:gd name="connsiteX4" fmla="*/ 89068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8" y="44522"/>
                  </a:moveTo>
                  <a:cubicBezTo>
                    <a:pt x="89068" y="68981"/>
                    <a:pt x="69159" y="88809"/>
                    <a:pt x="44600" y="88809"/>
                  </a:cubicBezTo>
                  <a:cubicBezTo>
                    <a:pt x="20041" y="88809"/>
                    <a:pt x="132" y="68981"/>
                    <a:pt x="132" y="44522"/>
                  </a:cubicBezTo>
                  <a:cubicBezTo>
                    <a:pt x="132" y="20064"/>
                    <a:pt x="20041" y="236"/>
                    <a:pt x="44600" y="236"/>
                  </a:cubicBezTo>
                  <a:cubicBezTo>
                    <a:pt x="69159" y="236"/>
                    <a:pt x="89068" y="20064"/>
                    <a:pt x="89068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E4AE9607-FDC7-9A2D-3BF9-5EBA74C10BBB}"/>
                </a:ext>
              </a:extLst>
            </p:cNvPr>
            <p:cNvSpPr/>
            <p:nvPr/>
          </p:nvSpPr>
          <p:spPr>
            <a:xfrm>
              <a:off x="13566873" y="10035769"/>
              <a:ext cx="105984" cy="49708"/>
            </a:xfrm>
            <a:custGeom>
              <a:avLst/>
              <a:gdLst>
                <a:gd name="connsiteX0" fmla="*/ 0 w 105984"/>
                <a:gd name="connsiteY0" fmla="*/ 0 h 49708"/>
                <a:gd name="connsiteX1" fmla="*/ 52992 w 105984"/>
                <a:gd name="connsiteY1" fmla="*/ 49708 h 49708"/>
                <a:gd name="connsiteX2" fmla="*/ 105984 w 105984"/>
                <a:gd name="connsiteY2" fmla="*/ 0 h 4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984" h="49708">
                  <a:moveTo>
                    <a:pt x="0" y="0"/>
                  </a:moveTo>
                  <a:lnTo>
                    <a:pt x="52992" y="49708"/>
                  </a:lnTo>
                  <a:lnTo>
                    <a:pt x="10598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CEEAD960-7DFB-2D2B-33FF-7D509C247828}"/>
                </a:ext>
              </a:extLst>
            </p:cNvPr>
            <p:cNvSpPr/>
            <p:nvPr/>
          </p:nvSpPr>
          <p:spPr>
            <a:xfrm rot="10800000" flipV="1">
              <a:off x="14487720" y="10164594"/>
              <a:ext cx="88935" cy="88572"/>
            </a:xfrm>
            <a:custGeom>
              <a:avLst/>
              <a:gdLst>
                <a:gd name="connsiteX0" fmla="*/ 89022 w 88935"/>
                <a:gd name="connsiteY0" fmla="*/ 44401 h 88572"/>
                <a:gd name="connsiteX1" fmla="*/ 44554 w 88935"/>
                <a:gd name="connsiteY1" fmla="*/ 88687 h 88572"/>
                <a:gd name="connsiteX2" fmla="*/ 87 w 88935"/>
                <a:gd name="connsiteY2" fmla="*/ 44401 h 88572"/>
                <a:gd name="connsiteX3" fmla="*/ 44554 w 88935"/>
                <a:gd name="connsiteY3" fmla="*/ 115 h 88572"/>
                <a:gd name="connsiteX4" fmla="*/ 89022 w 88935"/>
                <a:gd name="connsiteY4" fmla="*/ 44401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401"/>
                  </a:moveTo>
                  <a:cubicBezTo>
                    <a:pt x="89022" y="68860"/>
                    <a:pt x="69113" y="88687"/>
                    <a:pt x="44554" y="88687"/>
                  </a:cubicBezTo>
                  <a:cubicBezTo>
                    <a:pt x="19996" y="88687"/>
                    <a:pt x="87" y="68860"/>
                    <a:pt x="87" y="44401"/>
                  </a:cubicBezTo>
                  <a:cubicBezTo>
                    <a:pt x="87" y="19942"/>
                    <a:pt x="19996" y="115"/>
                    <a:pt x="44554" y="115"/>
                  </a:cubicBezTo>
                  <a:cubicBezTo>
                    <a:pt x="69113" y="115"/>
                    <a:pt x="89022" y="19942"/>
                    <a:pt x="89022" y="44401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AB15F62D-E03B-C563-D5CC-55C73A33043C}"/>
                </a:ext>
              </a:extLst>
            </p:cNvPr>
            <p:cNvSpPr/>
            <p:nvPr/>
          </p:nvSpPr>
          <p:spPr>
            <a:xfrm>
              <a:off x="16011297" y="8945020"/>
              <a:ext cx="53389" cy="99423"/>
            </a:xfrm>
            <a:custGeom>
              <a:avLst/>
              <a:gdLst>
                <a:gd name="connsiteX0" fmla="*/ 0 w 53389"/>
                <a:gd name="connsiteY0" fmla="*/ 99424 h 99423"/>
                <a:gd name="connsiteX1" fmla="*/ 53389 w 53389"/>
                <a:gd name="connsiteY1" fmla="*/ 50078 h 99423"/>
                <a:gd name="connsiteX2" fmla="*/ 785 w 53389"/>
                <a:gd name="connsiteY2" fmla="*/ 0 h 9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89" h="99423">
                  <a:moveTo>
                    <a:pt x="0" y="99424"/>
                  </a:moveTo>
                  <a:lnTo>
                    <a:pt x="53389" y="50078"/>
                  </a:lnTo>
                  <a:lnTo>
                    <a:pt x="785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5" name="Полилиния 274">
              <a:extLst>
                <a:ext uri="{FF2B5EF4-FFF2-40B4-BE49-F238E27FC236}">
                  <a16:creationId xmlns:a16="http://schemas.microsoft.com/office/drawing/2014/main" id="{9348C21F-05AA-7E25-531D-C9D9CED3EDA7}"/>
                </a:ext>
              </a:extLst>
            </p:cNvPr>
            <p:cNvSpPr/>
            <p:nvPr/>
          </p:nvSpPr>
          <p:spPr>
            <a:xfrm>
              <a:off x="15103949" y="9366926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6" name="Полилиния 275">
              <a:extLst>
                <a:ext uri="{FF2B5EF4-FFF2-40B4-BE49-F238E27FC236}">
                  <a16:creationId xmlns:a16="http://schemas.microsoft.com/office/drawing/2014/main" id="{8BC01155-7395-661A-64CD-CC6A184B5E30}"/>
                </a:ext>
              </a:extLst>
            </p:cNvPr>
            <p:cNvSpPr/>
            <p:nvPr/>
          </p:nvSpPr>
          <p:spPr>
            <a:xfrm>
              <a:off x="16029942" y="11050819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7" name="Полилиния 276">
              <a:extLst>
                <a:ext uri="{FF2B5EF4-FFF2-40B4-BE49-F238E27FC236}">
                  <a16:creationId xmlns:a16="http://schemas.microsoft.com/office/drawing/2014/main" id="{9AE6F36D-2AF1-EA87-9D38-20174C5D64D7}"/>
                </a:ext>
              </a:extLst>
            </p:cNvPr>
            <p:cNvSpPr/>
            <p:nvPr/>
          </p:nvSpPr>
          <p:spPr>
            <a:xfrm>
              <a:off x="13870527" y="10920140"/>
              <a:ext cx="588589" cy="403235"/>
            </a:xfrm>
            <a:custGeom>
              <a:avLst/>
              <a:gdLst>
                <a:gd name="connsiteX0" fmla="*/ 0 w 588589"/>
                <a:gd name="connsiteY0" fmla="*/ 0 h 403235"/>
                <a:gd name="connsiteX1" fmla="*/ 0 w 588589"/>
                <a:gd name="connsiteY1" fmla="*/ 291693 h 403235"/>
                <a:gd name="connsiteX2" fmla="*/ 112001 w 588589"/>
                <a:gd name="connsiteY2" fmla="*/ 403235 h 403235"/>
                <a:gd name="connsiteX3" fmla="*/ 588590 w 588589"/>
                <a:gd name="connsiteY3" fmla="*/ 403235 h 40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89" h="403235">
                  <a:moveTo>
                    <a:pt x="0" y="0"/>
                  </a:moveTo>
                  <a:lnTo>
                    <a:pt x="0" y="291693"/>
                  </a:lnTo>
                  <a:cubicBezTo>
                    <a:pt x="0" y="353299"/>
                    <a:pt x="50144" y="403235"/>
                    <a:pt x="112001" y="403235"/>
                  </a:cubicBezTo>
                  <a:lnTo>
                    <a:pt x="588590" y="40323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8" name="Полилиния 277">
              <a:extLst>
                <a:ext uri="{FF2B5EF4-FFF2-40B4-BE49-F238E27FC236}">
                  <a16:creationId xmlns:a16="http://schemas.microsoft.com/office/drawing/2014/main" id="{C278F938-C579-4627-196A-71FE8F496E9D}"/>
                </a:ext>
              </a:extLst>
            </p:cNvPr>
            <p:cNvSpPr/>
            <p:nvPr/>
          </p:nvSpPr>
          <p:spPr>
            <a:xfrm>
              <a:off x="16176184" y="9210117"/>
              <a:ext cx="1124693" cy="1519603"/>
            </a:xfrm>
            <a:custGeom>
              <a:avLst/>
              <a:gdLst>
                <a:gd name="connsiteX0" fmla="*/ 1124693 w 1124693"/>
                <a:gd name="connsiteY0" fmla="*/ 1519603 h 1519603"/>
                <a:gd name="connsiteX1" fmla="*/ 1124693 w 1124693"/>
                <a:gd name="connsiteY1" fmla="*/ 111542 h 1519603"/>
                <a:gd name="connsiteX2" fmla="*/ 1012694 w 1124693"/>
                <a:gd name="connsiteY2" fmla="*/ 0 h 1519603"/>
                <a:gd name="connsiteX3" fmla="*/ 0 w 1124693"/>
                <a:gd name="connsiteY3" fmla="*/ 0 h 151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693" h="1519603">
                  <a:moveTo>
                    <a:pt x="1124693" y="1519603"/>
                  </a:moveTo>
                  <a:lnTo>
                    <a:pt x="1124693" y="111542"/>
                  </a:lnTo>
                  <a:cubicBezTo>
                    <a:pt x="1124693" y="49940"/>
                    <a:pt x="1074541" y="0"/>
                    <a:pt x="1012694" y="0"/>
                  </a:cubicBez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9" name="Полилиния 278">
              <a:extLst>
                <a:ext uri="{FF2B5EF4-FFF2-40B4-BE49-F238E27FC236}">
                  <a16:creationId xmlns:a16="http://schemas.microsoft.com/office/drawing/2014/main" id="{7021D085-B280-A4CD-D539-E440E6D58444}"/>
                </a:ext>
              </a:extLst>
            </p:cNvPr>
            <p:cNvSpPr/>
            <p:nvPr/>
          </p:nvSpPr>
          <p:spPr>
            <a:xfrm rot="10800000" flipV="1">
              <a:off x="16557222" y="10590224"/>
              <a:ext cx="88935" cy="88572"/>
            </a:xfrm>
            <a:custGeom>
              <a:avLst/>
              <a:gdLst>
                <a:gd name="connsiteX0" fmla="*/ 89212 w 88935"/>
                <a:gd name="connsiteY0" fmla="*/ 44440 h 88572"/>
                <a:gd name="connsiteX1" fmla="*/ 44744 w 88935"/>
                <a:gd name="connsiteY1" fmla="*/ 88726 h 88572"/>
                <a:gd name="connsiteX2" fmla="*/ 277 w 88935"/>
                <a:gd name="connsiteY2" fmla="*/ 44440 h 88572"/>
                <a:gd name="connsiteX3" fmla="*/ 44744 w 88935"/>
                <a:gd name="connsiteY3" fmla="*/ 154 h 88572"/>
                <a:gd name="connsiteX4" fmla="*/ 89212 w 88935"/>
                <a:gd name="connsiteY4" fmla="*/ 44440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12" y="44440"/>
                  </a:moveTo>
                  <a:cubicBezTo>
                    <a:pt x="89212" y="68899"/>
                    <a:pt x="69303" y="88726"/>
                    <a:pt x="44744" y="88726"/>
                  </a:cubicBezTo>
                  <a:cubicBezTo>
                    <a:pt x="20186" y="88726"/>
                    <a:pt x="277" y="68899"/>
                    <a:pt x="277" y="44440"/>
                  </a:cubicBezTo>
                  <a:cubicBezTo>
                    <a:pt x="277" y="19982"/>
                    <a:pt x="20186" y="154"/>
                    <a:pt x="44744" y="154"/>
                  </a:cubicBezTo>
                  <a:cubicBezTo>
                    <a:pt x="69303" y="154"/>
                    <a:pt x="89212" y="19982"/>
                    <a:pt x="89212" y="44440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0" name="Полилиния 279">
              <a:extLst>
                <a:ext uri="{FF2B5EF4-FFF2-40B4-BE49-F238E27FC236}">
                  <a16:creationId xmlns:a16="http://schemas.microsoft.com/office/drawing/2014/main" id="{D701A3D1-F1D2-9B98-001F-F0854CBDE25B}"/>
                </a:ext>
              </a:extLst>
            </p:cNvPr>
            <p:cNvSpPr/>
            <p:nvPr/>
          </p:nvSpPr>
          <p:spPr>
            <a:xfrm>
              <a:off x="14545317" y="9863514"/>
              <a:ext cx="1023476" cy="10855"/>
            </a:xfrm>
            <a:custGeom>
              <a:avLst/>
              <a:gdLst>
                <a:gd name="connsiteX0" fmla="*/ 1023476 w 1023476"/>
                <a:gd name="connsiteY0" fmla="*/ 0 h 10855"/>
                <a:gd name="connsiteX1" fmla="*/ 0 w 1023476"/>
                <a:gd name="connsiteY1" fmla="*/ 0 h 1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3476" h="10855">
                  <a:moveTo>
                    <a:pt x="1023476" y="0"/>
                  </a:move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1" name="Полилиния 280">
              <a:extLst>
                <a:ext uri="{FF2B5EF4-FFF2-40B4-BE49-F238E27FC236}">
                  <a16:creationId xmlns:a16="http://schemas.microsoft.com/office/drawing/2014/main" id="{850FCDF5-1869-A52C-CF0A-2B38942215C6}"/>
                </a:ext>
              </a:extLst>
            </p:cNvPr>
            <p:cNvSpPr/>
            <p:nvPr/>
          </p:nvSpPr>
          <p:spPr>
            <a:xfrm>
              <a:off x="15891025" y="9796061"/>
              <a:ext cx="56234" cy="112009"/>
            </a:xfrm>
            <a:custGeom>
              <a:avLst/>
              <a:gdLst>
                <a:gd name="connsiteX0" fmla="*/ 56234 w 56234"/>
                <a:gd name="connsiteY0" fmla="*/ 0 h 112009"/>
                <a:gd name="connsiteX1" fmla="*/ 0 w 56234"/>
                <a:gd name="connsiteY1" fmla="*/ 56005 h 112009"/>
                <a:gd name="connsiteX2" fmla="*/ 56234 w 56234"/>
                <a:gd name="connsiteY2" fmla="*/ 112009 h 11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234" h="112009">
                  <a:moveTo>
                    <a:pt x="56234" y="0"/>
                  </a:moveTo>
                  <a:lnTo>
                    <a:pt x="0" y="56005"/>
                  </a:lnTo>
                  <a:lnTo>
                    <a:pt x="56234" y="112009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71B0C3DA-306F-8E90-CFDE-5833374F7BEE}"/>
                </a:ext>
              </a:extLst>
            </p:cNvPr>
            <p:cNvSpPr/>
            <p:nvPr/>
          </p:nvSpPr>
          <p:spPr>
            <a:xfrm>
              <a:off x="14020461" y="9422929"/>
              <a:ext cx="112467" cy="56004"/>
            </a:xfrm>
            <a:custGeom>
              <a:avLst/>
              <a:gdLst>
                <a:gd name="connsiteX0" fmla="*/ 112467 w 112467"/>
                <a:gd name="connsiteY0" fmla="*/ 56005 h 56004"/>
                <a:gd name="connsiteX1" fmla="*/ 56234 w 112467"/>
                <a:gd name="connsiteY1" fmla="*/ 0 h 56004"/>
                <a:gd name="connsiteX2" fmla="*/ 0 w 112467"/>
                <a:gd name="connsiteY2" fmla="*/ 56005 h 5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7" h="56004">
                  <a:moveTo>
                    <a:pt x="112467" y="56005"/>
                  </a:moveTo>
                  <a:lnTo>
                    <a:pt x="56234" y="0"/>
                  </a:lnTo>
                  <a:lnTo>
                    <a:pt x="0" y="5600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D6893A02-4E8C-E0C7-3B65-6AC408FC368B}"/>
                </a:ext>
              </a:extLst>
            </p:cNvPr>
            <p:cNvSpPr/>
            <p:nvPr/>
          </p:nvSpPr>
          <p:spPr>
            <a:xfrm rot="10800000" flipV="1">
              <a:off x="14487720" y="9817351"/>
              <a:ext cx="88935" cy="88572"/>
            </a:xfrm>
            <a:custGeom>
              <a:avLst/>
              <a:gdLst>
                <a:gd name="connsiteX0" fmla="*/ 89022 w 88935"/>
                <a:gd name="connsiteY0" fmla="*/ 44369 h 88572"/>
                <a:gd name="connsiteX1" fmla="*/ 44554 w 88935"/>
                <a:gd name="connsiteY1" fmla="*/ 88655 h 88572"/>
                <a:gd name="connsiteX2" fmla="*/ 87 w 88935"/>
                <a:gd name="connsiteY2" fmla="*/ 44369 h 88572"/>
                <a:gd name="connsiteX3" fmla="*/ 44554 w 88935"/>
                <a:gd name="connsiteY3" fmla="*/ 83 h 88572"/>
                <a:gd name="connsiteX4" fmla="*/ 89022 w 88935"/>
                <a:gd name="connsiteY4" fmla="*/ 4436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369"/>
                  </a:moveTo>
                  <a:cubicBezTo>
                    <a:pt x="89022" y="68828"/>
                    <a:pt x="69113" y="88655"/>
                    <a:pt x="44554" y="88655"/>
                  </a:cubicBezTo>
                  <a:cubicBezTo>
                    <a:pt x="19996" y="88655"/>
                    <a:pt x="87" y="68828"/>
                    <a:pt x="87" y="44369"/>
                  </a:cubicBezTo>
                  <a:cubicBezTo>
                    <a:pt x="87" y="19910"/>
                    <a:pt x="19996" y="83"/>
                    <a:pt x="44554" y="83"/>
                  </a:cubicBezTo>
                  <a:cubicBezTo>
                    <a:pt x="69113" y="83"/>
                    <a:pt x="89022" y="19910"/>
                    <a:pt x="89022" y="4436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11190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48F2A-E4B8-1A5E-0E95-6850D1B3534C}"/>
              </a:ext>
            </a:extLst>
          </p:cNvPr>
          <p:cNvSpPr txBox="1"/>
          <p:nvPr userDrawn="1"/>
        </p:nvSpPr>
        <p:spPr>
          <a:xfrm>
            <a:off x="609596" y="408890"/>
            <a:ext cx="9475200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3999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5C6C7221-EF0A-0BF0-8915-8C84605D7CC8}"/>
              </a:ext>
            </a:extLst>
          </p:cNvPr>
          <p:cNvSpPr txBox="1">
            <a:spLocks/>
          </p:cNvSpPr>
          <p:nvPr userDrawn="1"/>
        </p:nvSpPr>
        <p:spPr>
          <a:xfrm>
            <a:off x="609596" y="1325589"/>
            <a:ext cx="1403733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u="none" dirty="0"/>
              <a:t>Яндекс диск</a:t>
            </a:r>
          </a:p>
        </p:txBody>
      </p:sp>
      <p:sp>
        <p:nvSpPr>
          <p:cNvPr id="118" name="Текст 4">
            <a:extLst>
              <a:ext uri="{FF2B5EF4-FFF2-40B4-BE49-F238E27FC236}">
                <a16:creationId xmlns:a16="http://schemas.microsoft.com/office/drawing/2014/main" id="{6627469A-0AF9-CDBC-F388-416D40BF5251}"/>
              </a:ext>
            </a:extLst>
          </p:cNvPr>
          <p:cNvSpPr txBox="1">
            <a:spLocks/>
          </p:cNvSpPr>
          <p:nvPr userDrawn="1"/>
        </p:nvSpPr>
        <p:spPr>
          <a:xfrm>
            <a:off x="609596" y="1786190"/>
            <a:ext cx="2328293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u="none" dirty="0"/>
              <a:t>Группа </a:t>
            </a:r>
            <a:r>
              <a:rPr lang="ru-RU" sz="1800" u="none" dirty="0" err="1"/>
              <a:t>вконтакте</a:t>
            </a:r>
            <a:endParaRPr lang="ru-RU" sz="1800" u="none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68EA15-9001-2B99-AF77-3A0EC134EF5D}"/>
              </a:ext>
            </a:extLst>
          </p:cNvPr>
          <p:cNvSpPr txBox="1"/>
          <p:nvPr userDrawn="1"/>
        </p:nvSpPr>
        <p:spPr>
          <a:xfrm>
            <a:off x="3354598" y="1366369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42847"/>
            <a:r>
              <a:rPr lang="ru-RU" sz="12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12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12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12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1200" dirty="0">
                <a:solidFill>
                  <a:schemeClr val="bg1"/>
                </a:solidFill>
                <a:latin typeface="Graphik LC Regular" panose="020B050303020206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12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E0042-B7D2-2342-B716-896870F08311}"/>
              </a:ext>
            </a:extLst>
          </p:cNvPr>
          <p:cNvSpPr txBox="1"/>
          <p:nvPr userDrawn="1"/>
        </p:nvSpPr>
        <p:spPr>
          <a:xfrm>
            <a:off x="3354598" y="1826971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7428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12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F20CBDA-C939-91FF-ABCF-82145B58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8089" b="18661"/>
          <a:stretch/>
        </p:blipFill>
        <p:spPr>
          <a:xfrm>
            <a:off x="0" y="2535966"/>
            <a:ext cx="12192000" cy="43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77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6D8E8-BCAE-DE56-B939-10FA2C3E9BDA}"/>
              </a:ext>
            </a:extLst>
          </p:cNvPr>
          <p:cNvSpPr txBox="1"/>
          <p:nvPr userDrawn="1"/>
        </p:nvSpPr>
        <p:spPr>
          <a:xfrm>
            <a:off x="609596" y="408890"/>
            <a:ext cx="9475200" cy="10010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3999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9C2A9D-6DD7-109F-27F7-19D09211C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6823" y="2089765"/>
            <a:ext cx="1841260" cy="17335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1E0D7B-35A5-E0F2-9CDB-08158D14D2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97036" y="2143740"/>
            <a:ext cx="1625388" cy="1625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7E6E8-310A-4662-1F5B-6CBA94235A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27250" y="2143740"/>
            <a:ext cx="1625388" cy="1625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F8AE44-01E2-4583-D3D1-53B4DCA1E6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16196" y="2023090"/>
            <a:ext cx="1866657" cy="1866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D6E499-5FBF-6B0C-4A02-7E6EBFA3C6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16251" y="1965940"/>
            <a:ext cx="1555547" cy="19812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A21F8D-D6B1-599C-927E-528E10ECFC0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46465" y="2143740"/>
            <a:ext cx="1625388" cy="1625600"/>
          </a:xfrm>
          <a:prstGeom prst="rect">
            <a:avLst/>
          </a:prstGeom>
        </p:spPr>
      </p:pic>
      <p:sp>
        <p:nvSpPr>
          <p:cNvPr id="11" name="Text 3">
            <a:hlinkClick r:id="rId8"/>
            <a:extLst>
              <a:ext uri="{FF2B5EF4-FFF2-40B4-BE49-F238E27FC236}">
                <a16:creationId xmlns:a16="http://schemas.microsoft.com/office/drawing/2014/main" id="{A3C11F9E-7D6A-4695-F20C-9847F9A1494D}"/>
              </a:ext>
            </a:extLst>
          </p:cNvPr>
          <p:cNvSpPr/>
          <p:nvPr userDrawn="1"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18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D51FA7-F87C-35B2-43FA-B860341193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048965" y="4273058"/>
            <a:ext cx="1542849" cy="15494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723F20-3970-757C-013C-C1150DAD598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170327" y="4238133"/>
            <a:ext cx="1619039" cy="16192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5A62368-5D54-87E1-4A27-B4B17D46AB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237783" y="4238133"/>
            <a:ext cx="1625388" cy="16192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538CF5-C198-6B81-F2A6-5F84D8EFAEE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198631" y="4238133"/>
            <a:ext cx="1625388" cy="161925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316FA5B-4462-25EB-D382-30833C16955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13780" y="4238133"/>
            <a:ext cx="1619039" cy="16192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3AA5C3-C7AC-01BA-A263-A55DE649096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22580" y="4238133"/>
            <a:ext cx="1625388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61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498670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527832"/>
      </p:ext>
    </p:extLst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185310"/>
      </p:ext>
    </p:extLst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499808"/>
      </p:ext>
    </p:extLst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932280930"/>
      </p:ext>
    </p:extLst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169094949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926975812"/>
      </p:ext>
    </p:extLst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798226031"/>
      </p:ext>
    </p:extLst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3169948098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2241751363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4131589957"/>
      </p:ext>
    </p:extLst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3572403693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</p:spTree>
    <p:extLst>
      <p:ext uri="{BB962C8B-B14F-4D97-AF65-F5344CB8AC3E}">
        <p14:creationId xmlns:p14="http://schemas.microsoft.com/office/powerpoint/2010/main" val="325063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33.xml"/><Relationship Id="rId299" Type="http://schemas.openxmlformats.org/officeDocument/2006/relationships/slideLayout" Target="../slideLayouts/slideLayout315.xml"/><Relationship Id="rId21" Type="http://schemas.openxmlformats.org/officeDocument/2006/relationships/slideLayout" Target="../slideLayouts/slideLayout37.xml"/><Relationship Id="rId63" Type="http://schemas.openxmlformats.org/officeDocument/2006/relationships/slideLayout" Target="../slideLayouts/slideLayout79.xml"/><Relationship Id="rId159" Type="http://schemas.openxmlformats.org/officeDocument/2006/relationships/slideLayout" Target="../slideLayouts/slideLayout175.xml"/><Relationship Id="rId324" Type="http://schemas.openxmlformats.org/officeDocument/2006/relationships/slideLayout" Target="../slideLayouts/slideLayout340.xml"/><Relationship Id="rId366" Type="http://schemas.openxmlformats.org/officeDocument/2006/relationships/slideLayout" Target="../slideLayouts/slideLayout382.xml"/><Relationship Id="rId170" Type="http://schemas.openxmlformats.org/officeDocument/2006/relationships/slideLayout" Target="../slideLayouts/slideLayout186.xml"/><Relationship Id="rId226" Type="http://schemas.openxmlformats.org/officeDocument/2006/relationships/slideLayout" Target="../slideLayouts/slideLayout242.xml"/><Relationship Id="rId433" Type="http://schemas.openxmlformats.org/officeDocument/2006/relationships/slideLayout" Target="../slideLayouts/slideLayout449.xml"/><Relationship Id="rId268" Type="http://schemas.openxmlformats.org/officeDocument/2006/relationships/slideLayout" Target="../slideLayouts/slideLayout284.xml"/><Relationship Id="rId32" Type="http://schemas.openxmlformats.org/officeDocument/2006/relationships/slideLayout" Target="../slideLayouts/slideLayout48.xml"/><Relationship Id="rId74" Type="http://schemas.openxmlformats.org/officeDocument/2006/relationships/slideLayout" Target="../slideLayouts/slideLayout90.xml"/><Relationship Id="rId128" Type="http://schemas.openxmlformats.org/officeDocument/2006/relationships/slideLayout" Target="../slideLayouts/slideLayout144.xml"/><Relationship Id="rId335" Type="http://schemas.openxmlformats.org/officeDocument/2006/relationships/slideLayout" Target="../slideLayouts/slideLayout351.xml"/><Relationship Id="rId377" Type="http://schemas.openxmlformats.org/officeDocument/2006/relationships/slideLayout" Target="../slideLayouts/slideLayout393.xml"/><Relationship Id="rId5" Type="http://schemas.openxmlformats.org/officeDocument/2006/relationships/slideLayout" Target="../slideLayouts/slideLayout21.xml"/><Relationship Id="rId181" Type="http://schemas.openxmlformats.org/officeDocument/2006/relationships/slideLayout" Target="../slideLayouts/slideLayout197.xml"/><Relationship Id="rId237" Type="http://schemas.openxmlformats.org/officeDocument/2006/relationships/slideLayout" Target="../slideLayouts/slideLayout253.xml"/><Relationship Id="rId402" Type="http://schemas.openxmlformats.org/officeDocument/2006/relationships/slideLayout" Target="../slideLayouts/slideLayout418.xml"/><Relationship Id="rId279" Type="http://schemas.openxmlformats.org/officeDocument/2006/relationships/slideLayout" Target="../slideLayouts/slideLayout295.xml"/><Relationship Id="rId444" Type="http://schemas.openxmlformats.org/officeDocument/2006/relationships/theme" Target="../theme/theme3.xml"/><Relationship Id="rId43" Type="http://schemas.openxmlformats.org/officeDocument/2006/relationships/slideLayout" Target="../slideLayouts/slideLayout59.xml"/><Relationship Id="rId139" Type="http://schemas.openxmlformats.org/officeDocument/2006/relationships/slideLayout" Target="../slideLayouts/slideLayout155.xml"/><Relationship Id="rId290" Type="http://schemas.openxmlformats.org/officeDocument/2006/relationships/slideLayout" Target="../slideLayouts/slideLayout306.xml"/><Relationship Id="rId304" Type="http://schemas.openxmlformats.org/officeDocument/2006/relationships/slideLayout" Target="../slideLayouts/slideLayout320.xml"/><Relationship Id="rId346" Type="http://schemas.openxmlformats.org/officeDocument/2006/relationships/slideLayout" Target="../slideLayouts/slideLayout362.xml"/><Relationship Id="rId388" Type="http://schemas.openxmlformats.org/officeDocument/2006/relationships/slideLayout" Target="../slideLayouts/slideLayout404.xml"/><Relationship Id="rId85" Type="http://schemas.openxmlformats.org/officeDocument/2006/relationships/slideLayout" Target="../slideLayouts/slideLayout101.xml"/><Relationship Id="rId150" Type="http://schemas.openxmlformats.org/officeDocument/2006/relationships/slideLayout" Target="../slideLayouts/slideLayout166.xml"/><Relationship Id="rId192" Type="http://schemas.openxmlformats.org/officeDocument/2006/relationships/slideLayout" Target="../slideLayouts/slideLayout208.xml"/><Relationship Id="rId206" Type="http://schemas.openxmlformats.org/officeDocument/2006/relationships/slideLayout" Target="../slideLayouts/slideLayout222.xml"/><Relationship Id="rId413" Type="http://schemas.openxmlformats.org/officeDocument/2006/relationships/slideLayout" Target="../slideLayouts/slideLayout429.xml"/><Relationship Id="rId248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8.xml"/><Relationship Id="rId108" Type="http://schemas.openxmlformats.org/officeDocument/2006/relationships/slideLayout" Target="../slideLayouts/slideLayout124.xml"/><Relationship Id="rId315" Type="http://schemas.openxmlformats.org/officeDocument/2006/relationships/slideLayout" Target="../slideLayouts/slideLayout331.xml"/><Relationship Id="rId357" Type="http://schemas.openxmlformats.org/officeDocument/2006/relationships/slideLayout" Target="../slideLayouts/slideLayout373.xml"/><Relationship Id="rId54" Type="http://schemas.openxmlformats.org/officeDocument/2006/relationships/slideLayout" Target="../slideLayouts/slideLayout70.xml"/><Relationship Id="rId96" Type="http://schemas.openxmlformats.org/officeDocument/2006/relationships/slideLayout" Target="../slideLayouts/slideLayout112.xml"/><Relationship Id="rId161" Type="http://schemas.openxmlformats.org/officeDocument/2006/relationships/slideLayout" Target="../slideLayouts/slideLayout177.xml"/><Relationship Id="rId217" Type="http://schemas.openxmlformats.org/officeDocument/2006/relationships/slideLayout" Target="../slideLayouts/slideLayout233.xml"/><Relationship Id="rId399" Type="http://schemas.openxmlformats.org/officeDocument/2006/relationships/slideLayout" Target="../slideLayouts/slideLayout415.xml"/><Relationship Id="rId259" Type="http://schemas.openxmlformats.org/officeDocument/2006/relationships/slideLayout" Target="../slideLayouts/slideLayout275.xml"/><Relationship Id="rId424" Type="http://schemas.openxmlformats.org/officeDocument/2006/relationships/slideLayout" Target="../slideLayouts/slideLayout440.xml"/><Relationship Id="rId23" Type="http://schemas.openxmlformats.org/officeDocument/2006/relationships/slideLayout" Target="../slideLayouts/slideLayout39.xml"/><Relationship Id="rId119" Type="http://schemas.openxmlformats.org/officeDocument/2006/relationships/slideLayout" Target="../slideLayouts/slideLayout135.xml"/><Relationship Id="rId270" Type="http://schemas.openxmlformats.org/officeDocument/2006/relationships/slideLayout" Target="../slideLayouts/slideLayout286.xml"/><Relationship Id="rId326" Type="http://schemas.openxmlformats.org/officeDocument/2006/relationships/slideLayout" Target="../slideLayouts/slideLayout342.xml"/><Relationship Id="rId65" Type="http://schemas.openxmlformats.org/officeDocument/2006/relationships/slideLayout" Target="../slideLayouts/slideLayout81.xml"/><Relationship Id="rId130" Type="http://schemas.openxmlformats.org/officeDocument/2006/relationships/slideLayout" Target="../slideLayouts/slideLayout146.xml"/><Relationship Id="rId368" Type="http://schemas.openxmlformats.org/officeDocument/2006/relationships/slideLayout" Target="../slideLayouts/slideLayout384.xml"/><Relationship Id="rId172" Type="http://schemas.openxmlformats.org/officeDocument/2006/relationships/slideLayout" Target="../slideLayouts/slideLayout188.xml"/><Relationship Id="rId228" Type="http://schemas.openxmlformats.org/officeDocument/2006/relationships/slideLayout" Target="../slideLayouts/slideLayout244.xml"/><Relationship Id="rId435" Type="http://schemas.openxmlformats.org/officeDocument/2006/relationships/slideLayout" Target="../slideLayouts/slideLayout451.xml"/><Relationship Id="rId281" Type="http://schemas.openxmlformats.org/officeDocument/2006/relationships/slideLayout" Target="../slideLayouts/slideLayout297.xml"/><Relationship Id="rId337" Type="http://schemas.openxmlformats.org/officeDocument/2006/relationships/slideLayout" Target="../slideLayouts/slideLayout353.xml"/><Relationship Id="rId34" Type="http://schemas.openxmlformats.org/officeDocument/2006/relationships/slideLayout" Target="../slideLayouts/slideLayout50.xml"/><Relationship Id="rId76" Type="http://schemas.openxmlformats.org/officeDocument/2006/relationships/slideLayout" Target="../slideLayouts/slideLayout92.xml"/><Relationship Id="rId141" Type="http://schemas.openxmlformats.org/officeDocument/2006/relationships/slideLayout" Target="../slideLayouts/slideLayout157.xml"/><Relationship Id="rId379" Type="http://schemas.openxmlformats.org/officeDocument/2006/relationships/slideLayout" Target="../slideLayouts/slideLayout395.xml"/><Relationship Id="rId7" Type="http://schemas.openxmlformats.org/officeDocument/2006/relationships/slideLayout" Target="../slideLayouts/slideLayout23.xml"/><Relationship Id="rId183" Type="http://schemas.openxmlformats.org/officeDocument/2006/relationships/slideLayout" Target="../slideLayouts/slideLayout199.xml"/><Relationship Id="rId239" Type="http://schemas.openxmlformats.org/officeDocument/2006/relationships/slideLayout" Target="../slideLayouts/slideLayout255.xml"/><Relationship Id="rId390" Type="http://schemas.openxmlformats.org/officeDocument/2006/relationships/slideLayout" Target="../slideLayouts/slideLayout406.xml"/><Relationship Id="rId404" Type="http://schemas.openxmlformats.org/officeDocument/2006/relationships/slideLayout" Target="../slideLayouts/slideLayout420.xml"/><Relationship Id="rId250" Type="http://schemas.openxmlformats.org/officeDocument/2006/relationships/slideLayout" Target="../slideLayouts/slideLayout266.xml"/><Relationship Id="rId292" Type="http://schemas.openxmlformats.org/officeDocument/2006/relationships/slideLayout" Target="../slideLayouts/slideLayout308.xml"/><Relationship Id="rId306" Type="http://schemas.openxmlformats.org/officeDocument/2006/relationships/slideLayout" Target="../slideLayouts/slideLayout322.xml"/><Relationship Id="rId45" Type="http://schemas.openxmlformats.org/officeDocument/2006/relationships/slideLayout" Target="../slideLayouts/slideLayout61.xml"/><Relationship Id="rId87" Type="http://schemas.openxmlformats.org/officeDocument/2006/relationships/slideLayout" Target="../slideLayouts/slideLayout103.xml"/><Relationship Id="rId110" Type="http://schemas.openxmlformats.org/officeDocument/2006/relationships/slideLayout" Target="../slideLayouts/slideLayout126.xml"/><Relationship Id="rId348" Type="http://schemas.openxmlformats.org/officeDocument/2006/relationships/slideLayout" Target="../slideLayouts/slideLayout364.xml"/><Relationship Id="rId152" Type="http://schemas.openxmlformats.org/officeDocument/2006/relationships/slideLayout" Target="../slideLayouts/slideLayout168.xml"/><Relationship Id="rId194" Type="http://schemas.openxmlformats.org/officeDocument/2006/relationships/slideLayout" Target="../slideLayouts/slideLayout210.xml"/><Relationship Id="rId208" Type="http://schemas.openxmlformats.org/officeDocument/2006/relationships/slideLayout" Target="../slideLayouts/slideLayout224.xml"/><Relationship Id="rId415" Type="http://schemas.openxmlformats.org/officeDocument/2006/relationships/slideLayout" Target="../slideLayouts/slideLayout431.xml"/><Relationship Id="rId261" Type="http://schemas.openxmlformats.org/officeDocument/2006/relationships/slideLayout" Target="../slideLayouts/slideLayout277.xml"/><Relationship Id="rId14" Type="http://schemas.openxmlformats.org/officeDocument/2006/relationships/slideLayout" Target="../slideLayouts/slideLayout30.xml"/><Relationship Id="rId56" Type="http://schemas.openxmlformats.org/officeDocument/2006/relationships/slideLayout" Target="../slideLayouts/slideLayout72.xml"/><Relationship Id="rId317" Type="http://schemas.openxmlformats.org/officeDocument/2006/relationships/slideLayout" Target="../slideLayouts/slideLayout333.xml"/><Relationship Id="rId359" Type="http://schemas.openxmlformats.org/officeDocument/2006/relationships/slideLayout" Target="../slideLayouts/slideLayout375.xml"/><Relationship Id="rId98" Type="http://schemas.openxmlformats.org/officeDocument/2006/relationships/slideLayout" Target="../slideLayouts/slideLayout114.xml"/><Relationship Id="rId121" Type="http://schemas.openxmlformats.org/officeDocument/2006/relationships/slideLayout" Target="../slideLayouts/slideLayout137.xml"/><Relationship Id="rId163" Type="http://schemas.openxmlformats.org/officeDocument/2006/relationships/slideLayout" Target="../slideLayouts/slideLayout179.xml"/><Relationship Id="rId219" Type="http://schemas.openxmlformats.org/officeDocument/2006/relationships/slideLayout" Target="../slideLayouts/slideLayout235.xml"/><Relationship Id="rId370" Type="http://schemas.openxmlformats.org/officeDocument/2006/relationships/slideLayout" Target="../slideLayouts/slideLayout386.xml"/><Relationship Id="rId426" Type="http://schemas.openxmlformats.org/officeDocument/2006/relationships/slideLayout" Target="../slideLayouts/slideLayout442.xml"/><Relationship Id="rId230" Type="http://schemas.openxmlformats.org/officeDocument/2006/relationships/slideLayout" Target="../slideLayouts/slideLayout246.xml"/><Relationship Id="rId25" Type="http://schemas.openxmlformats.org/officeDocument/2006/relationships/slideLayout" Target="../slideLayouts/slideLayout41.xml"/><Relationship Id="rId67" Type="http://schemas.openxmlformats.org/officeDocument/2006/relationships/slideLayout" Target="../slideLayouts/slideLayout83.xml"/><Relationship Id="rId272" Type="http://schemas.openxmlformats.org/officeDocument/2006/relationships/slideLayout" Target="../slideLayouts/slideLayout288.xml"/><Relationship Id="rId328" Type="http://schemas.openxmlformats.org/officeDocument/2006/relationships/slideLayout" Target="../slideLayouts/slideLayout344.xml"/><Relationship Id="rId132" Type="http://schemas.openxmlformats.org/officeDocument/2006/relationships/slideLayout" Target="../slideLayouts/slideLayout148.xml"/><Relationship Id="rId174" Type="http://schemas.openxmlformats.org/officeDocument/2006/relationships/slideLayout" Target="../slideLayouts/slideLayout190.xml"/><Relationship Id="rId381" Type="http://schemas.openxmlformats.org/officeDocument/2006/relationships/slideLayout" Target="../slideLayouts/slideLayout397.xml"/><Relationship Id="rId241" Type="http://schemas.openxmlformats.org/officeDocument/2006/relationships/slideLayout" Target="../slideLayouts/slideLayout257.xml"/><Relationship Id="rId437" Type="http://schemas.openxmlformats.org/officeDocument/2006/relationships/slideLayout" Target="../slideLayouts/slideLayout453.xml"/><Relationship Id="rId36" Type="http://schemas.openxmlformats.org/officeDocument/2006/relationships/slideLayout" Target="../slideLayouts/slideLayout52.xml"/><Relationship Id="rId283" Type="http://schemas.openxmlformats.org/officeDocument/2006/relationships/slideLayout" Target="../slideLayouts/slideLayout299.xml"/><Relationship Id="rId339" Type="http://schemas.openxmlformats.org/officeDocument/2006/relationships/slideLayout" Target="../slideLayouts/slideLayout355.xml"/><Relationship Id="rId78" Type="http://schemas.openxmlformats.org/officeDocument/2006/relationships/slideLayout" Target="../slideLayouts/slideLayout94.xml"/><Relationship Id="rId101" Type="http://schemas.openxmlformats.org/officeDocument/2006/relationships/slideLayout" Target="../slideLayouts/slideLayout117.xml"/><Relationship Id="rId143" Type="http://schemas.openxmlformats.org/officeDocument/2006/relationships/slideLayout" Target="../slideLayouts/slideLayout159.xml"/><Relationship Id="rId185" Type="http://schemas.openxmlformats.org/officeDocument/2006/relationships/slideLayout" Target="../slideLayouts/slideLayout201.xml"/><Relationship Id="rId350" Type="http://schemas.openxmlformats.org/officeDocument/2006/relationships/slideLayout" Target="../slideLayouts/slideLayout366.xml"/><Relationship Id="rId406" Type="http://schemas.openxmlformats.org/officeDocument/2006/relationships/slideLayout" Target="../slideLayouts/slideLayout422.xml"/><Relationship Id="rId9" Type="http://schemas.openxmlformats.org/officeDocument/2006/relationships/slideLayout" Target="../slideLayouts/slideLayout25.xml"/><Relationship Id="rId210" Type="http://schemas.openxmlformats.org/officeDocument/2006/relationships/slideLayout" Target="../slideLayouts/slideLayout226.xml"/><Relationship Id="rId392" Type="http://schemas.openxmlformats.org/officeDocument/2006/relationships/slideLayout" Target="../slideLayouts/slideLayout408.xml"/><Relationship Id="rId252" Type="http://schemas.openxmlformats.org/officeDocument/2006/relationships/slideLayout" Target="../slideLayouts/slideLayout268.xml"/><Relationship Id="rId294" Type="http://schemas.openxmlformats.org/officeDocument/2006/relationships/slideLayout" Target="../slideLayouts/slideLayout310.xml"/><Relationship Id="rId308" Type="http://schemas.openxmlformats.org/officeDocument/2006/relationships/slideLayout" Target="../slideLayouts/slideLayout324.xml"/><Relationship Id="rId47" Type="http://schemas.openxmlformats.org/officeDocument/2006/relationships/slideLayout" Target="../slideLayouts/slideLayout63.xml"/><Relationship Id="rId89" Type="http://schemas.openxmlformats.org/officeDocument/2006/relationships/slideLayout" Target="../slideLayouts/slideLayout105.xml"/><Relationship Id="rId112" Type="http://schemas.openxmlformats.org/officeDocument/2006/relationships/slideLayout" Target="../slideLayouts/slideLayout128.xml"/><Relationship Id="rId154" Type="http://schemas.openxmlformats.org/officeDocument/2006/relationships/slideLayout" Target="../slideLayouts/slideLayout170.xml"/><Relationship Id="rId361" Type="http://schemas.openxmlformats.org/officeDocument/2006/relationships/slideLayout" Target="../slideLayouts/slideLayout377.xml"/><Relationship Id="rId196" Type="http://schemas.openxmlformats.org/officeDocument/2006/relationships/slideLayout" Target="../slideLayouts/slideLayout212.xml"/><Relationship Id="rId417" Type="http://schemas.openxmlformats.org/officeDocument/2006/relationships/slideLayout" Target="../slideLayouts/slideLayout433.xml"/><Relationship Id="rId16" Type="http://schemas.openxmlformats.org/officeDocument/2006/relationships/slideLayout" Target="../slideLayouts/slideLayout32.xml"/><Relationship Id="rId221" Type="http://schemas.openxmlformats.org/officeDocument/2006/relationships/slideLayout" Target="../slideLayouts/slideLayout237.xml"/><Relationship Id="rId263" Type="http://schemas.openxmlformats.org/officeDocument/2006/relationships/slideLayout" Target="../slideLayouts/slideLayout279.xml"/><Relationship Id="rId319" Type="http://schemas.openxmlformats.org/officeDocument/2006/relationships/slideLayout" Target="../slideLayouts/slideLayout335.xml"/><Relationship Id="rId58" Type="http://schemas.openxmlformats.org/officeDocument/2006/relationships/slideLayout" Target="../slideLayouts/slideLayout74.xml"/><Relationship Id="rId123" Type="http://schemas.openxmlformats.org/officeDocument/2006/relationships/slideLayout" Target="../slideLayouts/slideLayout139.xml"/><Relationship Id="rId330" Type="http://schemas.openxmlformats.org/officeDocument/2006/relationships/slideLayout" Target="../slideLayouts/slideLayout346.xml"/><Relationship Id="rId165" Type="http://schemas.openxmlformats.org/officeDocument/2006/relationships/slideLayout" Target="../slideLayouts/slideLayout181.xml"/><Relationship Id="rId372" Type="http://schemas.openxmlformats.org/officeDocument/2006/relationships/slideLayout" Target="../slideLayouts/slideLayout388.xml"/><Relationship Id="rId428" Type="http://schemas.openxmlformats.org/officeDocument/2006/relationships/slideLayout" Target="../slideLayouts/slideLayout444.xml"/><Relationship Id="rId232" Type="http://schemas.openxmlformats.org/officeDocument/2006/relationships/slideLayout" Target="../slideLayouts/slideLayout248.xml"/><Relationship Id="rId274" Type="http://schemas.openxmlformats.org/officeDocument/2006/relationships/slideLayout" Target="../slideLayouts/slideLayout290.xml"/><Relationship Id="rId27" Type="http://schemas.openxmlformats.org/officeDocument/2006/relationships/slideLayout" Target="../slideLayouts/slideLayout43.xml"/><Relationship Id="rId69" Type="http://schemas.openxmlformats.org/officeDocument/2006/relationships/slideLayout" Target="../slideLayouts/slideLayout85.xml"/><Relationship Id="rId134" Type="http://schemas.openxmlformats.org/officeDocument/2006/relationships/slideLayout" Target="../slideLayouts/slideLayout150.xml"/><Relationship Id="rId80" Type="http://schemas.openxmlformats.org/officeDocument/2006/relationships/slideLayout" Target="../slideLayouts/slideLayout96.xml"/><Relationship Id="rId176" Type="http://schemas.openxmlformats.org/officeDocument/2006/relationships/slideLayout" Target="../slideLayouts/slideLayout192.xml"/><Relationship Id="rId341" Type="http://schemas.openxmlformats.org/officeDocument/2006/relationships/slideLayout" Target="../slideLayouts/slideLayout357.xml"/><Relationship Id="rId383" Type="http://schemas.openxmlformats.org/officeDocument/2006/relationships/slideLayout" Target="../slideLayouts/slideLayout399.xml"/><Relationship Id="rId439" Type="http://schemas.openxmlformats.org/officeDocument/2006/relationships/slideLayout" Target="../slideLayouts/slideLayout455.xml"/><Relationship Id="rId201" Type="http://schemas.openxmlformats.org/officeDocument/2006/relationships/slideLayout" Target="../slideLayouts/slideLayout217.xml"/><Relationship Id="rId243" Type="http://schemas.openxmlformats.org/officeDocument/2006/relationships/slideLayout" Target="../slideLayouts/slideLayout259.xml"/><Relationship Id="rId285" Type="http://schemas.openxmlformats.org/officeDocument/2006/relationships/slideLayout" Target="../slideLayouts/slideLayout301.xml"/><Relationship Id="rId38" Type="http://schemas.openxmlformats.org/officeDocument/2006/relationships/slideLayout" Target="../slideLayouts/slideLayout54.xml"/><Relationship Id="rId103" Type="http://schemas.openxmlformats.org/officeDocument/2006/relationships/slideLayout" Target="../slideLayouts/slideLayout119.xml"/><Relationship Id="rId310" Type="http://schemas.openxmlformats.org/officeDocument/2006/relationships/slideLayout" Target="../slideLayouts/slideLayout326.xml"/><Relationship Id="rId91" Type="http://schemas.openxmlformats.org/officeDocument/2006/relationships/slideLayout" Target="../slideLayouts/slideLayout107.xml"/><Relationship Id="rId145" Type="http://schemas.openxmlformats.org/officeDocument/2006/relationships/slideLayout" Target="../slideLayouts/slideLayout161.xml"/><Relationship Id="rId187" Type="http://schemas.openxmlformats.org/officeDocument/2006/relationships/slideLayout" Target="../slideLayouts/slideLayout203.xml"/><Relationship Id="rId352" Type="http://schemas.openxmlformats.org/officeDocument/2006/relationships/slideLayout" Target="../slideLayouts/slideLayout368.xml"/><Relationship Id="rId394" Type="http://schemas.openxmlformats.org/officeDocument/2006/relationships/slideLayout" Target="../slideLayouts/slideLayout410.xml"/><Relationship Id="rId408" Type="http://schemas.openxmlformats.org/officeDocument/2006/relationships/slideLayout" Target="../slideLayouts/slideLayout424.xml"/><Relationship Id="rId212" Type="http://schemas.openxmlformats.org/officeDocument/2006/relationships/slideLayout" Target="../slideLayouts/slideLayout228.xml"/><Relationship Id="rId254" Type="http://schemas.openxmlformats.org/officeDocument/2006/relationships/slideLayout" Target="../slideLayouts/slideLayout270.xml"/><Relationship Id="rId49" Type="http://schemas.openxmlformats.org/officeDocument/2006/relationships/slideLayout" Target="../slideLayouts/slideLayout65.xml"/><Relationship Id="rId114" Type="http://schemas.openxmlformats.org/officeDocument/2006/relationships/slideLayout" Target="../slideLayouts/slideLayout130.xml"/><Relationship Id="rId296" Type="http://schemas.openxmlformats.org/officeDocument/2006/relationships/slideLayout" Target="../slideLayouts/slideLayout312.xml"/><Relationship Id="rId60" Type="http://schemas.openxmlformats.org/officeDocument/2006/relationships/slideLayout" Target="../slideLayouts/slideLayout76.xml"/><Relationship Id="rId156" Type="http://schemas.openxmlformats.org/officeDocument/2006/relationships/slideLayout" Target="../slideLayouts/slideLayout172.xml"/><Relationship Id="rId198" Type="http://schemas.openxmlformats.org/officeDocument/2006/relationships/slideLayout" Target="../slideLayouts/slideLayout214.xml"/><Relationship Id="rId321" Type="http://schemas.openxmlformats.org/officeDocument/2006/relationships/slideLayout" Target="../slideLayouts/slideLayout337.xml"/><Relationship Id="rId363" Type="http://schemas.openxmlformats.org/officeDocument/2006/relationships/slideLayout" Target="../slideLayouts/slideLayout379.xml"/><Relationship Id="rId419" Type="http://schemas.openxmlformats.org/officeDocument/2006/relationships/slideLayout" Target="../slideLayouts/slideLayout435.xml"/><Relationship Id="rId202" Type="http://schemas.openxmlformats.org/officeDocument/2006/relationships/slideLayout" Target="../slideLayouts/slideLayout218.xml"/><Relationship Id="rId223" Type="http://schemas.openxmlformats.org/officeDocument/2006/relationships/slideLayout" Target="../slideLayouts/slideLayout239.xml"/><Relationship Id="rId244" Type="http://schemas.openxmlformats.org/officeDocument/2006/relationships/slideLayout" Target="../slideLayouts/slideLayout260.xml"/><Relationship Id="rId430" Type="http://schemas.openxmlformats.org/officeDocument/2006/relationships/slideLayout" Target="../slideLayouts/slideLayout446.xml"/><Relationship Id="rId18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55.xml"/><Relationship Id="rId265" Type="http://schemas.openxmlformats.org/officeDocument/2006/relationships/slideLayout" Target="../slideLayouts/slideLayout281.xml"/><Relationship Id="rId286" Type="http://schemas.openxmlformats.org/officeDocument/2006/relationships/slideLayout" Target="../slideLayouts/slideLayout302.xml"/><Relationship Id="rId50" Type="http://schemas.openxmlformats.org/officeDocument/2006/relationships/slideLayout" Target="../slideLayouts/slideLayout66.xml"/><Relationship Id="rId104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62.xml"/><Relationship Id="rId167" Type="http://schemas.openxmlformats.org/officeDocument/2006/relationships/slideLayout" Target="../slideLayouts/slideLayout183.xml"/><Relationship Id="rId188" Type="http://schemas.openxmlformats.org/officeDocument/2006/relationships/slideLayout" Target="../slideLayouts/slideLayout204.xml"/><Relationship Id="rId311" Type="http://schemas.openxmlformats.org/officeDocument/2006/relationships/slideLayout" Target="../slideLayouts/slideLayout327.xml"/><Relationship Id="rId332" Type="http://schemas.openxmlformats.org/officeDocument/2006/relationships/slideLayout" Target="../slideLayouts/slideLayout348.xml"/><Relationship Id="rId353" Type="http://schemas.openxmlformats.org/officeDocument/2006/relationships/slideLayout" Target="../slideLayouts/slideLayout369.xml"/><Relationship Id="rId374" Type="http://schemas.openxmlformats.org/officeDocument/2006/relationships/slideLayout" Target="../slideLayouts/slideLayout390.xml"/><Relationship Id="rId395" Type="http://schemas.openxmlformats.org/officeDocument/2006/relationships/slideLayout" Target="../slideLayouts/slideLayout411.xml"/><Relationship Id="rId409" Type="http://schemas.openxmlformats.org/officeDocument/2006/relationships/slideLayout" Target="../slideLayouts/slideLayout425.xml"/><Relationship Id="rId71" Type="http://schemas.openxmlformats.org/officeDocument/2006/relationships/slideLayout" Target="../slideLayouts/slideLayout87.xml"/><Relationship Id="rId92" Type="http://schemas.openxmlformats.org/officeDocument/2006/relationships/slideLayout" Target="../slideLayouts/slideLayout108.xml"/><Relationship Id="rId213" Type="http://schemas.openxmlformats.org/officeDocument/2006/relationships/slideLayout" Target="../slideLayouts/slideLayout229.xml"/><Relationship Id="rId234" Type="http://schemas.openxmlformats.org/officeDocument/2006/relationships/slideLayout" Target="../slideLayouts/slideLayout250.xml"/><Relationship Id="rId420" Type="http://schemas.openxmlformats.org/officeDocument/2006/relationships/slideLayout" Target="../slideLayouts/slideLayout436.xml"/><Relationship Id="rId2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5.xml"/><Relationship Id="rId255" Type="http://schemas.openxmlformats.org/officeDocument/2006/relationships/slideLayout" Target="../slideLayouts/slideLayout271.xml"/><Relationship Id="rId276" Type="http://schemas.openxmlformats.org/officeDocument/2006/relationships/slideLayout" Target="../slideLayouts/slideLayout292.xml"/><Relationship Id="rId297" Type="http://schemas.openxmlformats.org/officeDocument/2006/relationships/slideLayout" Target="../slideLayouts/slideLayout313.xml"/><Relationship Id="rId441" Type="http://schemas.openxmlformats.org/officeDocument/2006/relationships/slideLayout" Target="../slideLayouts/slideLayout457.xml"/><Relationship Id="rId40" Type="http://schemas.openxmlformats.org/officeDocument/2006/relationships/slideLayout" Target="../slideLayouts/slideLayout56.xml"/><Relationship Id="rId115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52.xml"/><Relationship Id="rId157" Type="http://schemas.openxmlformats.org/officeDocument/2006/relationships/slideLayout" Target="../slideLayouts/slideLayout173.xml"/><Relationship Id="rId178" Type="http://schemas.openxmlformats.org/officeDocument/2006/relationships/slideLayout" Target="../slideLayouts/slideLayout194.xml"/><Relationship Id="rId301" Type="http://schemas.openxmlformats.org/officeDocument/2006/relationships/slideLayout" Target="../slideLayouts/slideLayout317.xml"/><Relationship Id="rId322" Type="http://schemas.openxmlformats.org/officeDocument/2006/relationships/slideLayout" Target="../slideLayouts/slideLayout338.xml"/><Relationship Id="rId343" Type="http://schemas.openxmlformats.org/officeDocument/2006/relationships/slideLayout" Target="../slideLayouts/slideLayout359.xml"/><Relationship Id="rId364" Type="http://schemas.openxmlformats.org/officeDocument/2006/relationships/slideLayout" Target="../slideLayouts/slideLayout380.xml"/><Relationship Id="rId61" Type="http://schemas.openxmlformats.org/officeDocument/2006/relationships/slideLayout" Target="../slideLayouts/slideLayout77.xml"/><Relationship Id="rId82" Type="http://schemas.openxmlformats.org/officeDocument/2006/relationships/slideLayout" Target="../slideLayouts/slideLayout98.xml"/><Relationship Id="rId199" Type="http://schemas.openxmlformats.org/officeDocument/2006/relationships/slideLayout" Target="../slideLayouts/slideLayout215.xml"/><Relationship Id="rId203" Type="http://schemas.openxmlformats.org/officeDocument/2006/relationships/slideLayout" Target="../slideLayouts/slideLayout219.xml"/><Relationship Id="rId385" Type="http://schemas.openxmlformats.org/officeDocument/2006/relationships/slideLayout" Target="../slideLayouts/slideLayout401.xml"/><Relationship Id="rId19" Type="http://schemas.openxmlformats.org/officeDocument/2006/relationships/slideLayout" Target="../slideLayouts/slideLayout35.xml"/><Relationship Id="rId224" Type="http://schemas.openxmlformats.org/officeDocument/2006/relationships/slideLayout" Target="../slideLayouts/slideLayout240.xml"/><Relationship Id="rId245" Type="http://schemas.openxmlformats.org/officeDocument/2006/relationships/slideLayout" Target="../slideLayouts/slideLayout261.xml"/><Relationship Id="rId266" Type="http://schemas.openxmlformats.org/officeDocument/2006/relationships/slideLayout" Target="../slideLayouts/slideLayout282.xml"/><Relationship Id="rId287" Type="http://schemas.openxmlformats.org/officeDocument/2006/relationships/slideLayout" Target="../slideLayouts/slideLayout303.xml"/><Relationship Id="rId410" Type="http://schemas.openxmlformats.org/officeDocument/2006/relationships/slideLayout" Target="../slideLayouts/slideLayout426.xml"/><Relationship Id="rId431" Type="http://schemas.openxmlformats.org/officeDocument/2006/relationships/slideLayout" Target="../slideLayouts/slideLayout447.xml"/><Relationship Id="rId30" Type="http://schemas.openxmlformats.org/officeDocument/2006/relationships/slideLayout" Target="../slideLayouts/slideLayout46.xml"/><Relationship Id="rId105" Type="http://schemas.openxmlformats.org/officeDocument/2006/relationships/slideLayout" Target="../slideLayouts/slideLayout121.xml"/><Relationship Id="rId126" Type="http://schemas.openxmlformats.org/officeDocument/2006/relationships/slideLayout" Target="../slideLayouts/slideLayout142.xml"/><Relationship Id="rId147" Type="http://schemas.openxmlformats.org/officeDocument/2006/relationships/slideLayout" Target="../slideLayouts/slideLayout163.xml"/><Relationship Id="rId168" Type="http://schemas.openxmlformats.org/officeDocument/2006/relationships/slideLayout" Target="../slideLayouts/slideLayout184.xml"/><Relationship Id="rId312" Type="http://schemas.openxmlformats.org/officeDocument/2006/relationships/slideLayout" Target="../slideLayouts/slideLayout328.xml"/><Relationship Id="rId333" Type="http://schemas.openxmlformats.org/officeDocument/2006/relationships/slideLayout" Target="../slideLayouts/slideLayout349.xml"/><Relationship Id="rId354" Type="http://schemas.openxmlformats.org/officeDocument/2006/relationships/slideLayout" Target="../slideLayouts/slideLayout370.xml"/><Relationship Id="rId51" Type="http://schemas.openxmlformats.org/officeDocument/2006/relationships/slideLayout" Target="../slideLayouts/slideLayout67.xml"/><Relationship Id="rId72" Type="http://schemas.openxmlformats.org/officeDocument/2006/relationships/slideLayout" Target="../slideLayouts/slideLayout88.xml"/><Relationship Id="rId93" Type="http://schemas.openxmlformats.org/officeDocument/2006/relationships/slideLayout" Target="../slideLayouts/slideLayout109.xml"/><Relationship Id="rId189" Type="http://schemas.openxmlformats.org/officeDocument/2006/relationships/slideLayout" Target="../slideLayouts/slideLayout205.xml"/><Relationship Id="rId375" Type="http://schemas.openxmlformats.org/officeDocument/2006/relationships/slideLayout" Target="../slideLayouts/slideLayout391.xml"/><Relationship Id="rId396" Type="http://schemas.openxmlformats.org/officeDocument/2006/relationships/slideLayout" Target="../slideLayouts/slideLayout412.xml"/><Relationship Id="rId3" Type="http://schemas.openxmlformats.org/officeDocument/2006/relationships/slideLayout" Target="../slideLayouts/slideLayout19.xml"/><Relationship Id="rId214" Type="http://schemas.openxmlformats.org/officeDocument/2006/relationships/slideLayout" Target="../slideLayouts/slideLayout230.xml"/><Relationship Id="rId235" Type="http://schemas.openxmlformats.org/officeDocument/2006/relationships/slideLayout" Target="../slideLayouts/slideLayout251.xml"/><Relationship Id="rId256" Type="http://schemas.openxmlformats.org/officeDocument/2006/relationships/slideLayout" Target="../slideLayouts/slideLayout272.xml"/><Relationship Id="rId277" Type="http://schemas.openxmlformats.org/officeDocument/2006/relationships/slideLayout" Target="../slideLayouts/slideLayout293.xml"/><Relationship Id="rId298" Type="http://schemas.openxmlformats.org/officeDocument/2006/relationships/slideLayout" Target="../slideLayouts/slideLayout314.xml"/><Relationship Id="rId400" Type="http://schemas.openxmlformats.org/officeDocument/2006/relationships/slideLayout" Target="../slideLayouts/slideLayout416.xml"/><Relationship Id="rId421" Type="http://schemas.openxmlformats.org/officeDocument/2006/relationships/slideLayout" Target="../slideLayouts/slideLayout437.xml"/><Relationship Id="rId442" Type="http://schemas.openxmlformats.org/officeDocument/2006/relationships/slideLayout" Target="../slideLayouts/slideLayout458.xml"/><Relationship Id="rId116" Type="http://schemas.openxmlformats.org/officeDocument/2006/relationships/slideLayout" Target="../slideLayouts/slideLayout132.xml"/><Relationship Id="rId137" Type="http://schemas.openxmlformats.org/officeDocument/2006/relationships/slideLayout" Target="../slideLayouts/slideLayout153.xml"/><Relationship Id="rId158" Type="http://schemas.openxmlformats.org/officeDocument/2006/relationships/slideLayout" Target="../slideLayouts/slideLayout174.xml"/><Relationship Id="rId302" Type="http://schemas.openxmlformats.org/officeDocument/2006/relationships/slideLayout" Target="../slideLayouts/slideLayout318.xml"/><Relationship Id="rId323" Type="http://schemas.openxmlformats.org/officeDocument/2006/relationships/slideLayout" Target="../slideLayouts/slideLayout339.xml"/><Relationship Id="rId344" Type="http://schemas.openxmlformats.org/officeDocument/2006/relationships/slideLayout" Target="../slideLayouts/slideLayout360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62" Type="http://schemas.openxmlformats.org/officeDocument/2006/relationships/slideLayout" Target="../slideLayouts/slideLayout78.xml"/><Relationship Id="rId83" Type="http://schemas.openxmlformats.org/officeDocument/2006/relationships/slideLayout" Target="../slideLayouts/slideLayout99.xml"/><Relationship Id="rId179" Type="http://schemas.openxmlformats.org/officeDocument/2006/relationships/slideLayout" Target="../slideLayouts/slideLayout195.xml"/><Relationship Id="rId365" Type="http://schemas.openxmlformats.org/officeDocument/2006/relationships/slideLayout" Target="../slideLayouts/slideLayout381.xml"/><Relationship Id="rId386" Type="http://schemas.openxmlformats.org/officeDocument/2006/relationships/slideLayout" Target="../slideLayouts/slideLayout402.xml"/><Relationship Id="rId190" Type="http://schemas.openxmlformats.org/officeDocument/2006/relationships/slideLayout" Target="../slideLayouts/slideLayout206.xml"/><Relationship Id="rId204" Type="http://schemas.openxmlformats.org/officeDocument/2006/relationships/slideLayout" Target="../slideLayouts/slideLayout220.xml"/><Relationship Id="rId225" Type="http://schemas.openxmlformats.org/officeDocument/2006/relationships/slideLayout" Target="../slideLayouts/slideLayout241.xml"/><Relationship Id="rId246" Type="http://schemas.openxmlformats.org/officeDocument/2006/relationships/slideLayout" Target="../slideLayouts/slideLayout262.xml"/><Relationship Id="rId267" Type="http://schemas.openxmlformats.org/officeDocument/2006/relationships/slideLayout" Target="../slideLayouts/slideLayout283.xml"/><Relationship Id="rId288" Type="http://schemas.openxmlformats.org/officeDocument/2006/relationships/slideLayout" Target="../slideLayouts/slideLayout304.xml"/><Relationship Id="rId411" Type="http://schemas.openxmlformats.org/officeDocument/2006/relationships/slideLayout" Target="../slideLayouts/slideLayout427.xml"/><Relationship Id="rId432" Type="http://schemas.openxmlformats.org/officeDocument/2006/relationships/slideLayout" Target="../slideLayouts/slideLayout448.xml"/><Relationship Id="rId106" Type="http://schemas.openxmlformats.org/officeDocument/2006/relationships/slideLayout" Target="../slideLayouts/slideLayout122.xml"/><Relationship Id="rId127" Type="http://schemas.openxmlformats.org/officeDocument/2006/relationships/slideLayout" Target="../slideLayouts/slideLayout143.xml"/><Relationship Id="rId313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47.xml"/><Relationship Id="rId52" Type="http://schemas.openxmlformats.org/officeDocument/2006/relationships/slideLayout" Target="../slideLayouts/slideLayout68.xml"/><Relationship Id="rId73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10.xml"/><Relationship Id="rId148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85.xml"/><Relationship Id="rId334" Type="http://schemas.openxmlformats.org/officeDocument/2006/relationships/slideLayout" Target="../slideLayouts/slideLayout350.xml"/><Relationship Id="rId355" Type="http://schemas.openxmlformats.org/officeDocument/2006/relationships/slideLayout" Target="../slideLayouts/slideLayout371.xml"/><Relationship Id="rId376" Type="http://schemas.openxmlformats.org/officeDocument/2006/relationships/slideLayout" Target="../slideLayouts/slideLayout392.xml"/><Relationship Id="rId397" Type="http://schemas.openxmlformats.org/officeDocument/2006/relationships/slideLayout" Target="../slideLayouts/slideLayout413.xml"/><Relationship Id="rId4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6.xml"/><Relationship Id="rId215" Type="http://schemas.openxmlformats.org/officeDocument/2006/relationships/slideLayout" Target="../slideLayouts/slideLayout231.xml"/><Relationship Id="rId236" Type="http://schemas.openxmlformats.org/officeDocument/2006/relationships/slideLayout" Target="../slideLayouts/slideLayout252.xml"/><Relationship Id="rId257" Type="http://schemas.openxmlformats.org/officeDocument/2006/relationships/slideLayout" Target="../slideLayouts/slideLayout273.xml"/><Relationship Id="rId278" Type="http://schemas.openxmlformats.org/officeDocument/2006/relationships/slideLayout" Target="../slideLayouts/slideLayout294.xml"/><Relationship Id="rId401" Type="http://schemas.openxmlformats.org/officeDocument/2006/relationships/slideLayout" Target="../slideLayouts/slideLayout417.xml"/><Relationship Id="rId422" Type="http://schemas.openxmlformats.org/officeDocument/2006/relationships/slideLayout" Target="../slideLayouts/slideLayout438.xml"/><Relationship Id="rId443" Type="http://schemas.openxmlformats.org/officeDocument/2006/relationships/slideLayout" Target="../slideLayouts/slideLayout459.xml"/><Relationship Id="rId303" Type="http://schemas.openxmlformats.org/officeDocument/2006/relationships/slideLayout" Target="../slideLayouts/slideLayout319.xml"/><Relationship Id="rId42" Type="http://schemas.openxmlformats.org/officeDocument/2006/relationships/slideLayout" Target="../slideLayouts/slideLayout58.xml"/><Relationship Id="rId84" Type="http://schemas.openxmlformats.org/officeDocument/2006/relationships/slideLayout" Target="../slideLayouts/slideLayout100.xml"/><Relationship Id="rId138" Type="http://schemas.openxmlformats.org/officeDocument/2006/relationships/slideLayout" Target="../slideLayouts/slideLayout154.xml"/><Relationship Id="rId345" Type="http://schemas.openxmlformats.org/officeDocument/2006/relationships/slideLayout" Target="../slideLayouts/slideLayout361.xml"/><Relationship Id="rId387" Type="http://schemas.openxmlformats.org/officeDocument/2006/relationships/slideLayout" Target="../slideLayouts/slideLayout403.xml"/><Relationship Id="rId191" Type="http://schemas.openxmlformats.org/officeDocument/2006/relationships/slideLayout" Target="../slideLayouts/slideLayout207.xml"/><Relationship Id="rId205" Type="http://schemas.openxmlformats.org/officeDocument/2006/relationships/slideLayout" Target="../slideLayouts/slideLayout221.xml"/><Relationship Id="rId247" Type="http://schemas.openxmlformats.org/officeDocument/2006/relationships/slideLayout" Target="../slideLayouts/slideLayout263.xml"/><Relationship Id="rId412" Type="http://schemas.openxmlformats.org/officeDocument/2006/relationships/slideLayout" Target="../slideLayouts/slideLayout428.xml"/><Relationship Id="rId107" Type="http://schemas.openxmlformats.org/officeDocument/2006/relationships/slideLayout" Target="../slideLayouts/slideLayout123.xml"/><Relationship Id="rId289" Type="http://schemas.openxmlformats.org/officeDocument/2006/relationships/slideLayout" Target="../slideLayouts/slideLayout305.xml"/><Relationship Id="rId11" Type="http://schemas.openxmlformats.org/officeDocument/2006/relationships/slideLayout" Target="../slideLayouts/slideLayout27.xml"/><Relationship Id="rId53" Type="http://schemas.openxmlformats.org/officeDocument/2006/relationships/slideLayout" Target="../slideLayouts/slideLayout69.xml"/><Relationship Id="rId149" Type="http://schemas.openxmlformats.org/officeDocument/2006/relationships/slideLayout" Target="../slideLayouts/slideLayout165.xml"/><Relationship Id="rId314" Type="http://schemas.openxmlformats.org/officeDocument/2006/relationships/slideLayout" Target="../slideLayouts/slideLayout330.xml"/><Relationship Id="rId356" Type="http://schemas.openxmlformats.org/officeDocument/2006/relationships/slideLayout" Target="../slideLayouts/slideLayout372.xml"/><Relationship Id="rId398" Type="http://schemas.openxmlformats.org/officeDocument/2006/relationships/slideLayout" Target="../slideLayouts/slideLayout414.xml"/><Relationship Id="rId95" Type="http://schemas.openxmlformats.org/officeDocument/2006/relationships/slideLayout" Target="../slideLayouts/slideLayout111.xml"/><Relationship Id="rId160" Type="http://schemas.openxmlformats.org/officeDocument/2006/relationships/slideLayout" Target="../slideLayouts/slideLayout176.xml"/><Relationship Id="rId216" Type="http://schemas.openxmlformats.org/officeDocument/2006/relationships/slideLayout" Target="../slideLayouts/slideLayout232.xml"/><Relationship Id="rId423" Type="http://schemas.openxmlformats.org/officeDocument/2006/relationships/slideLayout" Target="../slideLayouts/slideLayout439.xml"/><Relationship Id="rId258" Type="http://schemas.openxmlformats.org/officeDocument/2006/relationships/slideLayout" Target="../slideLayouts/slideLayout274.xml"/><Relationship Id="rId22" Type="http://schemas.openxmlformats.org/officeDocument/2006/relationships/slideLayout" Target="../slideLayouts/slideLayout38.xml"/><Relationship Id="rId64" Type="http://schemas.openxmlformats.org/officeDocument/2006/relationships/slideLayout" Target="../slideLayouts/slideLayout80.xml"/><Relationship Id="rId118" Type="http://schemas.openxmlformats.org/officeDocument/2006/relationships/slideLayout" Target="../slideLayouts/slideLayout134.xml"/><Relationship Id="rId325" Type="http://schemas.openxmlformats.org/officeDocument/2006/relationships/slideLayout" Target="../slideLayouts/slideLayout341.xml"/><Relationship Id="rId367" Type="http://schemas.openxmlformats.org/officeDocument/2006/relationships/slideLayout" Target="../slideLayouts/slideLayout383.xml"/><Relationship Id="rId171" Type="http://schemas.openxmlformats.org/officeDocument/2006/relationships/slideLayout" Target="../slideLayouts/slideLayout187.xml"/><Relationship Id="rId227" Type="http://schemas.openxmlformats.org/officeDocument/2006/relationships/slideLayout" Target="../slideLayouts/slideLayout243.xml"/><Relationship Id="rId269" Type="http://schemas.openxmlformats.org/officeDocument/2006/relationships/slideLayout" Target="../slideLayouts/slideLayout285.xml"/><Relationship Id="rId434" Type="http://schemas.openxmlformats.org/officeDocument/2006/relationships/slideLayout" Target="../slideLayouts/slideLayout450.xml"/><Relationship Id="rId33" Type="http://schemas.openxmlformats.org/officeDocument/2006/relationships/slideLayout" Target="../slideLayouts/slideLayout49.xml"/><Relationship Id="rId129" Type="http://schemas.openxmlformats.org/officeDocument/2006/relationships/slideLayout" Target="../slideLayouts/slideLayout145.xml"/><Relationship Id="rId280" Type="http://schemas.openxmlformats.org/officeDocument/2006/relationships/slideLayout" Target="../slideLayouts/slideLayout296.xml"/><Relationship Id="rId336" Type="http://schemas.openxmlformats.org/officeDocument/2006/relationships/slideLayout" Target="../slideLayouts/slideLayout352.xml"/><Relationship Id="rId75" Type="http://schemas.openxmlformats.org/officeDocument/2006/relationships/slideLayout" Target="../slideLayouts/slideLayout91.xml"/><Relationship Id="rId140" Type="http://schemas.openxmlformats.org/officeDocument/2006/relationships/slideLayout" Target="../slideLayouts/slideLayout156.xml"/><Relationship Id="rId182" Type="http://schemas.openxmlformats.org/officeDocument/2006/relationships/slideLayout" Target="../slideLayouts/slideLayout198.xml"/><Relationship Id="rId378" Type="http://schemas.openxmlformats.org/officeDocument/2006/relationships/slideLayout" Target="../slideLayouts/slideLayout394.xml"/><Relationship Id="rId403" Type="http://schemas.openxmlformats.org/officeDocument/2006/relationships/slideLayout" Target="../slideLayouts/slideLayout419.xml"/><Relationship Id="rId6" Type="http://schemas.openxmlformats.org/officeDocument/2006/relationships/slideLayout" Target="../slideLayouts/slideLayout22.xml"/><Relationship Id="rId238" Type="http://schemas.openxmlformats.org/officeDocument/2006/relationships/slideLayout" Target="../slideLayouts/slideLayout254.xml"/><Relationship Id="rId291" Type="http://schemas.openxmlformats.org/officeDocument/2006/relationships/slideLayout" Target="../slideLayouts/slideLayout307.xml"/><Relationship Id="rId305" Type="http://schemas.openxmlformats.org/officeDocument/2006/relationships/slideLayout" Target="../slideLayouts/slideLayout321.xml"/><Relationship Id="rId347" Type="http://schemas.openxmlformats.org/officeDocument/2006/relationships/slideLayout" Target="../slideLayouts/slideLayout363.xml"/><Relationship Id="rId44" Type="http://schemas.openxmlformats.org/officeDocument/2006/relationships/slideLayout" Target="../slideLayouts/slideLayout60.xml"/><Relationship Id="rId86" Type="http://schemas.openxmlformats.org/officeDocument/2006/relationships/slideLayout" Target="../slideLayouts/slideLayout102.xml"/><Relationship Id="rId151" Type="http://schemas.openxmlformats.org/officeDocument/2006/relationships/slideLayout" Target="../slideLayouts/slideLayout167.xml"/><Relationship Id="rId389" Type="http://schemas.openxmlformats.org/officeDocument/2006/relationships/slideLayout" Target="../slideLayouts/slideLayout405.xml"/><Relationship Id="rId193" Type="http://schemas.openxmlformats.org/officeDocument/2006/relationships/slideLayout" Target="../slideLayouts/slideLayout209.xml"/><Relationship Id="rId207" Type="http://schemas.openxmlformats.org/officeDocument/2006/relationships/slideLayout" Target="../slideLayouts/slideLayout223.xml"/><Relationship Id="rId249" Type="http://schemas.openxmlformats.org/officeDocument/2006/relationships/slideLayout" Target="../slideLayouts/slideLayout265.xml"/><Relationship Id="rId414" Type="http://schemas.openxmlformats.org/officeDocument/2006/relationships/slideLayout" Target="../slideLayouts/slideLayout430.xml"/><Relationship Id="rId13" Type="http://schemas.openxmlformats.org/officeDocument/2006/relationships/slideLayout" Target="../slideLayouts/slideLayout29.xml"/><Relationship Id="rId109" Type="http://schemas.openxmlformats.org/officeDocument/2006/relationships/slideLayout" Target="../slideLayouts/slideLayout125.xml"/><Relationship Id="rId260" Type="http://schemas.openxmlformats.org/officeDocument/2006/relationships/slideLayout" Target="../slideLayouts/slideLayout276.xml"/><Relationship Id="rId316" Type="http://schemas.openxmlformats.org/officeDocument/2006/relationships/slideLayout" Target="../slideLayouts/slideLayout332.xml"/><Relationship Id="rId55" Type="http://schemas.openxmlformats.org/officeDocument/2006/relationships/slideLayout" Target="../slideLayouts/slideLayout71.xml"/><Relationship Id="rId97" Type="http://schemas.openxmlformats.org/officeDocument/2006/relationships/slideLayout" Target="../slideLayouts/slideLayout113.xml"/><Relationship Id="rId120" Type="http://schemas.openxmlformats.org/officeDocument/2006/relationships/slideLayout" Target="../slideLayouts/slideLayout136.xml"/><Relationship Id="rId358" Type="http://schemas.openxmlformats.org/officeDocument/2006/relationships/slideLayout" Target="../slideLayouts/slideLayout374.xml"/><Relationship Id="rId162" Type="http://schemas.openxmlformats.org/officeDocument/2006/relationships/slideLayout" Target="../slideLayouts/slideLayout178.xml"/><Relationship Id="rId218" Type="http://schemas.openxmlformats.org/officeDocument/2006/relationships/slideLayout" Target="../slideLayouts/slideLayout234.xml"/><Relationship Id="rId425" Type="http://schemas.openxmlformats.org/officeDocument/2006/relationships/slideLayout" Target="../slideLayouts/slideLayout441.xml"/><Relationship Id="rId271" Type="http://schemas.openxmlformats.org/officeDocument/2006/relationships/slideLayout" Target="../slideLayouts/slideLayout287.xml"/><Relationship Id="rId24" Type="http://schemas.openxmlformats.org/officeDocument/2006/relationships/slideLayout" Target="../slideLayouts/slideLayout40.xml"/><Relationship Id="rId66" Type="http://schemas.openxmlformats.org/officeDocument/2006/relationships/slideLayout" Target="../slideLayouts/slideLayout82.xml"/><Relationship Id="rId131" Type="http://schemas.openxmlformats.org/officeDocument/2006/relationships/slideLayout" Target="../slideLayouts/slideLayout147.xml"/><Relationship Id="rId327" Type="http://schemas.openxmlformats.org/officeDocument/2006/relationships/slideLayout" Target="../slideLayouts/slideLayout343.xml"/><Relationship Id="rId369" Type="http://schemas.openxmlformats.org/officeDocument/2006/relationships/slideLayout" Target="../slideLayouts/slideLayout385.xml"/><Relationship Id="rId173" Type="http://schemas.openxmlformats.org/officeDocument/2006/relationships/slideLayout" Target="../slideLayouts/slideLayout189.xml"/><Relationship Id="rId229" Type="http://schemas.openxmlformats.org/officeDocument/2006/relationships/slideLayout" Target="../slideLayouts/slideLayout245.xml"/><Relationship Id="rId380" Type="http://schemas.openxmlformats.org/officeDocument/2006/relationships/slideLayout" Target="../slideLayouts/slideLayout396.xml"/><Relationship Id="rId436" Type="http://schemas.openxmlformats.org/officeDocument/2006/relationships/slideLayout" Target="../slideLayouts/slideLayout452.xml"/><Relationship Id="rId240" Type="http://schemas.openxmlformats.org/officeDocument/2006/relationships/slideLayout" Target="../slideLayouts/slideLayout256.xml"/><Relationship Id="rId35" Type="http://schemas.openxmlformats.org/officeDocument/2006/relationships/slideLayout" Target="../slideLayouts/slideLayout51.xml"/><Relationship Id="rId77" Type="http://schemas.openxmlformats.org/officeDocument/2006/relationships/slideLayout" Target="../slideLayouts/slideLayout93.xml"/><Relationship Id="rId100" Type="http://schemas.openxmlformats.org/officeDocument/2006/relationships/slideLayout" Target="../slideLayouts/slideLayout116.xml"/><Relationship Id="rId282" Type="http://schemas.openxmlformats.org/officeDocument/2006/relationships/slideLayout" Target="../slideLayouts/slideLayout298.xml"/><Relationship Id="rId338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24.xml"/><Relationship Id="rId142" Type="http://schemas.openxmlformats.org/officeDocument/2006/relationships/slideLayout" Target="../slideLayouts/slideLayout158.xml"/><Relationship Id="rId184" Type="http://schemas.openxmlformats.org/officeDocument/2006/relationships/slideLayout" Target="../slideLayouts/slideLayout200.xml"/><Relationship Id="rId391" Type="http://schemas.openxmlformats.org/officeDocument/2006/relationships/slideLayout" Target="../slideLayouts/slideLayout407.xml"/><Relationship Id="rId405" Type="http://schemas.openxmlformats.org/officeDocument/2006/relationships/slideLayout" Target="../slideLayouts/slideLayout421.xml"/><Relationship Id="rId251" Type="http://schemas.openxmlformats.org/officeDocument/2006/relationships/slideLayout" Target="../slideLayouts/slideLayout267.xml"/><Relationship Id="rId46" Type="http://schemas.openxmlformats.org/officeDocument/2006/relationships/slideLayout" Target="../slideLayouts/slideLayout62.xml"/><Relationship Id="rId293" Type="http://schemas.openxmlformats.org/officeDocument/2006/relationships/slideLayout" Target="../slideLayouts/slideLayout309.xml"/><Relationship Id="rId307" Type="http://schemas.openxmlformats.org/officeDocument/2006/relationships/slideLayout" Target="../slideLayouts/slideLayout323.xml"/><Relationship Id="rId349" Type="http://schemas.openxmlformats.org/officeDocument/2006/relationships/slideLayout" Target="../slideLayouts/slideLayout365.xml"/><Relationship Id="rId88" Type="http://schemas.openxmlformats.org/officeDocument/2006/relationships/slideLayout" Target="../slideLayouts/slideLayout104.xml"/><Relationship Id="rId111" Type="http://schemas.openxmlformats.org/officeDocument/2006/relationships/slideLayout" Target="../slideLayouts/slideLayout127.xml"/><Relationship Id="rId153" Type="http://schemas.openxmlformats.org/officeDocument/2006/relationships/slideLayout" Target="../slideLayouts/slideLayout169.xml"/><Relationship Id="rId195" Type="http://schemas.openxmlformats.org/officeDocument/2006/relationships/slideLayout" Target="../slideLayouts/slideLayout211.xml"/><Relationship Id="rId209" Type="http://schemas.openxmlformats.org/officeDocument/2006/relationships/slideLayout" Target="../slideLayouts/slideLayout225.xml"/><Relationship Id="rId360" Type="http://schemas.openxmlformats.org/officeDocument/2006/relationships/slideLayout" Target="../slideLayouts/slideLayout376.xml"/><Relationship Id="rId416" Type="http://schemas.openxmlformats.org/officeDocument/2006/relationships/slideLayout" Target="../slideLayouts/slideLayout432.xml"/><Relationship Id="rId220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31.xml"/><Relationship Id="rId57" Type="http://schemas.openxmlformats.org/officeDocument/2006/relationships/slideLayout" Target="../slideLayouts/slideLayout73.xml"/><Relationship Id="rId262" Type="http://schemas.openxmlformats.org/officeDocument/2006/relationships/slideLayout" Target="../slideLayouts/slideLayout278.xml"/><Relationship Id="rId318" Type="http://schemas.openxmlformats.org/officeDocument/2006/relationships/slideLayout" Target="../slideLayouts/slideLayout334.xml"/><Relationship Id="rId99" Type="http://schemas.openxmlformats.org/officeDocument/2006/relationships/slideLayout" Target="../slideLayouts/slideLayout115.xml"/><Relationship Id="rId122" Type="http://schemas.openxmlformats.org/officeDocument/2006/relationships/slideLayout" Target="../slideLayouts/slideLayout138.xml"/><Relationship Id="rId164" Type="http://schemas.openxmlformats.org/officeDocument/2006/relationships/slideLayout" Target="../slideLayouts/slideLayout180.xml"/><Relationship Id="rId371" Type="http://schemas.openxmlformats.org/officeDocument/2006/relationships/slideLayout" Target="../slideLayouts/slideLayout387.xml"/><Relationship Id="rId427" Type="http://schemas.openxmlformats.org/officeDocument/2006/relationships/slideLayout" Target="../slideLayouts/slideLayout443.xml"/><Relationship Id="rId26" Type="http://schemas.openxmlformats.org/officeDocument/2006/relationships/slideLayout" Target="../slideLayouts/slideLayout42.xml"/><Relationship Id="rId231" Type="http://schemas.openxmlformats.org/officeDocument/2006/relationships/slideLayout" Target="../slideLayouts/slideLayout247.xml"/><Relationship Id="rId273" Type="http://schemas.openxmlformats.org/officeDocument/2006/relationships/slideLayout" Target="../slideLayouts/slideLayout289.xml"/><Relationship Id="rId329" Type="http://schemas.openxmlformats.org/officeDocument/2006/relationships/slideLayout" Target="../slideLayouts/slideLayout345.xml"/><Relationship Id="rId68" Type="http://schemas.openxmlformats.org/officeDocument/2006/relationships/slideLayout" Target="../slideLayouts/slideLayout84.xml"/><Relationship Id="rId133" Type="http://schemas.openxmlformats.org/officeDocument/2006/relationships/slideLayout" Target="../slideLayouts/slideLayout149.xml"/><Relationship Id="rId175" Type="http://schemas.openxmlformats.org/officeDocument/2006/relationships/slideLayout" Target="../slideLayouts/slideLayout191.xml"/><Relationship Id="rId340" Type="http://schemas.openxmlformats.org/officeDocument/2006/relationships/slideLayout" Target="../slideLayouts/slideLayout356.xml"/><Relationship Id="rId200" Type="http://schemas.openxmlformats.org/officeDocument/2006/relationships/slideLayout" Target="../slideLayouts/slideLayout216.xml"/><Relationship Id="rId382" Type="http://schemas.openxmlformats.org/officeDocument/2006/relationships/slideLayout" Target="../slideLayouts/slideLayout398.xml"/><Relationship Id="rId438" Type="http://schemas.openxmlformats.org/officeDocument/2006/relationships/slideLayout" Target="../slideLayouts/slideLayout454.xml"/><Relationship Id="rId242" Type="http://schemas.openxmlformats.org/officeDocument/2006/relationships/slideLayout" Target="../slideLayouts/slideLayout258.xml"/><Relationship Id="rId284" Type="http://schemas.openxmlformats.org/officeDocument/2006/relationships/slideLayout" Target="../slideLayouts/slideLayout300.xml"/><Relationship Id="rId37" Type="http://schemas.openxmlformats.org/officeDocument/2006/relationships/slideLayout" Target="../slideLayouts/slideLayout53.xml"/><Relationship Id="rId79" Type="http://schemas.openxmlformats.org/officeDocument/2006/relationships/slideLayout" Target="../slideLayouts/slideLayout95.xml"/><Relationship Id="rId102" Type="http://schemas.openxmlformats.org/officeDocument/2006/relationships/slideLayout" Target="../slideLayouts/slideLayout118.xml"/><Relationship Id="rId144" Type="http://schemas.openxmlformats.org/officeDocument/2006/relationships/slideLayout" Target="../slideLayouts/slideLayout160.xml"/><Relationship Id="rId90" Type="http://schemas.openxmlformats.org/officeDocument/2006/relationships/slideLayout" Target="../slideLayouts/slideLayout106.xml"/><Relationship Id="rId186" Type="http://schemas.openxmlformats.org/officeDocument/2006/relationships/slideLayout" Target="../slideLayouts/slideLayout202.xml"/><Relationship Id="rId351" Type="http://schemas.openxmlformats.org/officeDocument/2006/relationships/slideLayout" Target="../slideLayouts/slideLayout367.xml"/><Relationship Id="rId393" Type="http://schemas.openxmlformats.org/officeDocument/2006/relationships/slideLayout" Target="../slideLayouts/slideLayout409.xml"/><Relationship Id="rId407" Type="http://schemas.openxmlformats.org/officeDocument/2006/relationships/slideLayout" Target="../slideLayouts/slideLayout423.xml"/><Relationship Id="rId211" Type="http://schemas.openxmlformats.org/officeDocument/2006/relationships/slideLayout" Target="../slideLayouts/slideLayout227.xml"/><Relationship Id="rId253" Type="http://schemas.openxmlformats.org/officeDocument/2006/relationships/slideLayout" Target="../slideLayouts/slideLayout269.xml"/><Relationship Id="rId295" Type="http://schemas.openxmlformats.org/officeDocument/2006/relationships/slideLayout" Target="../slideLayouts/slideLayout311.xml"/><Relationship Id="rId309" Type="http://schemas.openxmlformats.org/officeDocument/2006/relationships/slideLayout" Target="../slideLayouts/slideLayout325.xml"/><Relationship Id="rId48" Type="http://schemas.openxmlformats.org/officeDocument/2006/relationships/slideLayout" Target="../slideLayouts/slideLayout64.xml"/><Relationship Id="rId113" Type="http://schemas.openxmlformats.org/officeDocument/2006/relationships/slideLayout" Target="../slideLayouts/slideLayout129.xml"/><Relationship Id="rId320" Type="http://schemas.openxmlformats.org/officeDocument/2006/relationships/slideLayout" Target="../slideLayouts/slideLayout336.xml"/><Relationship Id="rId155" Type="http://schemas.openxmlformats.org/officeDocument/2006/relationships/slideLayout" Target="../slideLayouts/slideLayout171.xml"/><Relationship Id="rId197" Type="http://schemas.openxmlformats.org/officeDocument/2006/relationships/slideLayout" Target="../slideLayouts/slideLayout213.xml"/><Relationship Id="rId362" Type="http://schemas.openxmlformats.org/officeDocument/2006/relationships/slideLayout" Target="../slideLayouts/slideLayout378.xml"/><Relationship Id="rId418" Type="http://schemas.openxmlformats.org/officeDocument/2006/relationships/slideLayout" Target="../slideLayouts/slideLayout434.xml"/><Relationship Id="rId222" Type="http://schemas.openxmlformats.org/officeDocument/2006/relationships/slideLayout" Target="../slideLayouts/slideLayout238.xml"/><Relationship Id="rId264" Type="http://schemas.openxmlformats.org/officeDocument/2006/relationships/slideLayout" Target="../slideLayouts/slideLayout280.xml"/><Relationship Id="rId17" Type="http://schemas.openxmlformats.org/officeDocument/2006/relationships/slideLayout" Target="../slideLayouts/slideLayout33.xml"/><Relationship Id="rId59" Type="http://schemas.openxmlformats.org/officeDocument/2006/relationships/slideLayout" Target="../slideLayouts/slideLayout75.xml"/><Relationship Id="rId124" Type="http://schemas.openxmlformats.org/officeDocument/2006/relationships/slideLayout" Target="../slideLayouts/slideLayout140.xml"/><Relationship Id="rId70" Type="http://schemas.openxmlformats.org/officeDocument/2006/relationships/slideLayout" Target="../slideLayouts/slideLayout86.xml"/><Relationship Id="rId166" Type="http://schemas.openxmlformats.org/officeDocument/2006/relationships/slideLayout" Target="../slideLayouts/slideLayout182.xml"/><Relationship Id="rId331" Type="http://schemas.openxmlformats.org/officeDocument/2006/relationships/slideLayout" Target="../slideLayouts/slideLayout347.xml"/><Relationship Id="rId373" Type="http://schemas.openxmlformats.org/officeDocument/2006/relationships/slideLayout" Target="../slideLayouts/slideLayout389.xml"/><Relationship Id="rId429" Type="http://schemas.openxmlformats.org/officeDocument/2006/relationships/slideLayout" Target="../slideLayouts/slideLayout445.xml"/><Relationship Id="rId1" Type="http://schemas.openxmlformats.org/officeDocument/2006/relationships/slideLayout" Target="../slideLayouts/slideLayout17.xml"/><Relationship Id="rId233" Type="http://schemas.openxmlformats.org/officeDocument/2006/relationships/slideLayout" Target="../slideLayouts/slideLayout249.xml"/><Relationship Id="rId440" Type="http://schemas.openxmlformats.org/officeDocument/2006/relationships/slideLayout" Target="../slideLayouts/slideLayout456.xml"/><Relationship Id="rId28" Type="http://schemas.openxmlformats.org/officeDocument/2006/relationships/slideLayout" Target="../slideLayouts/slideLayout44.xml"/><Relationship Id="rId275" Type="http://schemas.openxmlformats.org/officeDocument/2006/relationships/slideLayout" Target="../slideLayouts/slideLayout291.xml"/><Relationship Id="rId300" Type="http://schemas.openxmlformats.org/officeDocument/2006/relationships/slideLayout" Target="../slideLayouts/slideLayout316.xml"/><Relationship Id="rId81" Type="http://schemas.openxmlformats.org/officeDocument/2006/relationships/slideLayout" Target="../slideLayouts/slideLayout97.xml"/><Relationship Id="rId135" Type="http://schemas.openxmlformats.org/officeDocument/2006/relationships/slideLayout" Target="../slideLayouts/slideLayout151.xml"/><Relationship Id="rId177" Type="http://schemas.openxmlformats.org/officeDocument/2006/relationships/slideLayout" Target="../slideLayouts/slideLayout193.xml"/><Relationship Id="rId342" Type="http://schemas.openxmlformats.org/officeDocument/2006/relationships/slideLayout" Target="../slideLayouts/slideLayout358.xml"/><Relationship Id="rId384" Type="http://schemas.openxmlformats.org/officeDocument/2006/relationships/slideLayout" Target="../slideLayouts/slideLayout40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7.xml"/><Relationship Id="rId3" Type="http://schemas.openxmlformats.org/officeDocument/2006/relationships/slideLayout" Target="../slideLayouts/slideLayout462.xml"/><Relationship Id="rId7" Type="http://schemas.openxmlformats.org/officeDocument/2006/relationships/slideLayout" Target="../slideLayouts/slideLayout46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60.xml"/><Relationship Id="rId6" Type="http://schemas.openxmlformats.org/officeDocument/2006/relationships/slideLayout" Target="../slideLayouts/slideLayout465.xml"/><Relationship Id="rId11" Type="http://schemas.openxmlformats.org/officeDocument/2006/relationships/slideLayout" Target="../slideLayouts/slideLayout470.xml"/><Relationship Id="rId5" Type="http://schemas.openxmlformats.org/officeDocument/2006/relationships/slideLayout" Target="../slideLayouts/slideLayout464.xml"/><Relationship Id="rId10" Type="http://schemas.openxmlformats.org/officeDocument/2006/relationships/slideLayout" Target="../slideLayouts/slideLayout469.xml"/><Relationship Id="rId4" Type="http://schemas.openxmlformats.org/officeDocument/2006/relationships/slideLayout" Target="../slideLayouts/slideLayout463.xml"/><Relationship Id="rId9" Type="http://schemas.openxmlformats.org/officeDocument/2006/relationships/slideLayout" Target="../slideLayouts/slideLayout4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912998" y="249708"/>
            <a:ext cx="862956" cy="7134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0400" y="596900"/>
            <a:ext cx="45923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A2F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1900" y="1485900"/>
            <a:ext cx="67398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D5D5D"/>
                </a:solidFill>
                <a:latin typeface="Graphik LCG" panose="020B0503030202060203" pitchFamily="34" charset="0"/>
                <a:cs typeface="Arial"/>
              </a:defRPr>
            </a:lvl1pPr>
          </a:lstStyle>
          <a:p>
            <a:pPr marL="32384">
              <a:spcBef>
                <a:spcPts val="225"/>
              </a:spcBef>
            </a:pPr>
            <a:fld id="{81D60167-4931-47E6-BA6A-407CBD079E47}" type="slidenum">
              <a:rPr lang="ru-RU" spc="-25" smtClean="0"/>
              <a:pPr marL="32384">
                <a:spcBef>
                  <a:spcPts val="225"/>
                </a:spcBef>
              </a:pPr>
              <a:t>‹#›</a:t>
            </a:fld>
            <a:endParaRPr lang="ru-RU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4130" r:id="rId6"/>
    <p:sldLayoutId id="2147484131" r:id="rId7"/>
    <p:sldLayoutId id="2147484132" r:id="rId8"/>
    <p:sldLayoutId id="2147484133" r:id="rId9"/>
    <p:sldLayoutId id="2147484134" r:id="rId10"/>
  </p:sldLayoutIdLst>
  <p:txStyles>
    <p:titleStyle>
      <a:lvl1pPr>
        <a:defRPr b="0" i="0">
          <a:latin typeface="Graphik LCG" panose="020B0503030202060203" pitchFamily="34" charset="0"/>
          <a:ea typeface="+mj-ea"/>
          <a:cs typeface="+mj-cs"/>
        </a:defRPr>
      </a:lvl1pPr>
    </p:titleStyle>
    <p:bodyStyle>
      <a:lvl1pPr marL="0">
        <a:defRPr b="0" i="0">
          <a:latin typeface="Graphik LCG" panose="020B0503030202060203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0400" y="596900"/>
            <a:ext cx="38430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A2F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0400" y="1920239"/>
            <a:ext cx="512635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927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4128" r:id="rId6"/>
  </p:sldLayoutIdLst>
  <p:txStyles>
    <p:titleStyle>
      <a:lvl1pPr>
        <a:defRPr b="0" i="0">
          <a:latin typeface="Graphik LCG" panose="020B0503030202060203" pitchFamily="34" charset="0"/>
          <a:ea typeface="+mj-ea"/>
          <a:cs typeface="+mj-cs"/>
        </a:defRPr>
      </a:lvl1pPr>
    </p:titleStyle>
    <p:bodyStyle>
      <a:lvl1pPr marL="0">
        <a:defRPr b="0" i="0">
          <a:latin typeface="Graphik LCG" panose="020B0503030202060203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pPr defTabSz="457109" rtl="0">
              <a:defRPr/>
            </a:pPr>
            <a:fld id="{C8994169-2FD2-C948-898F-758DFA36E520}" type="slidenum">
              <a:rPr lang="ru-RU" kern="1200" smtClean="0">
                <a:solidFill>
                  <a:srgbClr val="5D5D5D"/>
                </a:solidFill>
                <a:ea typeface="+mn-ea"/>
                <a:cs typeface="+mn-cs"/>
              </a:rPr>
              <a:pPr defTabSz="457109" rtl="0">
                <a:defRPr/>
              </a:pPr>
              <a:t>‹#›</a:t>
            </a:fld>
            <a:endParaRPr lang="ru-RU" kern="1200" dirty="0">
              <a:solidFill>
                <a:srgbClr val="5D5D5D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24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  <p:sldLayoutId id="2147483742" r:id="rId70"/>
    <p:sldLayoutId id="2147483743" r:id="rId71"/>
    <p:sldLayoutId id="2147483744" r:id="rId72"/>
    <p:sldLayoutId id="2147483745" r:id="rId73"/>
    <p:sldLayoutId id="2147483746" r:id="rId74"/>
    <p:sldLayoutId id="2147483747" r:id="rId75"/>
    <p:sldLayoutId id="2147483748" r:id="rId76"/>
    <p:sldLayoutId id="2147483749" r:id="rId77"/>
    <p:sldLayoutId id="2147483750" r:id="rId78"/>
    <p:sldLayoutId id="2147483751" r:id="rId79"/>
    <p:sldLayoutId id="2147483752" r:id="rId80"/>
    <p:sldLayoutId id="2147483753" r:id="rId81"/>
    <p:sldLayoutId id="2147483754" r:id="rId82"/>
    <p:sldLayoutId id="2147483755" r:id="rId83"/>
    <p:sldLayoutId id="2147483756" r:id="rId84"/>
    <p:sldLayoutId id="2147483757" r:id="rId85"/>
    <p:sldLayoutId id="2147483758" r:id="rId86"/>
    <p:sldLayoutId id="2147483759" r:id="rId87"/>
    <p:sldLayoutId id="2147483760" r:id="rId88"/>
    <p:sldLayoutId id="2147483761" r:id="rId89"/>
    <p:sldLayoutId id="2147483762" r:id="rId90"/>
    <p:sldLayoutId id="2147483763" r:id="rId91"/>
    <p:sldLayoutId id="2147483764" r:id="rId92"/>
    <p:sldLayoutId id="2147483765" r:id="rId93"/>
    <p:sldLayoutId id="2147483766" r:id="rId94"/>
    <p:sldLayoutId id="2147483767" r:id="rId95"/>
    <p:sldLayoutId id="2147483768" r:id="rId96"/>
    <p:sldLayoutId id="2147483769" r:id="rId97"/>
    <p:sldLayoutId id="2147483770" r:id="rId98"/>
    <p:sldLayoutId id="2147483771" r:id="rId99"/>
    <p:sldLayoutId id="2147483772" r:id="rId100"/>
    <p:sldLayoutId id="2147483773" r:id="rId101"/>
    <p:sldLayoutId id="2147483774" r:id="rId102"/>
    <p:sldLayoutId id="2147483775" r:id="rId103"/>
    <p:sldLayoutId id="2147483776" r:id="rId104"/>
    <p:sldLayoutId id="2147483777" r:id="rId105"/>
    <p:sldLayoutId id="2147483778" r:id="rId106"/>
    <p:sldLayoutId id="2147483779" r:id="rId107"/>
    <p:sldLayoutId id="2147483780" r:id="rId108"/>
    <p:sldLayoutId id="2147483781" r:id="rId109"/>
    <p:sldLayoutId id="2147483782" r:id="rId110"/>
    <p:sldLayoutId id="2147483783" r:id="rId111"/>
    <p:sldLayoutId id="2147483784" r:id="rId112"/>
    <p:sldLayoutId id="2147483785" r:id="rId113"/>
    <p:sldLayoutId id="2147483786" r:id="rId114"/>
    <p:sldLayoutId id="2147483787" r:id="rId115"/>
    <p:sldLayoutId id="2147483788" r:id="rId116"/>
    <p:sldLayoutId id="2147483789" r:id="rId117"/>
    <p:sldLayoutId id="2147483790" r:id="rId118"/>
    <p:sldLayoutId id="2147483791" r:id="rId119"/>
    <p:sldLayoutId id="2147483792" r:id="rId120"/>
    <p:sldLayoutId id="2147483793" r:id="rId121"/>
    <p:sldLayoutId id="2147483794" r:id="rId122"/>
    <p:sldLayoutId id="2147483795" r:id="rId123"/>
    <p:sldLayoutId id="2147483796" r:id="rId124"/>
    <p:sldLayoutId id="2147483797" r:id="rId125"/>
    <p:sldLayoutId id="2147483798" r:id="rId126"/>
    <p:sldLayoutId id="2147483799" r:id="rId127"/>
    <p:sldLayoutId id="2147483800" r:id="rId128"/>
    <p:sldLayoutId id="2147483801" r:id="rId129"/>
    <p:sldLayoutId id="2147483802" r:id="rId130"/>
    <p:sldLayoutId id="2147483803" r:id="rId131"/>
    <p:sldLayoutId id="2147483804" r:id="rId132"/>
    <p:sldLayoutId id="2147483805" r:id="rId133"/>
    <p:sldLayoutId id="2147483806" r:id="rId134"/>
    <p:sldLayoutId id="2147483807" r:id="rId135"/>
    <p:sldLayoutId id="2147483808" r:id="rId136"/>
    <p:sldLayoutId id="2147483809" r:id="rId137"/>
    <p:sldLayoutId id="2147483810" r:id="rId138"/>
    <p:sldLayoutId id="2147483811" r:id="rId139"/>
    <p:sldLayoutId id="2147483812" r:id="rId140"/>
    <p:sldLayoutId id="2147483813" r:id="rId141"/>
    <p:sldLayoutId id="2147483814" r:id="rId142"/>
    <p:sldLayoutId id="2147483815" r:id="rId143"/>
    <p:sldLayoutId id="2147483816" r:id="rId144"/>
    <p:sldLayoutId id="2147483817" r:id="rId145"/>
    <p:sldLayoutId id="2147483818" r:id="rId146"/>
    <p:sldLayoutId id="2147483819" r:id="rId147"/>
    <p:sldLayoutId id="2147483820" r:id="rId148"/>
    <p:sldLayoutId id="2147483821" r:id="rId149"/>
    <p:sldLayoutId id="2147483822" r:id="rId150"/>
    <p:sldLayoutId id="2147483823" r:id="rId151"/>
    <p:sldLayoutId id="2147483824" r:id="rId152"/>
    <p:sldLayoutId id="2147483825" r:id="rId153"/>
    <p:sldLayoutId id="2147483826" r:id="rId154"/>
    <p:sldLayoutId id="2147483827" r:id="rId155"/>
    <p:sldLayoutId id="2147483828" r:id="rId156"/>
    <p:sldLayoutId id="2147483829" r:id="rId157"/>
    <p:sldLayoutId id="2147483830" r:id="rId158"/>
    <p:sldLayoutId id="2147483831" r:id="rId159"/>
    <p:sldLayoutId id="2147483832" r:id="rId160"/>
    <p:sldLayoutId id="2147483833" r:id="rId161"/>
    <p:sldLayoutId id="2147483834" r:id="rId162"/>
    <p:sldLayoutId id="2147483835" r:id="rId163"/>
    <p:sldLayoutId id="2147483836" r:id="rId164"/>
    <p:sldLayoutId id="2147483837" r:id="rId165"/>
    <p:sldLayoutId id="2147483838" r:id="rId166"/>
    <p:sldLayoutId id="2147483839" r:id="rId167"/>
    <p:sldLayoutId id="2147483840" r:id="rId168"/>
    <p:sldLayoutId id="2147483841" r:id="rId169"/>
    <p:sldLayoutId id="2147483842" r:id="rId170"/>
    <p:sldLayoutId id="2147483843" r:id="rId171"/>
    <p:sldLayoutId id="2147483844" r:id="rId172"/>
    <p:sldLayoutId id="2147483845" r:id="rId173"/>
    <p:sldLayoutId id="2147483846" r:id="rId174"/>
    <p:sldLayoutId id="2147483847" r:id="rId175"/>
    <p:sldLayoutId id="2147483848" r:id="rId176"/>
    <p:sldLayoutId id="2147483849" r:id="rId177"/>
    <p:sldLayoutId id="2147483850" r:id="rId178"/>
    <p:sldLayoutId id="2147483851" r:id="rId179"/>
    <p:sldLayoutId id="2147483852" r:id="rId180"/>
    <p:sldLayoutId id="2147483853" r:id="rId181"/>
    <p:sldLayoutId id="2147483854" r:id="rId182"/>
    <p:sldLayoutId id="2147483855" r:id="rId183"/>
    <p:sldLayoutId id="2147483856" r:id="rId184"/>
    <p:sldLayoutId id="2147483857" r:id="rId185"/>
    <p:sldLayoutId id="2147483858" r:id="rId186"/>
    <p:sldLayoutId id="2147483859" r:id="rId187"/>
    <p:sldLayoutId id="2147483860" r:id="rId188"/>
    <p:sldLayoutId id="2147483861" r:id="rId189"/>
    <p:sldLayoutId id="2147483862" r:id="rId190"/>
    <p:sldLayoutId id="2147483863" r:id="rId191"/>
    <p:sldLayoutId id="2147483864" r:id="rId192"/>
    <p:sldLayoutId id="2147483865" r:id="rId193"/>
    <p:sldLayoutId id="2147483866" r:id="rId194"/>
    <p:sldLayoutId id="2147483867" r:id="rId195"/>
    <p:sldLayoutId id="2147483868" r:id="rId196"/>
    <p:sldLayoutId id="2147483869" r:id="rId197"/>
    <p:sldLayoutId id="2147483870" r:id="rId198"/>
    <p:sldLayoutId id="2147483871" r:id="rId199"/>
    <p:sldLayoutId id="2147483872" r:id="rId200"/>
    <p:sldLayoutId id="2147483873" r:id="rId201"/>
    <p:sldLayoutId id="2147483874" r:id="rId202"/>
    <p:sldLayoutId id="2147483875" r:id="rId203"/>
    <p:sldLayoutId id="2147483876" r:id="rId204"/>
    <p:sldLayoutId id="2147483877" r:id="rId205"/>
    <p:sldLayoutId id="2147483878" r:id="rId206"/>
    <p:sldLayoutId id="2147483879" r:id="rId207"/>
    <p:sldLayoutId id="2147483880" r:id="rId208"/>
    <p:sldLayoutId id="2147483881" r:id="rId209"/>
    <p:sldLayoutId id="2147483882" r:id="rId210"/>
    <p:sldLayoutId id="2147483883" r:id="rId211"/>
    <p:sldLayoutId id="2147483884" r:id="rId212"/>
    <p:sldLayoutId id="2147483885" r:id="rId213"/>
    <p:sldLayoutId id="2147483886" r:id="rId214"/>
    <p:sldLayoutId id="2147483887" r:id="rId215"/>
    <p:sldLayoutId id="2147483888" r:id="rId216"/>
    <p:sldLayoutId id="2147483889" r:id="rId217"/>
    <p:sldLayoutId id="2147483890" r:id="rId218"/>
    <p:sldLayoutId id="2147483891" r:id="rId219"/>
    <p:sldLayoutId id="2147483892" r:id="rId220"/>
    <p:sldLayoutId id="2147483893" r:id="rId221"/>
    <p:sldLayoutId id="2147483894" r:id="rId222"/>
    <p:sldLayoutId id="2147483895" r:id="rId223"/>
    <p:sldLayoutId id="2147483896" r:id="rId224"/>
    <p:sldLayoutId id="2147483897" r:id="rId225"/>
    <p:sldLayoutId id="2147483898" r:id="rId226"/>
    <p:sldLayoutId id="2147483899" r:id="rId227"/>
    <p:sldLayoutId id="2147483900" r:id="rId228"/>
    <p:sldLayoutId id="2147483901" r:id="rId229"/>
    <p:sldLayoutId id="2147483902" r:id="rId230"/>
    <p:sldLayoutId id="2147483903" r:id="rId231"/>
    <p:sldLayoutId id="2147483904" r:id="rId232"/>
    <p:sldLayoutId id="2147483905" r:id="rId233"/>
    <p:sldLayoutId id="2147483906" r:id="rId234"/>
    <p:sldLayoutId id="2147483907" r:id="rId235"/>
    <p:sldLayoutId id="2147483908" r:id="rId236"/>
    <p:sldLayoutId id="2147483909" r:id="rId237"/>
    <p:sldLayoutId id="2147483910" r:id="rId238"/>
    <p:sldLayoutId id="2147483911" r:id="rId239"/>
    <p:sldLayoutId id="2147483912" r:id="rId240"/>
    <p:sldLayoutId id="2147483913" r:id="rId241"/>
    <p:sldLayoutId id="2147483914" r:id="rId242"/>
    <p:sldLayoutId id="2147483915" r:id="rId243"/>
    <p:sldLayoutId id="2147483916" r:id="rId244"/>
    <p:sldLayoutId id="2147483917" r:id="rId245"/>
    <p:sldLayoutId id="2147483918" r:id="rId246"/>
    <p:sldLayoutId id="2147483919" r:id="rId247"/>
    <p:sldLayoutId id="2147483920" r:id="rId248"/>
    <p:sldLayoutId id="2147483921" r:id="rId249"/>
    <p:sldLayoutId id="2147483922" r:id="rId250"/>
    <p:sldLayoutId id="2147483923" r:id="rId251"/>
    <p:sldLayoutId id="2147483924" r:id="rId252"/>
    <p:sldLayoutId id="2147483925" r:id="rId253"/>
    <p:sldLayoutId id="2147483926" r:id="rId254"/>
    <p:sldLayoutId id="2147483927" r:id="rId255"/>
    <p:sldLayoutId id="2147483928" r:id="rId256"/>
    <p:sldLayoutId id="2147483929" r:id="rId257"/>
    <p:sldLayoutId id="2147483930" r:id="rId258"/>
    <p:sldLayoutId id="2147483931" r:id="rId259"/>
    <p:sldLayoutId id="2147483932" r:id="rId260"/>
    <p:sldLayoutId id="2147483933" r:id="rId261"/>
    <p:sldLayoutId id="2147483934" r:id="rId262"/>
    <p:sldLayoutId id="2147483935" r:id="rId263"/>
    <p:sldLayoutId id="2147483936" r:id="rId264"/>
    <p:sldLayoutId id="2147483937" r:id="rId265"/>
    <p:sldLayoutId id="2147483938" r:id="rId266"/>
    <p:sldLayoutId id="2147483939" r:id="rId267"/>
    <p:sldLayoutId id="2147483940" r:id="rId268"/>
    <p:sldLayoutId id="2147483941" r:id="rId269"/>
    <p:sldLayoutId id="2147483942" r:id="rId270"/>
    <p:sldLayoutId id="2147483943" r:id="rId271"/>
    <p:sldLayoutId id="2147483944" r:id="rId272"/>
    <p:sldLayoutId id="2147483945" r:id="rId273"/>
    <p:sldLayoutId id="2147483946" r:id="rId274"/>
    <p:sldLayoutId id="2147483947" r:id="rId275"/>
    <p:sldLayoutId id="2147483948" r:id="rId276"/>
    <p:sldLayoutId id="2147483949" r:id="rId277"/>
    <p:sldLayoutId id="2147483950" r:id="rId278"/>
    <p:sldLayoutId id="2147483951" r:id="rId279"/>
    <p:sldLayoutId id="2147483952" r:id="rId280"/>
    <p:sldLayoutId id="2147483953" r:id="rId281"/>
    <p:sldLayoutId id="2147483954" r:id="rId282"/>
    <p:sldLayoutId id="2147483955" r:id="rId283"/>
    <p:sldLayoutId id="2147483956" r:id="rId284"/>
    <p:sldLayoutId id="2147483957" r:id="rId285"/>
    <p:sldLayoutId id="2147483958" r:id="rId286"/>
    <p:sldLayoutId id="2147483959" r:id="rId287"/>
    <p:sldLayoutId id="2147483960" r:id="rId288"/>
    <p:sldLayoutId id="2147483961" r:id="rId289"/>
    <p:sldLayoutId id="2147483962" r:id="rId290"/>
    <p:sldLayoutId id="2147483963" r:id="rId291"/>
    <p:sldLayoutId id="2147483964" r:id="rId292"/>
    <p:sldLayoutId id="2147483965" r:id="rId293"/>
    <p:sldLayoutId id="2147483966" r:id="rId294"/>
    <p:sldLayoutId id="2147483967" r:id="rId295"/>
    <p:sldLayoutId id="2147483968" r:id="rId296"/>
    <p:sldLayoutId id="2147483969" r:id="rId297"/>
    <p:sldLayoutId id="2147483970" r:id="rId298"/>
    <p:sldLayoutId id="2147483971" r:id="rId299"/>
    <p:sldLayoutId id="2147483972" r:id="rId300"/>
    <p:sldLayoutId id="2147483973" r:id="rId301"/>
    <p:sldLayoutId id="2147483974" r:id="rId302"/>
    <p:sldLayoutId id="2147483975" r:id="rId303"/>
    <p:sldLayoutId id="2147483976" r:id="rId304"/>
    <p:sldLayoutId id="2147483977" r:id="rId305"/>
    <p:sldLayoutId id="2147483978" r:id="rId306"/>
    <p:sldLayoutId id="2147483979" r:id="rId307"/>
    <p:sldLayoutId id="2147483980" r:id="rId308"/>
    <p:sldLayoutId id="2147483981" r:id="rId309"/>
    <p:sldLayoutId id="2147483982" r:id="rId310"/>
    <p:sldLayoutId id="2147483983" r:id="rId311"/>
    <p:sldLayoutId id="2147483984" r:id="rId312"/>
    <p:sldLayoutId id="2147483985" r:id="rId313"/>
    <p:sldLayoutId id="2147483986" r:id="rId314"/>
    <p:sldLayoutId id="2147483987" r:id="rId315"/>
    <p:sldLayoutId id="2147483988" r:id="rId316"/>
    <p:sldLayoutId id="2147483989" r:id="rId317"/>
    <p:sldLayoutId id="2147483990" r:id="rId318"/>
    <p:sldLayoutId id="2147483991" r:id="rId319"/>
    <p:sldLayoutId id="2147483992" r:id="rId320"/>
    <p:sldLayoutId id="2147483993" r:id="rId321"/>
    <p:sldLayoutId id="2147483994" r:id="rId322"/>
    <p:sldLayoutId id="2147483995" r:id="rId323"/>
    <p:sldLayoutId id="2147483996" r:id="rId324"/>
    <p:sldLayoutId id="2147483997" r:id="rId325"/>
    <p:sldLayoutId id="2147483998" r:id="rId326"/>
    <p:sldLayoutId id="2147483999" r:id="rId327"/>
    <p:sldLayoutId id="2147484000" r:id="rId328"/>
    <p:sldLayoutId id="2147484001" r:id="rId329"/>
    <p:sldLayoutId id="2147484002" r:id="rId330"/>
    <p:sldLayoutId id="2147484003" r:id="rId331"/>
    <p:sldLayoutId id="2147484004" r:id="rId332"/>
    <p:sldLayoutId id="2147484005" r:id="rId333"/>
    <p:sldLayoutId id="2147484006" r:id="rId334"/>
    <p:sldLayoutId id="2147484007" r:id="rId335"/>
    <p:sldLayoutId id="2147484008" r:id="rId336"/>
    <p:sldLayoutId id="2147484009" r:id="rId337"/>
    <p:sldLayoutId id="2147484010" r:id="rId338"/>
    <p:sldLayoutId id="2147484011" r:id="rId339"/>
    <p:sldLayoutId id="2147484012" r:id="rId340"/>
    <p:sldLayoutId id="2147484013" r:id="rId341"/>
    <p:sldLayoutId id="2147484014" r:id="rId342"/>
    <p:sldLayoutId id="2147484015" r:id="rId343"/>
    <p:sldLayoutId id="2147484016" r:id="rId344"/>
    <p:sldLayoutId id="2147484017" r:id="rId345"/>
    <p:sldLayoutId id="2147484018" r:id="rId346"/>
    <p:sldLayoutId id="2147484019" r:id="rId347"/>
    <p:sldLayoutId id="2147484020" r:id="rId348"/>
    <p:sldLayoutId id="2147484021" r:id="rId349"/>
    <p:sldLayoutId id="2147484022" r:id="rId350"/>
    <p:sldLayoutId id="2147484023" r:id="rId351"/>
    <p:sldLayoutId id="2147484024" r:id="rId352"/>
    <p:sldLayoutId id="2147484025" r:id="rId353"/>
    <p:sldLayoutId id="2147484026" r:id="rId354"/>
    <p:sldLayoutId id="2147484027" r:id="rId355"/>
    <p:sldLayoutId id="2147484028" r:id="rId356"/>
    <p:sldLayoutId id="2147484029" r:id="rId357"/>
    <p:sldLayoutId id="2147484030" r:id="rId358"/>
    <p:sldLayoutId id="2147484031" r:id="rId359"/>
    <p:sldLayoutId id="2147484032" r:id="rId360"/>
    <p:sldLayoutId id="2147484033" r:id="rId361"/>
    <p:sldLayoutId id="2147484034" r:id="rId362"/>
    <p:sldLayoutId id="2147484035" r:id="rId363"/>
    <p:sldLayoutId id="2147484036" r:id="rId364"/>
    <p:sldLayoutId id="2147484037" r:id="rId365"/>
    <p:sldLayoutId id="2147484038" r:id="rId366"/>
    <p:sldLayoutId id="2147484039" r:id="rId367"/>
    <p:sldLayoutId id="2147484040" r:id="rId368"/>
    <p:sldLayoutId id="2147484041" r:id="rId369"/>
    <p:sldLayoutId id="2147484042" r:id="rId370"/>
    <p:sldLayoutId id="2147484043" r:id="rId371"/>
    <p:sldLayoutId id="2147484044" r:id="rId372"/>
    <p:sldLayoutId id="2147484045" r:id="rId373"/>
    <p:sldLayoutId id="2147484046" r:id="rId374"/>
    <p:sldLayoutId id="2147484047" r:id="rId375"/>
    <p:sldLayoutId id="2147484048" r:id="rId376"/>
    <p:sldLayoutId id="2147484049" r:id="rId377"/>
    <p:sldLayoutId id="2147484050" r:id="rId378"/>
    <p:sldLayoutId id="2147484051" r:id="rId379"/>
    <p:sldLayoutId id="2147484052" r:id="rId380"/>
    <p:sldLayoutId id="2147484053" r:id="rId381"/>
    <p:sldLayoutId id="2147484054" r:id="rId382"/>
    <p:sldLayoutId id="2147484055" r:id="rId383"/>
    <p:sldLayoutId id="2147484056" r:id="rId384"/>
    <p:sldLayoutId id="2147484057" r:id="rId385"/>
    <p:sldLayoutId id="2147484058" r:id="rId386"/>
    <p:sldLayoutId id="2147484059" r:id="rId387"/>
    <p:sldLayoutId id="2147484060" r:id="rId388"/>
    <p:sldLayoutId id="2147484061" r:id="rId389"/>
    <p:sldLayoutId id="2147484062" r:id="rId390"/>
    <p:sldLayoutId id="2147484063" r:id="rId391"/>
    <p:sldLayoutId id="2147484064" r:id="rId392"/>
    <p:sldLayoutId id="2147484065" r:id="rId393"/>
    <p:sldLayoutId id="2147484066" r:id="rId394"/>
    <p:sldLayoutId id="2147484067" r:id="rId395"/>
    <p:sldLayoutId id="2147484068" r:id="rId396"/>
    <p:sldLayoutId id="2147484069" r:id="rId397"/>
    <p:sldLayoutId id="2147484070" r:id="rId398"/>
    <p:sldLayoutId id="2147484071" r:id="rId399"/>
    <p:sldLayoutId id="2147484072" r:id="rId400"/>
    <p:sldLayoutId id="2147484073" r:id="rId401"/>
    <p:sldLayoutId id="2147484074" r:id="rId402"/>
    <p:sldLayoutId id="2147484075" r:id="rId403"/>
    <p:sldLayoutId id="2147484076" r:id="rId404"/>
    <p:sldLayoutId id="2147484077" r:id="rId405"/>
    <p:sldLayoutId id="2147484078" r:id="rId406"/>
    <p:sldLayoutId id="2147484079" r:id="rId407"/>
    <p:sldLayoutId id="2147484080" r:id="rId408"/>
    <p:sldLayoutId id="2147484081" r:id="rId409"/>
    <p:sldLayoutId id="2147484082" r:id="rId410"/>
    <p:sldLayoutId id="2147484083" r:id="rId411"/>
    <p:sldLayoutId id="2147484084" r:id="rId412"/>
    <p:sldLayoutId id="2147484085" r:id="rId413"/>
    <p:sldLayoutId id="2147484086" r:id="rId414"/>
    <p:sldLayoutId id="2147484087" r:id="rId415"/>
    <p:sldLayoutId id="2147484088" r:id="rId416"/>
    <p:sldLayoutId id="2147484089" r:id="rId417"/>
    <p:sldLayoutId id="2147484090" r:id="rId418"/>
    <p:sldLayoutId id="2147484091" r:id="rId419"/>
    <p:sldLayoutId id="2147484092" r:id="rId420"/>
    <p:sldLayoutId id="2147484093" r:id="rId421"/>
    <p:sldLayoutId id="2147484094" r:id="rId422"/>
    <p:sldLayoutId id="2147484095" r:id="rId423"/>
    <p:sldLayoutId id="2147484096" r:id="rId424"/>
    <p:sldLayoutId id="2147484097" r:id="rId425"/>
    <p:sldLayoutId id="2147484098" r:id="rId426"/>
    <p:sldLayoutId id="2147484099" r:id="rId427"/>
    <p:sldLayoutId id="2147484100" r:id="rId428"/>
    <p:sldLayoutId id="2147484101" r:id="rId429"/>
    <p:sldLayoutId id="2147484102" r:id="rId430"/>
    <p:sldLayoutId id="2147484103" r:id="rId431"/>
    <p:sldLayoutId id="2147484104" r:id="rId432"/>
    <p:sldLayoutId id="2147484105" r:id="rId433"/>
    <p:sldLayoutId id="2147484106" r:id="rId434"/>
    <p:sldLayoutId id="2147484107" r:id="rId435"/>
    <p:sldLayoutId id="2147484108" r:id="rId436"/>
    <p:sldLayoutId id="2147484109" r:id="rId437"/>
    <p:sldLayoutId id="2147484110" r:id="rId438"/>
    <p:sldLayoutId id="2147484111" r:id="rId439"/>
    <p:sldLayoutId id="2147484112" r:id="rId440"/>
    <p:sldLayoutId id="2147484113" r:id="rId441"/>
    <p:sldLayoutId id="2147484114" r:id="rId442"/>
    <p:sldLayoutId id="2147484127" r:id="rId443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>
          <p15:clr>
            <a:srgbClr val="F26B43"/>
          </p15:clr>
        </p15:guide>
        <p15:guide id="2" orient="horz" pos="759">
          <p15:clr>
            <a:srgbClr val="F26B43"/>
          </p15:clr>
        </p15:guide>
        <p15:guide id="3" pos="764">
          <p15:clr>
            <a:srgbClr val="F26B43"/>
          </p15:clr>
        </p15:guide>
        <p15:guide id="4" pos="1459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57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1.xml"/><Relationship Id="rId4" Type="http://schemas.openxmlformats.org/officeDocument/2006/relationships/image" Target="../media/image25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1.xml"/><Relationship Id="rId4" Type="http://schemas.openxmlformats.org/officeDocument/2006/relationships/image" Target="../media/image25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jp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45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3" Type="http://schemas.openxmlformats.org/officeDocument/2006/relationships/image" Target="../media/image258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61.png"/><Relationship Id="rId11" Type="http://schemas.openxmlformats.org/officeDocument/2006/relationships/image" Target="../media/image267.png"/><Relationship Id="rId5" Type="http://schemas.openxmlformats.org/officeDocument/2006/relationships/image" Target="../media/image260.png"/><Relationship Id="rId10" Type="http://schemas.openxmlformats.org/officeDocument/2006/relationships/image" Target="../media/image266.png"/><Relationship Id="rId4" Type="http://schemas.openxmlformats.org/officeDocument/2006/relationships/image" Target="../media/image259.png"/><Relationship Id="rId9" Type="http://schemas.openxmlformats.org/officeDocument/2006/relationships/image" Target="../media/image26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45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3" Type="http://schemas.openxmlformats.org/officeDocument/2006/relationships/image" Target="../media/image263.png"/><Relationship Id="rId7" Type="http://schemas.openxmlformats.org/officeDocument/2006/relationships/image" Target="../media/image26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458.xml"/><Relationship Id="rId4" Type="http://schemas.openxmlformats.org/officeDocument/2006/relationships/image" Target="../media/image2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image" Target="../media/image272.png"/><Relationship Id="rId7" Type="http://schemas.openxmlformats.org/officeDocument/2006/relationships/image" Target="../media/image26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10" Type="http://schemas.openxmlformats.org/officeDocument/2006/relationships/image" Target="../media/image268.png"/><Relationship Id="rId4" Type="http://schemas.openxmlformats.org/officeDocument/2006/relationships/image" Target="../media/image273.png"/><Relationship Id="rId9" Type="http://schemas.openxmlformats.org/officeDocument/2006/relationships/image" Target="../media/image26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4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45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76.png"/><Relationship Id="rId7" Type="http://schemas.openxmlformats.org/officeDocument/2006/relationships/image" Target="../media/image266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8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45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3" Type="http://schemas.openxmlformats.org/officeDocument/2006/relationships/image" Target="../media/image286.png"/><Relationship Id="rId7" Type="http://schemas.openxmlformats.org/officeDocument/2006/relationships/image" Target="../media/image290.pn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87.jpg"/><Relationship Id="rId9" Type="http://schemas.openxmlformats.org/officeDocument/2006/relationships/image" Target="../media/image29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13" Type="http://schemas.openxmlformats.org/officeDocument/2006/relationships/image" Target="../media/image302.png"/><Relationship Id="rId3" Type="http://schemas.openxmlformats.org/officeDocument/2006/relationships/image" Target="../media/image286.png"/><Relationship Id="rId7" Type="http://schemas.openxmlformats.org/officeDocument/2006/relationships/image" Target="../media/image296.png"/><Relationship Id="rId12" Type="http://schemas.openxmlformats.org/officeDocument/2006/relationships/image" Target="../media/image301.png"/><Relationship Id="rId2" Type="http://schemas.openxmlformats.org/officeDocument/2006/relationships/image" Target="../media/image293.png"/><Relationship Id="rId16" Type="http://schemas.openxmlformats.org/officeDocument/2006/relationships/image" Target="../media/image305.jp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295.png"/><Relationship Id="rId11" Type="http://schemas.openxmlformats.org/officeDocument/2006/relationships/image" Target="../media/image300.png"/><Relationship Id="rId5" Type="http://schemas.openxmlformats.org/officeDocument/2006/relationships/image" Target="../media/image294.png"/><Relationship Id="rId15" Type="http://schemas.openxmlformats.org/officeDocument/2006/relationships/image" Target="../media/image304.png"/><Relationship Id="rId10" Type="http://schemas.openxmlformats.org/officeDocument/2006/relationships/image" Target="../media/image299.png"/><Relationship Id="rId4" Type="http://schemas.openxmlformats.org/officeDocument/2006/relationships/image" Target="../media/image287.jpg"/><Relationship Id="rId9" Type="http://schemas.openxmlformats.org/officeDocument/2006/relationships/image" Target="../media/image298.png"/><Relationship Id="rId14" Type="http://schemas.openxmlformats.org/officeDocument/2006/relationships/image" Target="../media/image30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45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458.xml"/><Relationship Id="rId4" Type="http://schemas.openxmlformats.org/officeDocument/2006/relationships/image" Target="../media/image3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58.xml"/><Relationship Id="rId5" Type="http://schemas.openxmlformats.org/officeDocument/2006/relationships/image" Target="../media/image312.jpg"/><Relationship Id="rId4" Type="http://schemas.openxmlformats.org/officeDocument/2006/relationships/image" Target="../media/image3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458.xml"/><Relationship Id="rId5" Type="http://schemas.openxmlformats.org/officeDocument/2006/relationships/image" Target="../media/image314.jpg"/><Relationship Id="rId4" Type="http://schemas.openxmlformats.org/officeDocument/2006/relationships/image" Target="../media/image3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4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7" Type="http://schemas.openxmlformats.org/officeDocument/2006/relationships/image" Target="../media/image321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458.xml"/><Relationship Id="rId6" Type="http://schemas.openxmlformats.org/officeDocument/2006/relationships/image" Target="../media/image320.png"/><Relationship Id="rId5" Type="http://schemas.openxmlformats.org/officeDocument/2006/relationships/image" Target="../media/image319.png"/><Relationship Id="rId4" Type="http://schemas.openxmlformats.org/officeDocument/2006/relationships/image" Target="../media/image3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27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3.png"/><Relationship Id="rId4" Type="http://schemas.openxmlformats.org/officeDocument/2006/relationships/image" Target="../media/image3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hyperlink" Target="mailto:jdoe@example.com" TargetMode="Externa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75" y="3124200"/>
            <a:ext cx="6095925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0" dirty="0">
                <a:solidFill>
                  <a:srgbClr val="FAFAFA"/>
                </a:solidFill>
                <a:latin typeface="GRAPHIKLCG-SEMIBOLD" panose="020B0503030202060203" pitchFamily="34" charset="0"/>
                <a:cs typeface="Arial"/>
              </a:rPr>
              <a:t>HTTP Web Services &amp; Model Serving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lang="en-US" sz="1800" spc="20" dirty="0">
                <a:solidFill>
                  <a:srgbClr val="9FD3FF"/>
                </a:solidFill>
                <a:latin typeface="Graphik LCG" panose="020B0503030202060203" pitchFamily="34" charset="0"/>
                <a:cs typeface="Arial"/>
              </a:rPr>
              <a:t>From MLflow champion to a production-shaped inference 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75" y="5818531"/>
            <a:ext cx="2514525" cy="230832"/>
          </a:xfrm>
          <a:prstGeom prst="rect">
            <a:avLst/>
          </a:prstGeom>
          <a:solidFill>
            <a:srgbClr val="06A2F1"/>
          </a:solidFill>
        </p:spPr>
        <p:txBody>
          <a:bodyPr vert="horz" wrap="square" lIns="0" tIns="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755"/>
              </a:spcBef>
            </a:pPr>
            <a:r>
              <a:rPr lang="en-US" sz="1500" spc="50" dirty="0">
                <a:solidFill>
                  <a:srgbClr val="FAFAFA"/>
                </a:solidFill>
                <a:latin typeface="Graphik LCG" panose="020B0503030202060203" pitchFamily="34" charset="0"/>
                <a:cs typeface="Arial"/>
              </a:rPr>
              <a:t>Building ML Solutions</a:t>
            </a:r>
            <a:endParaRPr sz="15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5818531"/>
            <a:ext cx="1356360" cy="230832"/>
          </a:xfrm>
          <a:prstGeom prst="rect">
            <a:avLst/>
          </a:prstGeom>
          <a:solidFill>
            <a:srgbClr val="06A2F1"/>
          </a:solidFill>
        </p:spPr>
        <p:txBody>
          <a:bodyPr vert="horz" wrap="square" lIns="0" tIns="0" rIns="0" bIns="0" rtlCol="0">
            <a:spAutoFit/>
          </a:bodyPr>
          <a:lstStyle/>
          <a:p>
            <a:pPr marL="187325">
              <a:spcBef>
                <a:spcPts val="755"/>
              </a:spcBef>
            </a:pPr>
            <a:r>
              <a:rPr lang="en-US" sz="1500" dirty="0">
                <a:solidFill>
                  <a:srgbClr val="FAFAFA"/>
                </a:solidFill>
                <a:latin typeface="Graphik LCG" panose="020B0503030202060203" pitchFamily="34" charset="0"/>
                <a:cs typeface="Arial"/>
              </a:rPr>
              <a:t>Session 12</a:t>
            </a:r>
          </a:p>
        </p:txBody>
      </p:sp>
    </p:spTree>
    <p:extLst>
      <p:ext uri="{BB962C8B-B14F-4D97-AF65-F5344CB8AC3E}">
        <p14:creationId xmlns:p14="http://schemas.microsoft.com/office/powerpoint/2010/main" val="42796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5F83B79E-6B5D-47B6-F5A9-80F29B0D2BE5}"/>
              </a:ext>
            </a:extLst>
          </p:cNvPr>
          <p:cNvSpPr txBox="1">
            <a:spLocks/>
          </p:cNvSpPr>
          <p:nvPr/>
        </p:nvSpPr>
        <p:spPr>
          <a:xfrm>
            <a:off x="658419" y="552866"/>
            <a:ext cx="63773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761970" rtl="0" eaLnBrk="1" latinLnBrk="0" hangingPunct="1">
              <a:spcBef>
                <a:spcPct val="0"/>
              </a:spcBef>
              <a:buNone/>
              <a:defRPr sz="36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n" sz="4000" b="1" dirty="0">
                <a:latin typeface="GRAPHIKLCG-SEMIBOLD" panose="020B0503030202060203" pitchFamily="34" charset="0"/>
              </a:rPr>
              <a:t>Lecture Overview</a:t>
            </a:r>
            <a:endParaRPr lang="en" sz="4000" b="1" spc="125" dirty="0">
              <a:latin typeface="GRAPHIKLCG-SEMIBOLD" panose="020B0503030202060203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C3B87D07-A2B6-264B-8A61-4FDFF049FDCC}"/>
              </a:ext>
            </a:extLst>
          </p:cNvPr>
          <p:cNvSpPr txBox="1"/>
          <p:nvPr/>
        </p:nvSpPr>
        <p:spPr>
          <a:xfrm>
            <a:off x="11510086" y="6393154"/>
            <a:ext cx="1028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5D5D5D"/>
                </a:solidFill>
                <a:latin typeface="Graphik LCG" panose="020B0503030202060203" pitchFamily="34" charset="0"/>
                <a:cs typeface="Arial"/>
              </a:rPr>
              <a:t>2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C6531046-65AB-274A-1173-C2199E4CE776}"/>
              </a:ext>
            </a:extLst>
          </p:cNvPr>
          <p:cNvSpPr txBox="1"/>
          <p:nvPr/>
        </p:nvSpPr>
        <p:spPr>
          <a:xfrm>
            <a:off x="1384300" y="1536700"/>
            <a:ext cx="5653405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sz="2000" dirty="0"/>
              <a:t>Packaging &amp; Versioning Models for Production</a:t>
            </a:r>
            <a:endParaRPr lang="ru-RU" sz="20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" sz="2000" dirty="0"/>
              <a:t>Deployment Scenarios &amp; Architectural Patterns</a:t>
            </a:r>
            <a:endParaRPr lang="ru-RU" sz="2000" dirty="0"/>
          </a:p>
          <a:p>
            <a:pPr marL="12700">
              <a:lnSpc>
                <a:spcPct val="100000"/>
              </a:lnSpc>
            </a:pPr>
            <a:endParaRPr lang="ru-RU" sz="2000" dirty="0"/>
          </a:p>
          <a:p>
            <a:pPr marL="12700">
              <a:lnSpc>
                <a:spcPct val="100000"/>
              </a:lnSpc>
            </a:pPr>
            <a:r>
              <a:rPr lang="en" sz="2000" dirty="0">
                <a:latin typeface="Graphik LCG" panose="020B0503030202060203" pitchFamily="34" charset="0"/>
                <a:cs typeface="Arial"/>
              </a:rPr>
              <a:t>Service Interfaces: REST vs </a:t>
            </a:r>
            <a:r>
              <a:rPr lang="en" sz="2000" dirty="0" err="1">
                <a:latin typeface="Graphik LCG" panose="020B0503030202060203" pitchFamily="34" charset="0"/>
                <a:cs typeface="Arial"/>
              </a:rPr>
              <a:t>gRPC</a:t>
            </a:r>
            <a:r>
              <a:rPr lang="en" sz="2000" dirty="0">
                <a:latin typeface="Graphik LCG" panose="020B0503030202060203" pitchFamily="34" charset="0"/>
                <a:cs typeface="Arial"/>
              </a:rPr>
              <a:t> </a:t>
            </a:r>
            <a:endParaRPr lang="ru-RU" sz="20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</a:pPr>
            <a:endParaRPr sz="20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" sz="2000" dirty="0"/>
              <a:t>Building APIs with </a:t>
            </a:r>
            <a:r>
              <a:rPr lang="en" sz="2000" dirty="0" err="1"/>
              <a:t>FastAPI</a:t>
            </a:r>
            <a:endParaRPr lang="ru-RU" sz="2000" dirty="0"/>
          </a:p>
          <a:p>
            <a:pPr marL="12700">
              <a:lnSpc>
                <a:spcPct val="100000"/>
              </a:lnSpc>
            </a:pPr>
            <a:endParaRPr lang="ru-RU" sz="20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" sz="2000" dirty="0"/>
              <a:t>Production Inference Frameworks</a:t>
            </a:r>
            <a:endParaRPr sz="2000" dirty="0">
              <a:latin typeface="Graphik LCG" panose="020B0503030202060203" pitchFamily="34" charset="0"/>
              <a:cs typeface="Arial"/>
            </a:endParaRPr>
          </a:p>
        </p:txBody>
      </p:sp>
      <p:pic>
        <p:nvPicPr>
          <p:cNvPr id="13" name="object 5">
            <a:extLst>
              <a:ext uri="{FF2B5EF4-FFF2-40B4-BE49-F238E27FC236}">
                <a16:creationId xmlns:a16="http://schemas.microsoft.com/office/drawing/2014/main" id="{09FB631E-9CF6-6B7B-C0C5-4F4987EC085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398" y="1516465"/>
            <a:ext cx="467895" cy="467895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F1C6BF84-F163-E6AD-8CDD-ECBDB69CE16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400" y="2120055"/>
            <a:ext cx="467895" cy="467895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A1081E73-B401-CD59-117E-A40CEA44CE1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400" y="2723645"/>
            <a:ext cx="467895" cy="467895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712B1E40-72A7-A746-21F9-AEC7BA66FF0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399" y="3323651"/>
            <a:ext cx="467895" cy="467895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663CC381-C8C5-2561-3A7F-EB4B971FF8C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398" y="3923657"/>
            <a:ext cx="467895" cy="46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944" y="441325"/>
            <a:ext cx="6292255" cy="50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defTabSz="761970" rtl="0">
              <a:lnSpc>
                <a:spcPts val="3917"/>
              </a:lnSpc>
            </a:pPr>
            <a:r>
              <a:rPr lang="en-US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Why Is This Important?</a:t>
            </a:r>
            <a:endParaRPr lang="en-US" sz="4000" b="1" kern="1200" dirty="0">
              <a:solidFill>
                <a:prstClr val="black"/>
              </a:solidFill>
              <a:latin typeface="GRAPHIKLCG-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7700" y="1333500"/>
            <a:ext cx="5330000" cy="3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defTabSz="761970" rtl="0">
              <a:lnSpc>
                <a:spcPts val="2200"/>
              </a:lnSpc>
              <a:spcAft>
                <a:spcPts val="900"/>
              </a:spcAft>
            </a:pPr>
            <a:r>
              <a:rPr lang="en-US" sz="1600" i="1" kern="1200" dirty="0">
                <a:solidFill>
                  <a:srgbClr val="5A5A5A"/>
                </a:solidFill>
                <a:latin typeface="Graphik LC" pitchFamily="34" charset="0"/>
              </a:rPr>
              <a:t>Shipping the model as a service is the real work:</a:t>
            </a:r>
          </a:p>
          <a:p>
            <a:pPr algn="l" defTabSz="761970" rtl="0">
              <a:lnSpc>
                <a:spcPts val="21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A84C9"/>
                </a:solidFill>
                <a:latin typeface="GRAPHIKLCG-SEMIBOLD" pitchFamily="34" charset="0"/>
              </a:rPr>
              <a:t>Session 6</a:t>
            </a: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  —  a stable /predict contract.</a:t>
            </a:r>
          </a:p>
          <a:p>
            <a:pPr algn="l" defTabSz="761970" rtl="0">
              <a:lnSpc>
                <a:spcPts val="21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A84C9"/>
                </a:solidFill>
                <a:latin typeface="GRAPHIKLCG-SEMIBOLD" pitchFamily="34" charset="0"/>
              </a:rPr>
              <a:t>Session 8</a:t>
            </a: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  —  same contract, pretrained model.</a:t>
            </a:r>
          </a:p>
          <a:p>
            <a:pPr algn="l" defTabSz="761970" rtl="0">
              <a:lnSpc>
                <a:spcPts val="21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A84C9"/>
                </a:solidFill>
                <a:latin typeface="GRAPHIKLCG-SEMIBOLD" pitchFamily="34" charset="0"/>
              </a:rPr>
              <a:t>Session 11</a:t>
            </a: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  —  champion selected in MLflow.</a:t>
            </a:r>
          </a:p>
          <a:p>
            <a:pPr algn="l" defTabSz="761970" rtl="0">
              <a:lnSpc>
                <a:spcPts val="21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A84C9"/>
                </a:solidFill>
                <a:latin typeface="GRAPHIKLCG-SEMIBOLD" pitchFamily="34" charset="0"/>
              </a:rPr>
              <a:t>Session 12</a:t>
            </a: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  —  champion as an HTTP service (today).</a:t>
            </a:r>
          </a:p>
          <a:p>
            <a:pPr algn="l" defTabSz="761970" rtl="0">
              <a:lnSpc>
                <a:spcPts val="21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A84C9"/>
                </a:solidFill>
                <a:latin typeface="GRAPHIKLCG-SEMIBOLD" pitchFamily="34" charset="0"/>
              </a:rPr>
              <a:t>Session 13</a:t>
            </a: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  —  Grafana &amp; cloud observability (next).</a:t>
            </a: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604" y="1348726"/>
            <a:ext cx="5036344" cy="503634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54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3243" y="442865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459849" y="330136"/>
                </a:moveTo>
                <a:lnTo>
                  <a:pt x="419028" y="330136"/>
                </a:lnTo>
                <a:lnTo>
                  <a:pt x="419028" y="479870"/>
                </a:lnTo>
                <a:lnTo>
                  <a:pt x="558479" y="479870"/>
                </a:lnTo>
                <a:lnTo>
                  <a:pt x="558479" y="512393"/>
                </a:lnTo>
                <a:lnTo>
                  <a:pt x="596693" y="512393"/>
                </a:lnTo>
                <a:lnTo>
                  <a:pt x="596693" y="446647"/>
                </a:lnTo>
                <a:lnTo>
                  <a:pt x="459850" y="446647"/>
                </a:lnTo>
                <a:lnTo>
                  <a:pt x="459849" y="330136"/>
                </a:lnTo>
                <a:close/>
              </a:path>
              <a:path w="784859" h="512444">
                <a:moveTo>
                  <a:pt x="247903" y="400095"/>
                </a:moveTo>
                <a:lnTo>
                  <a:pt x="221081" y="417012"/>
                </a:lnTo>
                <a:lnTo>
                  <a:pt x="337101" y="480902"/>
                </a:lnTo>
                <a:lnTo>
                  <a:pt x="357675" y="468768"/>
                </a:lnTo>
                <a:lnTo>
                  <a:pt x="357675" y="445243"/>
                </a:lnTo>
                <a:lnTo>
                  <a:pt x="329950" y="445243"/>
                </a:lnTo>
                <a:lnTo>
                  <a:pt x="247903" y="400095"/>
                </a:lnTo>
                <a:close/>
              </a:path>
              <a:path w="784859" h="512444">
                <a:moveTo>
                  <a:pt x="576488" y="330136"/>
                </a:moveTo>
                <a:lnTo>
                  <a:pt x="535667" y="330136"/>
                </a:lnTo>
                <a:lnTo>
                  <a:pt x="535667" y="446647"/>
                </a:lnTo>
                <a:lnTo>
                  <a:pt x="576489" y="446647"/>
                </a:lnTo>
                <a:lnTo>
                  <a:pt x="576488" y="330136"/>
                </a:lnTo>
                <a:close/>
              </a:path>
              <a:path w="784859" h="512444">
                <a:moveTo>
                  <a:pt x="357675" y="316967"/>
                </a:moveTo>
                <a:lnTo>
                  <a:pt x="329950" y="316967"/>
                </a:lnTo>
                <a:lnTo>
                  <a:pt x="329950" y="445243"/>
                </a:lnTo>
                <a:lnTo>
                  <a:pt x="357675" y="445243"/>
                </a:lnTo>
                <a:lnTo>
                  <a:pt x="357675" y="316967"/>
                </a:lnTo>
                <a:close/>
              </a:path>
              <a:path w="784859" h="512444">
                <a:moveTo>
                  <a:pt x="163780" y="0"/>
                </a:moveTo>
                <a:lnTo>
                  <a:pt x="143206" y="12135"/>
                </a:lnTo>
                <a:lnTo>
                  <a:pt x="143206" y="181387"/>
                </a:lnTo>
                <a:lnTo>
                  <a:pt x="0" y="271902"/>
                </a:lnTo>
                <a:lnTo>
                  <a:pt x="0" y="295199"/>
                </a:lnTo>
                <a:lnTo>
                  <a:pt x="194724" y="402443"/>
                </a:lnTo>
                <a:lnTo>
                  <a:pt x="245713" y="370214"/>
                </a:lnTo>
                <a:lnTo>
                  <a:pt x="193649" y="370214"/>
                </a:lnTo>
                <a:lnTo>
                  <a:pt x="34622" y="282799"/>
                </a:lnTo>
                <a:lnTo>
                  <a:pt x="157499" y="205163"/>
                </a:lnTo>
                <a:lnTo>
                  <a:pt x="215154" y="205163"/>
                </a:lnTo>
                <a:lnTo>
                  <a:pt x="170966" y="180849"/>
                </a:lnTo>
                <a:lnTo>
                  <a:pt x="170965" y="35620"/>
                </a:lnTo>
                <a:lnTo>
                  <a:pt x="228489" y="35620"/>
                </a:lnTo>
                <a:lnTo>
                  <a:pt x="163780" y="0"/>
                </a:lnTo>
                <a:close/>
              </a:path>
              <a:path w="784859" h="512444">
                <a:moveTo>
                  <a:pt x="215154" y="205163"/>
                </a:moveTo>
                <a:lnTo>
                  <a:pt x="157499" y="205163"/>
                </a:lnTo>
                <a:lnTo>
                  <a:pt x="316440" y="292620"/>
                </a:lnTo>
                <a:lnTo>
                  <a:pt x="193606" y="370214"/>
                </a:lnTo>
                <a:lnTo>
                  <a:pt x="245713" y="370214"/>
                </a:lnTo>
                <a:lnTo>
                  <a:pt x="329950" y="316967"/>
                </a:lnTo>
                <a:lnTo>
                  <a:pt x="357675" y="316967"/>
                </a:lnTo>
                <a:lnTo>
                  <a:pt x="357675" y="299512"/>
                </a:lnTo>
                <a:lnTo>
                  <a:pt x="407082" y="268307"/>
                </a:lnTo>
                <a:lnTo>
                  <a:pt x="329915" y="268307"/>
                </a:lnTo>
                <a:lnTo>
                  <a:pt x="215154" y="205163"/>
                </a:lnTo>
                <a:close/>
              </a:path>
              <a:path w="784859" h="512444">
                <a:moveTo>
                  <a:pt x="228489" y="35620"/>
                </a:moveTo>
                <a:lnTo>
                  <a:pt x="170965" y="35620"/>
                </a:lnTo>
                <a:lnTo>
                  <a:pt x="329915" y="123111"/>
                </a:lnTo>
                <a:lnTo>
                  <a:pt x="329915" y="268307"/>
                </a:lnTo>
                <a:lnTo>
                  <a:pt x="407082" y="268307"/>
                </a:lnTo>
                <a:lnTo>
                  <a:pt x="409759" y="266616"/>
                </a:lnTo>
                <a:lnTo>
                  <a:pt x="357675" y="266616"/>
                </a:lnTo>
                <a:lnTo>
                  <a:pt x="357674" y="106731"/>
                </a:lnTo>
                <a:lnTo>
                  <a:pt x="228489" y="35620"/>
                </a:lnTo>
                <a:close/>
              </a:path>
              <a:path w="784859" h="512444">
                <a:moveTo>
                  <a:pt x="384074" y="121258"/>
                </a:moveTo>
                <a:lnTo>
                  <a:pt x="384074" y="152915"/>
                </a:lnTo>
                <a:lnTo>
                  <a:pt x="466217" y="198066"/>
                </a:lnTo>
                <a:lnTo>
                  <a:pt x="357675" y="266616"/>
                </a:lnTo>
                <a:lnTo>
                  <a:pt x="409759" y="266616"/>
                </a:lnTo>
                <a:lnTo>
                  <a:pt x="500920" y="209040"/>
                </a:lnTo>
                <a:lnTo>
                  <a:pt x="500920" y="185102"/>
                </a:lnTo>
                <a:lnTo>
                  <a:pt x="384074" y="121258"/>
                </a:lnTo>
                <a:close/>
              </a:path>
              <a:path w="784859" h="512444">
                <a:moveTo>
                  <a:pt x="650938" y="330426"/>
                </a:moveTo>
                <a:lnTo>
                  <a:pt x="605986" y="330426"/>
                </a:lnTo>
                <a:lnTo>
                  <a:pt x="678956" y="441982"/>
                </a:lnTo>
                <a:lnTo>
                  <a:pt x="656600" y="480159"/>
                </a:lnTo>
                <a:lnTo>
                  <a:pt x="696553" y="480159"/>
                </a:lnTo>
                <a:lnTo>
                  <a:pt x="740268" y="405953"/>
                </a:lnTo>
                <a:lnTo>
                  <a:pt x="700236" y="405953"/>
                </a:lnTo>
                <a:lnTo>
                  <a:pt x="650938" y="330426"/>
                </a:lnTo>
                <a:close/>
              </a:path>
              <a:path w="784859" h="512444">
                <a:moveTo>
                  <a:pt x="784761" y="330426"/>
                </a:moveTo>
                <a:lnTo>
                  <a:pt x="744568" y="330426"/>
                </a:lnTo>
                <a:lnTo>
                  <a:pt x="700236" y="405953"/>
                </a:lnTo>
                <a:lnTo>
                  <a:pt x="740268" y="405953"/>
                </a:lnTo>
                <a:lnTo>
                  <a:pt x="784761" y="33042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1563" y="6425216"/>
            <a:ext cx="199959" cy="1523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65" y="1746827"/>
            <a:ext cx="8383535" cy="4120573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81364636-F3B8-7821-A3FF-6045020EDCD3}"/>
              </a:ext>
            </a:extLst>
          </p:cNvPr>
          <p:cNvSpPr/>
          <p:nvPr/>
        </p:nvSpPr>
        <p:spPr>
          <a:xfrm>
            <a:off x="612879" y="570734"/>
            <a:ext cx="9944950" cy="69794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Model serialization</a:t>
            </a:r>
          </a:p>
        </p:txBody>
      </p:sp>
    </p:spTree>
    <p:extLst>
      <p:ext uri="{BB962C8B-B14F-4D97-AF65-F5344CB8AC3E}">
        <p14:creationId xmlns:p14="http://schemas.microsoft.com/office/powerpoint/2010/main" val="34126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7753" y="6425216"/>
            <a:ext cx="205673" cy="1523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16481" y="586468"/>
            <a:ext cx="6691166" cy="688791"/>
            <a:chOff x="942513" y="566404"/>
            <a:chExt cx="11035665" cy="11360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225362" cy="11357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9460" y="566404"/>
              <a:ext cx="2824796" cy="11357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0759" y="566404"/>
              <a:ext cx="650160" cy="11357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4199" y="566404"/>
              <a:ext cx="5313938" cy="113573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616481" y="1304947"/>
            <a:ext cx="6313467" cy="3798167"/>
          </a:xfrm>
          <a:custGeom>
            <a:avLst/>
            <a:gdLst/>
            <a:ahLst/>
            <a:cxnLst/>
            <a:rect l="l" t="t" r="r" b="b"/>
            <a:pathLst>
              <a:path w="10412730" h="6264275">
                <a:moveTo>
                  <a:pt x="10171999" y="0"/>
                </a:moveTo>
                <a:lnTo>
                  <a:pt x="240350" y="0"/>
                </a:lnTo>
                <a:lnTo>
                  <a:pt x="191907" y="4883"/>
                </a:lnTo>
                <a:lnTo>
                  <a:pt x="146789" y="18891"/>
                </a:lnTo>
                <a:lnTo>
                  <a:pt x="105962" y="41054"/>
                </a:lnTo>
                <a:lnTo>
                  <a:pt x="70392" y="70407"/>
                </a:lnTo>
                <a:lnTo>
                  <a:pt x="41044" y="105984"/>
                </a:lnTo>
                <a:lnTo>
                  <a:pt x="18886" y="146816"/>
                </a:lnTo>
                <a:lnTo>
                  <a:pt x="4882" y="191937"/>
                </a:lnTo>
                <a:lnTo>
                  <a:pt x="0" y="240381"/>
                </a:lnTo>
                <a:lnTo>
                  <a:pt x="0" y="6023461"/>
                </a:lnTo>
                <a:lnTo>
                  <a:pt x="4882" y="6071870"/>
                </a:lnTo>
                <a:lnTo>
                  <a:pt x="18886" y="6116966"/>
                </a:lnTo>
                <a:lnTo>
                  <a:pt x="41044" y="6157779"/>
                </a:lnTo>
                <a:lnTo>
                  <a:pt x="70392" y="6193343"/>
                </a:lnTo>
                <a:lnTo>
                  <a:pt x="105962" y="6222689"/>
                </a:lnTo>
                <a:lnTo>
                  <a:pt x="146789" y="6244848"/>
                </a:lnTo>
                <a:lnTo>
                  <a:pt x="191907" y="6258854"/>
                </a:lnTo>
                <a:lnTo>
                  <a:pt x="240350" y="6263738"/>
                </a:lnTo>
                <a:lnTo>
                  <a:pt x="10171999" y="6263738"/>
                </a:lnTo>
                <a:lnTo>
                  <a:pt x="10220439" y="6258854"/>
                </a:lnTo>
                <a:lnTo>
                  <a:pt x="10265548" y="6244848"/>
                </a:lnTo>
                <a:lnTo>
                  <a:pt x="10306364" y="6222689"/>
                </a:lnTo>
                <a:lnTo>
                  <a:pt x="10341921" y="6193343"/>
                </a:lnTo>
                <a:lnTo>
                  <a:pt x="10371255" y="6157779"/>
                </a:lnTo>
                <a:lnTo>
                  <a:pt x="10393401" y="6116966"/>
                </a:lnTo>
                <a:lnTo>
                  <a:pt x="10407397" y="6071870"/>
                </a:lnTo>
                <a:lnTo>
                  <a:pt x="10412276" y="6023461"/>
                </a:lnTo>
                <a:lnTo>
                  <a:pt x="10412276" y="240381"/>
                </a:lnTo>
                <a:lnTo>
                  <a:pt x="10407397" y="191937"/>
                </a:lnTo>
                <a:lnTo>
                  <a:pt x="10393401" y="146816"/>
                </a:lnTo>
                <a:lnTo>
                  <a:pt x="10371255" y="105984"/>
                </a:lnTo>
                <a:lnTo>
                  <a:pt x="10341921" y="70407"/>
                </a:lnTo>
                <a:lnTo>
                  <a:pt x="10306364" y="41054"/>
                </a:lnTo>
                <a:lnTo>
                  <a:pt x="10265548" y="18891"/>
                </a:lnTo>
                <a:lnTo>
                  <a:pt x="10220439" y="4883"/>
                </a:lnTo>
                <a:lnTo>
                  <a:pt x="10171999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098" y="1433220"/>
            <a:ext cx="3962877" cy="450080"/>
          </a:xfrm>
          <a:prstGeom prst="rect">
            <a:avLst/>
          </a:prstGeom>
        </p:spPr>
        <p:txBody>
          <a:bodyPr vert="horz" wrap="square" lIns="0" tIns="8085" rIns="0" bIns="0" rtlCol="0">
            <a:spAutoFit/>
          </a:bodyPr>
          <a:lstStyle/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joblib</a:t>
            </a:r>
          </a:p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my_module </a:t>
            </a: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SimpleModel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098" y="2499799"/>
            <a:ext cx="5613511" cy="1586929"/>
          </a:xfrm>
          <a:prstGeom prst="rect">
            <a:avLst/>
          </a:prstGeom>
        </p:spPr>
        <p:txBody>
          <a:bodyPr vert="horz" wrap="square" lIns="0" tIns="8085" rIns="0" bIns="0" rtlCol="0">
            <a:spAutoFit/>
          </a:bodyPr>
          <a:lstStyle/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model </a:t>
            </a: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94" kern="1200" spc="-40" dirty="0">
                <a:solidFill>
                  <a:srgbClr val="0C959B"/>
                </a:solidFill>
                <a:latin typeface="Monaco"/>
                <a:cs typeface="Monaco"/>
              </a:rPr>
              <a:t>SimpleModel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  <a:p>
            <a:pPr marL="7700" algn="l" defTabSz="457109" rtl="0">
              <a:spcBef>
                <a:spcPts val="63"/>
              </a:spcBef>
            </a:pPr>
            <a:endParaRPr lang="en-US" sz="1394"/>
          </a:p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model_path </a:t>
            </a: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94" kern="1200" spc="-40" dirty="0">
                <a:solidFill>
                  <a:srgbClr val="C86764"/>
                </a:solidFill>
                <a:latin typeface="Monaco"/>
                <a:cs typeface="Monaco"/>
              </a:rPr>
              <a:t>"model.joblib"</a:t>
            </a:r>
          </a:p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joblib.</a:t>
            </a:r>
            <a:r>
              <a:rPr lang="en-US" sz="1394" kern="1200" spc="-40" dirty="0">
                <a:solidFill>
                  <a:srgbClr val="0C959B"/>
                </a:solidFill>
                <a:latin typeface="Monaco"/>
                <a:cs typeface="Monaco"/>
              </a:rPr>
              <a:t>dump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(model, model_path)</a:t>
            </a:r>
          </a:p>
          <a:p>
            <a:pPr marL="7700" algn="l" defTabSz="457109" rtl="0">
              <a:spcBef>
                <a:spcPts val="63"/>
              </a:spcBef>
            </a:pPr>
            <a:endParaRPr lang="en-US" sz="1394"/>
          </a:p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loaded_model </a:t>
            </a:r>
            <a:r>
              <a:rPr lang="en-US" sz="1394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 joblib.</a:t>
            </a:r>
            <a:r>
              <a:rPr lang="en-US" sz="1394" kern="1200" spc="-40" dirty="0">
                <a:solidFill>
                  <a:srgbClr val="0C959B"/>
                </a:solidFill>
                <a:latin typeface="Monaco"/>
                <a:cs typeface="Monaco"/>
              </a:rPr>
              <a:t>load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(model_path)</a:t>
            </a:r>
          </a:p>
          <a:p>
            <a:pPr marL="7700" algn="l" defTabSz="457109" rtl="0">
              <a:spcBef>
                <a:spcPts val="63"/>
              </a:spcBef>
            </a:pPr>
            <a:r>
              <a:rPr lang="en-US" sz="1394" kern="1200" spc="-40" dirty="0">
                <a:solidFill>
                  <a:srgbClr val="0C959B"/>
                </a:solidFill>
                <a:latin typeface="Monaco"/>
                <a:cs typeface="Monaco"/>
              </a:rPr>
              <a:t>print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  <a:r>
              <a:rPr lang="en-US" sz="1394" kern="1200" spc="-40" dirty="0">
                <a:solidFill>
                  <a:srgbClr val="C86764"/>
                </a:solidFill>
                <a:latin typeface="Monaco"/>
                <a:cs typeface="Monaco"/>
              </a:rPr>
              <a:t>"Model loaded successfully"</a:t>
            </a:r>
            <a:r>
              <a:rPr lang="en-US" sz="1394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681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11770" y="176799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45" y="161099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770" y="2306053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40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45" y="139941"/>
                </a:lnTo>
                <a:lnTo>
                  <a:pt x="0" y="139941"/>
                </a:lnTo>
                <a:lnTo>
                  <a:pt x="0" y="161086"/>
                </a:lnTo>
                <a:lnTo>
                  <a:pt x="362445" y="161086"/>
                </a:lnTo>
                <a:lnTo>
                  <a:pt x="235305" y="288544"/>
                </a:lnTo>
                <a:lnTo>
                  <a:pt x="247764" y="301040"/>
                </a:lnTo>
                <a:lnTo>
                  <a:pt x="252666" y="301040"/>
                </a:lnTo>
                <a:lnTo>
                  <a:pt x="395401" y="157988"/>
                </a:lnTo>
                <a:lnTo>
                  <a:pt x="395401" y="14304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6968" y="2997816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58" y="161099"/>
                </a:lnTo>
                <a:lnTo>
                  <a:pt x="235305" y="288569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770" y="3643932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58" y="139966"/>
                </a:lnTo>
                <a:lnTo>
                  <a:pt x="0" y="139966"/>
                </a:lnTo>
                <a:lnTo>
                  <a:pt x="0" y="161099"/>
                </a:lnTo>
                <a:lnTo>
                  <a:pt x="362458" y="161099"/>
                </a:lnTo>
                <a:lnTo>
                  <a:pt x="235305" y="288569"/>
                </a:lnTo>
                <a:lnTo>
                  <a:pt x="247764" y="301066"/>
                </a:lnTo>
                <a:lnTo>
                  <a:pt x="252666" y="301066"/>
                </a:lnTo>
                <a:lnTo>
                  <a:pt x="395401" y="158013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1465" y="6425216"/>
            <a:ext cx="185105" cy="15235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72688" y="343870"/>
            <a:ext cx="6691166" cy="688791"/>
            <a:chOff x="942513" y="566404"/>
            <a:chExt cx="11035665" cy="113601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225362" cy="11357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9460" y="566404"/>
              <a:ext cx="2824796" cy="11357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0759" y="566404"/>
              <a:ext cx="650160" cy="11357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4199" y="566404"/>
              <a:ext cx="5313938" cy="1135739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7111595" y="4313668"/>
            <a:ext cx="0" cy="713047"/>
          </a:xfrm>
          <a:custGeom>
            <a:avLst/>
            <a:gdLst/>
            <a:ahLst/>
            <a:cxnLst/>
            <a:rect l="l" t="t" r="r" b="b"/>
            <a:pathLst>
              <a:path h="1176020">
                <a:moveTo>
                  <a:pt x="0" y="0"/>
                </a:moveTo>
                <a:lnTo>
                  <a:pt x="0" y="117554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11595" y="5419237"/>
            <a:ext cx="0" cy="1434949"/>
          </a:xfrm>
          <a:custGeom>
            <a:avLst/>
            <a:gdLst/>
            <a:ahLst/>
            <a:cxnLst/>
            <a:rect l="l" t="t" r="r" b="b"/>
            <a:pathLst>
              <a:path h="2366645">
                <a:moveTo>
                  <a:pt x="0" y="2366575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58076" y="4313668"/>
            <a:ext cx="0" cy="1133867"/>
          </a:xfrm>
          <a:custGeom>
            <a:avLst/>
            <a:gdLst/>
            <a:ahLst/>
            <a:cxnLst/>
            <a:rect l="l" t="t" r="r" b="b"/>
            <a:pathLst>
              <a:path h="1870075">
                <a:moveTo>
                  <a:pt x="0" y="0"/>
                </a:moveTo>
                <a:lnTo>
                  <a:pt x="0" y="1870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58076" y="6348397"/>
            <a:ext cx="0" cy="505909"/>
          </a:xfrm>
          <a:custGeom>
            <a:avLst/>
            <a:gdLst/>
            <a:ahLst/>
            <a:cxnLst/>
            <a:rect l="l" t="t" r="r" b="b"/>
            <a:pathLst>
              <a:path h="834390">
                <a:moveTo>
                  <a:pt x="0" y="834121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46543" y="4347096"/>
            <a:ext cx="0" cy="1618986"/>
          </a:xfrm>
          <a:custGeom>
            <a:avLst/>
            <a:gdLst/>
            <a:ahLst/>
            <a:cxnLst/>
            <a:rect l="l" t="t" r="r" b="b"/>
            <a:pathLst>
              <a:path h="2670175">
                <a:moveTo>
                  <a:pt x="0" y="0"/>
                </a:moveTo>
                <a:lnTo>
                  <a:pt x="0" y="2669930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902210" y="4313668"/>
            <a:ext cx="0" cy="2540710"/>
          </a:xfrm>
          <a:custGeom>
            <a:avLst/>
            <a:gdLst/>
            <a:ahLst/>
            <a:cxnLst/>
            <a:rect l="l" t="t" r="r" b="b"/>
            <a:pathLst>
              <a:path h="4190365">
                <a:moveTo>
                  <a:pt x="0" y="0"/>
                </a:moveTo>
                <a:lnTo>
                  <a:pt x="0" y="418997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460422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297716" y="3630796"/>
            <a:ext cx="0" cy="1218571"/>
          </a:xfrm>
          <a:custGeom>
            <a:avLst/>
            <a:gdLst/>
            <a:ahLst/>
            <a:cxnLst/>
            <a:rect l="l" t="t" r="r" b="b"/>
            <a:pathLst>
              <a:path h="2009775">
                <a:moveTo>
                  <a:pt x="0" y="0"/>
                </a:moveTo>
                <a:lnTo>
                  <a:pt x="0" y="20096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297716" y="5426758"/>
            <a:ext cx="0" cy="424671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233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995370" y="3874338"/>
            <a:ext cx="0" cy="276056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476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995370" y="4656776"/>
            <a:ext cx="0" cy="1762981"/>
          </a:xfrm>
          <a:custGeom>
            <a:avLst/>
            <a:gdLst/>
            <a:ahLst/>
            <a:cxnLst/>
            <a:rect l="l" t="t" r="r" b="b"/>
            <a:pathLst>
              <a:path h="2907665">
                <a:moveTo>
                  <a:pt x="0" y="2907388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204556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53384" y="3945968"/>
            <a:ext cx="0" cy="1428019"/>
          </a:xfrm>
          <a:custGeom>
            <a:avLst/>
            <a:gdLst/>
            <a:ahLst/>
            <a:cxnLst/>
            <a:rect l="l" t="t" r="r" b="b"/>
            <a:pathLst>
              <a:path h="2355215">
                <a:moveTo>
                  <a:pt x="0" y="0"/>
                </a:moveTo>
                <a:lnTo>
                  <a:pt x="0" y="2354894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599863" y="5373792"/>
            <a:ext cx="0" cy="1127322"/>
          </a:xfrm>
          <a:custGeom>
            <a:avLst/>
            <a:gdLst/>
            <a:ahLst/>
            <a:cxnLst/>
            <a:rect l="l" t="t" r="r" b="b"/>
            <a:pathLst>
              <a:path h="1859279">
                <a:moveTo>
                  <a:pt x="0" y="0"/>
                </a:moveTo>
                <a:lnTo>
                  <a:pt x="0" y="18587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506903" y="3630796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55729" y="3826584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09249" y="3874338"/>
            <a:ext cx="0" cy="2349743"/>
          </a:xfrm>
          <a:custGeom>
            <a:avLst/>
            <a:gdLst/>
            <a:ahLst/>
            <a:cxnLst/>
            <a:rect l="l" t="t" r="r" b="b"/>
            <a:pathLst>
              <a:path h="3875404">
                <a:moveTo>
                  <a:pt x="0" y="0"/>
                </a:moveTo>
                <a:lnTo>
                  <a:pt x="0" y="387494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948691" y="4084453"/>
            <a:ext cx="0" cy="2139525"/>
          </a:xfrm>
          <a:custGeom>
            <a:avLst/>
            <a:gdLst/>
            <a:ahLst/>
            <a:cxnLst/>
            <a:rect l="l" t="t" r="r" b="b"/>
            <a:pathLst>
              <a:path h="3528695">
                <a:moveTo>
                  <a:pt x="0" y="0"/>
                </a:moveTo>
                <a:lnTo>
                  <a:pt x="0" y="352840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251037" y="3630796"/>
            <a:ext cx="0" cy="256805"/>
          </a:xfrm>
          <a:custGeom>
            <a:avLst/>
            <a:gdLst/>
            <a:ahLst/>
            <a:cxnLst/>
            <a:rect l="l" t="t" r="r" b="b"/>
            <a:pathLst>
              <a:path h="423545">
                <a:moveTo>
                  <a:pt x="0" y="0"/>
                </a:moveTo>
                <a:lnTo>
                  <a:pt x="0" y="423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251037" y="4235512"/>
            <a:ext cx="0" cy="1988600"/>
          </a:xfrm>
          <a:custGeom>
            <a:avLst/>
            <a:gdLst/>
            <a:ahLst/>
            <a:cxnLst/>
            <a:rect l="l" t="t" r="r" b="b"/>
            <a:pathLst>
              <a:path h="3279775">
                <a:moveTo>
                  <a:pt x="0" y="3279262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6035" y="4920135"/>
            <a:ext cx="196298" cy="196186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8057728" y="5359546"/>
            <a:ext cx="196357" cy="191352"/>
            <a:chOff x="13287506" y="8838702"/>
            <a:chExt cx="323850" cy="315595"/>
          </a:xfrm>
        </p:grpSpPr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38733" y="8889764"/>
              <a:ext cx="220669" cy="2126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3287506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89" y="0"/>
                  </a:moveTo>
                  <a:lnTo>
                    <a:pt x="101731" y="11420"/>
                  </a:lnTo>
                  <a:lnTo>
                    <a:pt x="50175" y="43579"/>
                  </a:lnTo>
                  <a:lnTo>
                    <a:pt x="13923" y="93985"/>
                  </a:lnTo>
                  <a:lnTo>
                    <a:pt x="0" y="157714"/>
                  </a:lnTo>
                  <a:lnTo>
                    <a:pt x="3677" y="190924"/>
                  </a:lnTo>
                  <a:lnTo>
                    <a:pt x="29488" y="248878"/>
                  </a:lnTo>
                  <a:lnTo>
                    <a:pt x="74541" y="290423"/>
                  </a:lnTo>
                  <a:lnTo>
                    <a:pt x="131022" y="312607"/>
                  </a:lnTo>
                  <a:lnTo>
                    <a:pt x="161889" y="315429"/>
                  </a:lnTo>
                  <a:lnTo>
                    <a:pt x="192757" y="312607"/>
                  </a:lnTo>
                  <a:lnTo>
                    <a:pt x="249238" y="290423"/>
                  </a:lnTo>
                  <a:lnTo>
                    <a:pt x="294291" y="248878"/>
                  </a:lnTo>
                  <a:lnTo>
                    <a:pt x="312676" y="213043"/>
                  </a:lnTo>
                  <a:lnTo>
                    <a:pt x="157161" y="213043"/>
                  </a:lnTo>
                  <a:lnTo>
                    <a:pt x="158570" y="212911"/>
                  </a:lnTo>
                  <a:lnTo>
                    <a:pt x="155125" y="212911"/>
                  </a:lnTo>
                  <a:lnTo>
                    <a:pt x="145470" y="211074"/>
                  </a:lnTo>
                  <a:lnTo>
                    <a:pt x="148832" y="211074"/>
                  </a:lnTo>
                  <a:lnTo>
                    <a:pt x="146359" y="210352"/>
                  </a:lnTo>
                  <a:lnTo>
                    <a:pt x="143434" y="210352"/>
                  </a:lnTo>
                  <a:lnTo>
                    <a:pt x="134897" y="207004"/>
                  </a:lnTo>
                  <a:lnTo>
                    <a:pt x="136712" y="207004"/>
                  </a:lnTo>
                  <a:lnTo>
                    <a:pt x="134998" y="206151"/>
                  </a:lnTo>
                  <a:lnTo>
                    <a:pt x="132926" y="206151"/>
                  </a:lnTo>
                  <a:lnTo>
                    <a:pt x="124717" y="201032"/>
                  </a:lnTo>
                  <a:lnTo>
                    <a:pt x="126228" y="201032"/>
                  </a:lnTo>
                  <a:lnTo>
                    <a:pt x="124510" y="199719"/>
                  </a:lnTo>
                  <a:lnTo>
                    <a:pt x="123075" y="199719"/>
                  </a:lnTo>
                  <a:lnTo>
                    <a:pt x="116321" y="193484"/>
                  </a:lnTo>
                  <a:lnTo>
                    <a:pt x="115785" y="193484"/>
                  </a:lnTo>
                  <a:lnTo>
                    <a:pt x="115711" y="193353"/>
                  </a:lnTo>
                  <a:lnTo>
                    <a:pt x="109283" y="184427"/>
                  </a:lnTo>
                  <a:lnTo>
                    <a:pt x="109509" y="184427"/>
                  </a:lnTo>
                  <a:lnTo>
                    <a:pt x="105474" y="175238"/>
                  </a:lnTo>
                  <a:lnTo>
                    <a:pt x="106437" y="175238"/>
                  </a:lnTo>
                  <a:lnTo>
                    <a:pt x="106087" y="174188"/>
                  </a:lnTo>
                  <a:lnTo>
                    <a:pt x="104949" y="174188"/>
                  </a:lnTo>
                  <a:lnTo>
                    <a:pt x="102584" y="163687"/>
                  </a:lnTo>
                  <a:lnTo>
                    <a:pt x="103764" y="163687"/>
                  </a:lnTo>
                  <a:lnTo>
                    <a:pt x="103727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27" y="152070"/>
                  </a:lnTo>
                  <a:lnTo>
                    <a:pt x="103764" y="151742"/>
                  </a:lnTo>
                  <a:lnTo>
                    <a:pt x="102584" y="151742"/>
                  </a:lnTo>
                  <a:lnTo>
                    <a:pt x="104949" y="141241"/>
                  </a:lnTo>
                  <a:lnTo>
                    <a:pt x="106087" y="141241"/>
                  </a:lnTo>
                  <a:lnTo>
                    <a:pt x="106459" y="140125"/>
                  </a:lnTo>
                  <a:lnTo>
                    <a:pt x="105474" y="140125"/>
                  </a:lnTo>
                  <a:lnTo>
                    <a:pt x="109480" y="131068"/>
                  </a:lnTo>
                  <a:lnTo>
                    <a:pt x="109236" y="131068"/>
                  </a:lnTo>
                  <a:lnTo>
                    <a:pt x="115691" y="122076"/>
                  </a:lnTo>
                  <a:lnTo>
                    <a:pt x="115785" y="121945"/>
                  </a:lnTo>
                  <a:lnTo>
                    <a:pt x="116321" y="121945"/>
                  </a:lnTo>
                  <a:lnTo>
                    <a:pt x="123075" y="115710"/>
                  </a:lnTo>
                  <a:lnTo>
                    <a:pt x="124510" y="115710"/>
                  </a:lnTo>
                  <a:lnTo>
                    <a:pt x="126228" y="114397"/>
                  </a:lnTo>
                  <a:lnTo>
                    <a:pt x="124717" y="114397"/>
                  </a:lnTo>
                  <a:lnTo>
                    <a:pt x="132926" y="109278"/>
                  </a:lnTo>
                  <a:lnTo>
                    <a:pt x="134998" y="109278"/>
                  </a:lnTo>
                  <a:lnTo>
                    <a:pt x="136712" y="108424"/>
                  </a:lnTo>
                  <a:lnTo>
                    <a:pt x="134897" y="108424"/>
                  </a:lnTo>
                  <a:lnTo>
                    <a:pt x="143434" y="105077"/>
                  </a:lnTo>
                  <a:lnTo>
                    <a:pt x="146359" y="105077"/>
                  </a:lnTo>
                  <a:lnTo>
                    <a:pt x="148832" y="104355"/>
                  </a:lnTo>
                  <a:lnTo>
                    <a:pt x="145470" y="104355"/>
                  </a:lnTo>
                  <a:lnTo>
                    <a:pt x="155125" y="102517"/>
                  </a:lnTo>
                  <a:lnTo>
                    <a:pt x="158570" y="102517"/>
                  </a:lnTo>
                  <a:lnTo>
                    <a:pt x="157161" y="102386"/>
                  </a:lnTo>
                  <a:lnTo>
                    <a:pt x="312676" y="102386"/>
                  </a:lnTo>
                  <a:lnTo>
                    <a:pt x="294291" y="66551"/>
                  </a:lnTo>
                  <a:lnTo>
                    <a:pt x="249238" y="25005"/>
                  </a:lnTo>
                  <a:lnTo>
                    <a:pt x="192757" y="2822"/>
                  </a:lnTo>
                  <a:lnTo>
                    <a:pt x="161889" y="0"/>
                  </a:lnTo>
                  <a:close/>
                </a:path>
                <a:path w="323850" h="315595">
                  <a:moveTo>
                    <a:pt x="161889" y="212602"/>
                  </a:moveTo>
                  <a:lnTo>
                    <a:pt x="157161" y="213043"/>
                  </a:lnTo>
                  <a:lnTo>
                    <a:pt x="166618" y="213043"/>
                  </a:lnTo>
                  <a:lnTo>
                    <a:pt x="161889" y="212602"/>
                  </a:lnTo>
                  <a:close/>
                </a:path>
                <a:path w="323850" h="315595">
                  <a:moveTo>
                    <a:pt x="173374" y="211533"/>
                  </a:moveTo>
                  <a:lnTo>
                    <a:pt x="161889" y="212602"/>
                  </a:lnTo>
                  <a:lnTo>
                    <a:pt x="166618" y="213043"/>
                  </a:lnTo>
                  <a:lnTo>
                    <a:pt x="312676" y="213043"/>
                  </a:lnTo>
                  <a:lnTo>
                    <a:pt x="312720" y="212911"/>
                  </a:lnTo>
                  <a:lnTo>
                    <a:pt x="168654" y="212911"/>
                  </a:lnTo>
                  <a:lnTo>
                    <a:pt x="173374" y="211533"/>
                  </a:lnTo>
                  <a:close/>
                </a:path>
                <a:path w="323850" h="315595">
                  <a:moveTo>
                    <a:pt x="145470" y="211074"/>
                  </a:moveTo>
                  <a:lnTo>
                    <a:pt x="155125" y="212911"/>
                  </a:lnTo>
                  <a:lnTo>
                    <a:pt x="150405" y="211533"/>
                  </a:lnTo>
                  <a:lnTo>
                    <a:pt x="145470" y="211074"/>
                  </a:lnTo>
                  <a:close/>
                </a:path>
                <a:path w="323850" h="315595">
                  <a:moveTo>
                    <a:pt x="150405" y="211533"/>
                  </a:moveTo>
                  <a:lnTo>
                    <a:pt x="155125" y="212911"/>
                  </a:lnTo>
                  <a:lnTo>
                    <a:pt x="158570" y="212911"/>
                  </a:lnTo>
                  <a:lnTo>
                    <a:pt x="161889" y="212602"/>
                  </a:lnTo>
                  <a:lnTo>
                    <a:pt x="150405" y="211533"/>
                  </a:lnTo>
                  <a:close/>
                </a:path>
                <a:path w="323850" h="315595">
                  <a:moveTo>
                    <a:pt x="178308" y="211074"/>
                  </a:moveTo>
                  <a:lnTo>
                    <a:pt x="173374" y="211533"/>
                  </a:lnTo>
                  <a:lnTo>
                    <a:pt x="168654" y="212911"/>
                  </a:lnTo>
                  <a:lnTo>
                    <a:pt x="178308" y="211074"/>
                  </a:lnTo>
                  <a:close/>
                </a:path>
                <a:path w="323850" h="315595">
                  <a:moveTo>
                    <a:pt x="313337" y="211074"/>
                  </a:moveTo>
                  <a:lnTo>
                    <a:pt x="178308" y="211074"/>
                  </a:lnTo>
                  <a:lnTo>
                    <a:pt x="168654" y="212911"/>
                  </a:lnTo>
                  <a:lnTo>
                    <a:pt x="312720" y="212911"/>
                  </a:lnTo>
                  <a:lnTo>
                    <a:pt x="313337" y="211074"/>
                  </a:lnTo>
                  <a:close/>
                </a:path>
                <a:path w="323850" h="315595">
                  <a:moveTo>
                    <a:pt x="148832" y="211074"/>
                  </a:moveTo>
                  <a:lnTo>
                    <a:pt x="145470" y="211074"/>
                  </a:lnTo>
                  <a:lnTo>
                    <a:pt x="150405" y="211533"/>
                  </a:lnTo>
                  <a:lnTo>
                    <a:pt x="148832" y="211074"/>
                  </a:lnTo>
                  <a:close/>
                </a:path>
                <a:path w="323850" h="315595">
                  <a:moveTo>
                    <a:pt x="184492" y="208286"/>
                  </a:moveTo>
                  <a:lnTo>
                    <a:pt x="173374" y="211533"/>
                  </a:lnTo>
                  <a:lnTo>
                    <a:pt x="178308" y="211074"/>
                  </a:lnTo>
                  <a:lnTo>
                    <a:pt x="313337" y="211074"/>
                  </a:lnTo>
                  <a:lnTo>
                    <a:pt x="313579" y="210352"/>
                  </a:lnTo>
                  <a:lnTo>
                    <a:pt x="180344" y="210352"/>
                  </a:lnTo>
                  <a:lnTo>
                    <a:pt x="184492" y="208286"/>
                  </a:lnTo>
                  <a:close/>
                </a:path>
                <a:path w="323850" h="315595">
                  <a:moveTo>
                    <a:pt x="134897" y="207004"/>
                  </a:moveTo>
                  <a:lnTo>
                    <a:pt x="143434" y="210352"/>
                  </a:lnTo>
                  <a:lnTo>
                    <a:pt x="139287" y="208286"/>
                  </a:lnTo>
                  <a:lnTo>
                    <a:pt x="134897" y="207004"/>
                  </a:lnTo>
                  <a:close/>
                </a:path>
                <a:path w="323850" h="315595">
                  <a:moveTo>
                    <a:pt x="139287" y="208286"/>
                  </a:moveTo>
                  <a:lnTo>
                    <a:pt x="143434" y="210352"/>
                  </a:lnTo>
                  <a:lnTo>
                    <a:pt x="146359" y="210352"/>
                  </a:lnTo>
                  <a:lnTo>
                    <a:pt x="139287" y="208286"/>
                  </a:lnTo>
                  <a:close/>
                </a:path>
                <a:path w="323850" h="315595">
                  <a:moveTo>
                    <a:pt x="188882" y="207004"/>
                  </a:moveTo>
                  <a:lnTo>
                    <a:pt x="184492" y="208286"/>
                  </a:lnTo>
                  <a:lnTo>
                    <a:pt x="180344" y="210352"/>
                  </a:lnTo>
                  <a:lnTo>
                    <a:pt x="188882" y="207004"/>
                  </a:lnTo>
                  <a:close/>
                </a:path>
                <a:path w="323850" h="315595">
                  <a:moveTo>
                    <a:pt x="314703" y="207004"/>
                  </a:moveTo>
                  <a:lnTo>
                    <a:pt x="188882" y="207004"/>
                  </a:lnTo>
                  <a:lnTo>
                    <a:pt x="180344" y="210352"/>
                  </a:lnTo>
                  <a:lnTo>
                    <a:pt x="313579" y="210352"/>
                  </a:lnTo>
                  <a:lnTo>
                    <a:pt x="314703" y="207004"/>
                  </a:lnTo>
                  <a:close/>
                </a:path>
                <a:path w="323850" h="315595">
                  <a:moveTo>
                    <a:pt x="136712" y="207004"/>
                  </a:moveTo>
                  <a:lnTo>
                    <a:pt x="134897" y="207004"/>
                  </a:lnTo>
                  <a:lnTo>
                    <a:pt x="139287" y="208286"/>
                  </a:lnTo>
                  <a:lnTo>
                    <a:pt x="136712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492" y="208286"/>
                  </a:lnTo>
                  <a:lnTo>
                    <a:pt x="188882" y="207004"/>
                  </a:lnTo>
                  <a:lnTo>
                    <a:pt x="314703" y="207004"/>
                  </a:lnTo>
                  <a:lnTo>
                    <a:pt x="314990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717" y="201032"/>
                  </a:moveTo>
                  <a:lnTo>
                    <a:pt x="132926" y="206151"/>
                  </a:lnTo>
                  <a:lnTo>
                    <a:pt x="129052" y="203190"/>
                  </a:lnTo>
                  <a:lnTo>
                    <a:pt x="124717" y="201032"/>
                  </a:lnTo>
                  <a:close/>
                </a:path>
                <a:path w="323850" h="315595">
                  <a:moveTo>
                    <a:pt x="129052" y="203190"/>
                  </a:moveTo>
                  <a:lnTo>
                    <a:pt x="132926" y="206151"/>
                  </a:lnTo>
                  <a:lnTo>
                    <a:pt x="134998" y="206151"/>
                  </a:lnTo>
                  <a:lnTo>
                    <a:pt x="129052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708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90" y="206151"/>
                  </a:lnTo>
                  <a:lnTo>
                    <a:pt x="316708" y="201032"/>
                  </a:lnTo>
                  <a:close/>
                </a:path>
                <a:path w="323850" h="315595">
                  <a:moveTo>
                    <a:pt x="126228" y="201032"/>
                  </a:moveTo>
                  <a:lnTo>
                    <a:pt x="124717" y="201032"/>
                  </a:lnTo>
                  <a:lnTo>
                    <a:pt x="129052" y="203190"/>
                  </a:lnTo>
                  <a:lnTo>
                    <a:pt x="126228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708" y="201032"/>
                  </a:lnTo>
                  <a:lnTo>
                    <a:pt x="317149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51" y="193484"/>
                  </a:moveTo>
                  <a:lnTo>
                    <a:pt x="123075" y="199719"/>
                  </a:lnTo>
                  <a:lnTo>
                    <a:pt x="119893" y="196191"/>
                  </a:lnTo>
                  <a:lnTo>
                    <a:pt x="116351" y="193484"/>
                  </a:lnTo>
                  <a:close/>
                </a:path>
                <a:path w="323850" h="315595">
                  <a:moveTo>
                    <a:pt x="119893" y="196191"/>
                  </a:moveTo>
                  <a:lnTo>
                    <a:pt x="123075" y="199719"/>
                  </a:lnTo>
                  <a:lnTo>
                    <a:pt x="124510" y="199719"/>
                  </a:lnTo>
                  <a:lnTo>
                    <a:pt x="119893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88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49" y="199719"/>
                  </a:lnTo>
                  <a:lnTo>
                    <a:pt x="319242" y="193484"/>
                  </a:lnTo>
                  <a:lnTo>
                    <a:pt x="207993" y="193484"/>
                  </a:lnTo>
                  <a:lnTo>
                    <a:pt x="208088" y="193353"/>
                  </a:lnTo>
                  <a:close/>
                </a:path>
                <a:path w="323850" h="315595">
                  <a:moveTo>
                    <a:pt x="117333" y="193353"/>
                  </a:moveTo>
                  <a:lnTo>
                    <a:pt x="116179" y="193353"/>
                  </a:lnTo>
                  <a:lnTo>
                    <a:pt x="119893" y="196191"/>
                  </a:lnTo>
                  <a:lnTo>
                    <a:pt x="117452" y="193484"/>
                  </a:lnTo>
                  <a:lnTo>
                    <a:pt x="117333" y="193353"/>
                  </a:lnTo>
                  <a:close/>
                </a:path>
                <a:path w="323850" h="315595">
                  <a:moveTo>
                    <a:pt x="210790" y="188535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68" y="193353"/>
                  </a:lnTo>
                  <a:lnTo>
                    <a:pt x="210790" y="188535"/>
                  </a:lnTo>
                  <a:close/>
                </a:path>
                <a:path w="323850" h="315595">
                  <a:moveTo>
                    <a:pt x="112988" y="188535"/>
                  </a:moveTo>
                  <a:lnTo>
                    <a:pt x="115691" y="193353"/>
                  </a:lnTo>
                  <a:lnTo>
                    <a:pt x="115785" y="193484"/>
                  </a:lnTo>
                  <a:lnTo>
                    <a:pt x="116321" y="193484"/>
                  </a:lnTo>
                  <a:lnTo>
                    <a:pt x="116179" y="193353"/>
                  </a:lnTo>
                  <a:lnTo>
                    <a:pt x="117333" y="193353"/>
                  </a:lnTo>
                  <a:lnTo>
                    <a:pt x="112988" y="188535"/>
                  </a:lnTo>
                  <a:close/>
                </a:path>
                <a:path w="323850" h="315595">
                  <a:moveTo>
                    <a:pt x="321838" y="175238"/>
                  </a:moveTo>
                  <a:lnTo>
                    <a:pt x="218304" y="175238"/>
                  </a:lnTo>
                  <a:lnTo>
                    <a:pt x="214269" y="184427"/>
                  </a:lnTo>
                  <a:lnTo>
                    <a:pt x="214495" y="184427"/>
                  </a:lnTo>
                  <a:lnTo>
                    <a:pt x="208068" y="193353"/>
                  </a:lnTo>
                  <a:lnTo>
                    <a:pt x="207993" y="193484"/>
                  </a:lnTo>
                  <a:lnTo>
                    <a:pt x="319242" y="193484"/>
                  </a:lnTo>
                  <a:lnTo>
                    <a:pt x="320101" y="190924"/>
                  </a:lnTo>
                  <a:lnTo>
                    <a:pt x="321838" y="175238"/>
                  </a:lnTo>
                  <a:close/>
                </a:path>
                <a:path w="323850" h="315595">
                  <a:moveTo>
                    <a:pt x="109283" y="184427"/>
                  </a:moveTo>
                  <a:lnTo>
                    <a:pt x="115691" y="193353"/>
                  </a:lnTo>
                  <a:lnTo>
                    <a:pt x="112988" y="188535"/>
                  </a:lnTo>
                  <a:lnTo>
                    <a:pt x="109283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90" y="188535"/>
                  </a:lnTo>
                  <a:lnTo>
                    <a:pt x="20806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25" y="179398"/>
                  </a:moveTo>
                  <a:lnTo>
                    <a:pt x="109502" y="184427"/>
                  </a:lnTo>
                  <a:lnTo>
                    <a:pt x="109283" y="184427"/>
                  </a:lnTo>
                  <a:lnTo>
                    <a:pt x="112988" y="188535"/>
                  </a:lnTo>
                  <a:lnTo>
                    <a:pt x="107825" y="179398"/>
                  </a:lnTo>
                  <a:close/>
                </a:path>
                <a:path w="323850" h="315595">
                  <a:moveTo>
                    <a:pt x="215954" y="179398"/>
                  </a:moveTo>
                  <a:lnTo>
                    <a:pt x="210790" y="188535"/>
                  </a:lnTo>
                  <a:lnTo>
                    <a:pt x="214495" y="184427"/>
                  </a:lnTo>
                  <a:lnTo>
                    <a:pt x="214276" y="184427"/>
                  </a:lnTo>
                  <a:lnTo>
                    <a:pt x="215954" y="179398"/>
                  </a:lnTo>
                  <a:close/>
                </a:path>
                <a:path w="323850" h="315595">
                  <a:moveTo>
                    <a:pt x="105474" y="175238"/>
                  </a:moveTo>
                  <a:lnTo>
                    <a:pt x="109509" y="184427"/>
                  </a:lnTo>
                  <a:lnTo>
                    <a:pt x="107825" y="179398"/>
                  </a:lnTo>
                  <a:lnTo>
                    <a:pt x="105474" y="175238"/>
                  </a:lnTo>
                  <a:close/>
                </a:path>
                <a:path w="323850" h="315595">
                  <a:moveTo>
                    <a:pt x="218304" y="175238"/>
                  </a:moveTo>
                  <a:lnTo>
                    <a:pt x="215954" y="179398"/>
                  </a:lnTo>
                  <a:lnTo>
                    <a:pt x="214276" y="184427"/>
                  </a:lnTo>
                  <a:lnTo>
                    <a:pt x="218304" y="175238"/>
                  </a:lnTo>
                  <a:close/>
                </a:path>
                <a:path w="323850" h="315595">
                  <a:moveTo>
                    <a:pt x="106437" y="175238"/>
                  </a:moveTo>
                  <a:lnTo>
                    <a:pt x="105474" y="175238"/>
                  </a:lnTo>
                  <a:lnTo>
                    <a:pt x="107825" y="179398"/>
                  </a:lnTo>
                  <a:lnTo>
                    <a:pt x="106437" y="175238"/>
                  </a:lnTo>
                  <a:close/>
                </a:path>
                <a:path w="323850" h="315595">
                  <a:moveTo>
                    <a:pt x="219412" y="169031"/>
                  </a:moveTo>
                  <a:lnTo>
                    <a:pt x="215954" y="179398"/>
                  </a:lnTo>
                  <a:lnTo>
                    <a:pt x="218304" y="175238"/>
                  </a:lnTo>
                  <a:lnTo>
                    <a:pt x="321838" y="175238"/>
                  </a:lnTo>
                  <a:lnTo>
                    <a:pt x="321955" y="174188"/>
                  </a:lnTo>
                  <a:lnTo>
                    <a:pt x="218830" y="174188"/>
                  </a:lnTo>
                  <a:lnTo>
                    <a:pt x="219412" y="169031"/>
                  </a:lnTo>
                  <a:close/>
                </a:path>
                <a:path w="323850" h="315595">
                  <a:moveTo>
                    <a:pt x="102584" y="163687"/>
                  </a:moveTo>
                  <a:lnTo>
                    <a:pt x="104949" y="174188"/>
                  </a:lnTo>
                  <a:lnTo>
                    <a:pt x="104367" y="169031"/>
                  </a:lnTo>
                  <a:lnTo>
                    <a:pt x="102584" y="163687"/>
                  </a:lnTo>
                  <a:close/>
                </a:path>
                <a:path w="323850" h="315595">
                  <a:moveTo>
                    <a:pt x="104367" y="169031"/>
                  </a:moveTo>
                  <a:lnTo>
                    <a:pt x="104949" y="174188"/>
                  </a:lnTo>
                  <a:lnTo>
                    <a:pt x="106087" y="174188"/>
                  </a:lnTo>
                  <a:lnTo>
                    <a:pt x="104367" y="169031"/>
                  </a:lnTo>
                  <a:close/>
                </a:path>
                <a:path w="323850" h="315595">
                  <a:moveTo>
                    <a:pt x="221194" y="163687"/>
                  </a:moveTo>
                  <a:lnTo>
                    <a:pt x="219412" y="169031"/>
                  </a:lnTo>
                  <a:lnTo>
                    <a:pt x="218830" y="174188"/>
                  </a:lnTo>
                  <a:lnTo>
                    <a:pt x="221194" y="163687"/>
                  </a:lnTo>
                  <a:close/>
                </a:path>
                <a:path w="323850" h="315595">
                  <a:moveTo>
                    <a:pt x="323118" y="163687"/>
                  </a:moveTo>
                  <a:lnTo>
                    <a:pt x="221194" y="163687"/>
                  </a:lnTo>
                  <a:lnTo>
                    <a:pt x="218830" y="174188"/>
                  </a:lnTo>
                  <a:lnTo>
                    <a:pt x="321955" y="174188"/>
                  </a:lnTo>
                  <a:lnTo>
                    <a:pt x="323118" y="163687"/>
                  </a:lnTo>
                  <a:close/>
                </a:path>
                <a:path w="323850" h="315595">
                  <a:moveTo>
                    <a:pt x="103764" y="163687"/>
                  </a:moveTo>
                  <a:lnTo>
                    <a:pt x="102584" y="163687"/>
                  </a:lnTo>
                  <a:lnTo>
                    <a:pt x="104367" y="169031"/>
                  </a:lnTo>
                  <a:lnTo>
                    <a:pt x="103764" y="163687"/>
                  </a:lnTo>
                  <a:close/>
                </a:path>
                <a:path w="323850" h="315595">
                  <a:moveTo>
                    <a:pt x="323154" y="152070"/>
                  </a:moveTo>
                  <a:lnTo>
                    <a:pt x="221325" y="152070"/>
                  </a:lnTo>
                  <a:lnTo>
                    <a:pt x="221325" y="163359"/>
                  </a:lnTo>
                  <a:lnTo>
                    <a:pt x="220052" y="163359"/>
                  </a:lnTo>
                  <a:lnTo>
                    <a:pt x="219412" y="169031"/>
                  </a:lnTo>
                  <a:lnTo>
                    <a:pt x="221194" y="163687"/>
                  </a:lnTo>
                  <a:lnTo>
                    <a:pt x="323118" y="163687"/>
                  </a:lnTo>
                  <a:lnTo>
                    <a:pt x="323154" y="163359"/>
                  </a:lnTo>
                  <a:lnTo>
                    <a:pt x="221325" y="163359"/>
                  </a:lnTo>
                  <a:lnTo>
                    <a:pt x="220689" y="157714"/>
                  </a:lnTo>
                  <a:lnTo>
                    <a:pt x="323779" y="157714"/>
                  </a:lnTo>
                  <a:lnTo>
                    <a:pt x="323154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90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90" y="157714"/>
                  </a:moveTo>
                  <a:lnTo>
                    <a:pt x="102453" y="163359"/>
                  </a:lnTo>
                  <a:lnTo>
                    <a:pt x="103727" y="163359"/>
                  </a:lnTo>
                  <a:lnTo>
                    <a:pt x="103090" y="157714"/>
                  </a:lnTo>
                  <a:close/>
                </a:path>
                <a:path w="323850" h="315595">
                  <a:moveTo>
                    <a:pt x="221325" y="152070"/>
                  </a:moveTo>
                  <a:lnTo>
                    <a:pt x="220689" y="157714"/>
                  </a:lnTo>
                  <a:lnTo>
                    <a:pt x="221325" y="163359"/>
                  </a:lnTo>
                  <a:lnTo>
                    <a:pt x="221325" y="152070"/>
                  </a:lnTo>
                  <a:close/>
                </a:path>
                <a:path w="323850" h="315595">
                  <a:moveTo>
                    <a:pt x="103727" y="152070"/>
                  </a:moveTo>
                  <a:lnTo>
                    <a:pt x="102453" y="152070"/>
                  </a:lnTo>
                  <a:lnTo>
                    <a:pt x="103090" y="157714"/>
                  </a:lnTo>
                  <a:lnTo>
                    <a:pt x="103727" y="152070"/>
                  </a:lnTo>
                  <a:close/>
                </a:path>
                <a:path w="323850" h="315595">
                  <a:moveTo>
                    <a:pt x="321955" y="141241"/>
                  </a:moveTo>
                  <a:lnTo>
                    <a:pt x="218830" y="141241"/>
                  </a:lnTo>
                  <a:lnTo>
                    <a:pt x="221194" y="151742"/>
                  </a:lnTo>
                  <a:lnTo>
                    <a:pt x="220015" y="151742"/>
                  </a:lnTo>
                  <a:lnTo>
                    <a:pt x="220689" y="157714"/>
                  </a:lnTo>
                  <a:lnTo>
                    <a:pt x="221325" y="152070"/>
                  </a:lnTo>
                  <a:lnTo>
                    <a:pt x="323154" y="152070"/>
                  </a:lnTo>
                  <a:lnTo>
                    <a:pt x="323118" y="151742"/>
                  </a:lnTo>
                  <a:lnTo>
                    <a:pt x="221194" y="151742"/>
                  </a:lnTo>
                  <a:lnTo>
                    <a:pt x="219412" y="146398"/>
                  </a:lnTo>
                  <a:lnTo>
                    <a:pt x="322526" y="146398"/>
                  </a:lnTo>
                  <a:lnTo>
                    <a:pt x="321955" y="141241"/>
                  </a:lnTo>
                  <a:close/>
                </a:path>
                <a:path w="323850" h="315595">
                  <a:moveTo>
                    <a:pt x="104949" y="141241"/>
                  </a:moveTo>
                  <a:lnTo>
                    <a:pt x="102584" y="151742"/>
                  </a:lnTo>
                  <a:lnTo>
                    <a:pt x="104367" y="146398"/>
                  </a:lnTo>
                  <a:lnTo>
                    <a:pt x="104949" y="141241"/>
                  </a:lnTo>
                  <a:close/>
                </a:path>
                <a:path w="323850" h="315595">
                  <a:moveTo>
                    <a:pt x="104367" y="146398"/>
                  </a:moveTo>
                  <a:lnTo>
                    <a:pt x="102584" y="151742"/>
                  </a:lnTo>
                  <a:lnTo>
                    <a:pt x="103764" y="151742"/>
                  </a:lnTo>
                  <a:lnTo>
                    <a:pt x="104367" y="146398"/>
                  </a:lnTo>
                  <a:close/>
                </a:path>
                <a:path w="323850" h="315595">
                  <a:moveTo>
                    <a:pt x="218830" y="141241"/>
                  </a:moveTo>
                  <a:lnTo>
                    <a:pt x="219412" y="146398"/>
                  </a:lnTo>
                  <a:lnTo>
                    <a:pt x="221194" y="151742"/>
                  </a:lnTo>
                  <a:lnTo>
                    <a:pt x="218830" y="141241"/>
                  </a:lnTo>
                  <a:close/>
                </a:path>
                <a:path w="323850" h="315595">
                  <a:moveTo>
                    <a:pt x="106087" y="141241"/>
                  </a:moveTo>
                  <a:lnTo>
                    <a:pt x="104949" y="141241"/>
                  </a:lnTo>
                  <a:lnTo>
                    <a:pt x="104367" y="146398"/>
                  </a:lnTo>
                  <a:lnTo>
                    <a:pt x="106087" y="141241"/>
                  </a:lnTo>
                  <a:close/>
                </a:path>
                <a:path w="323850" h="315595">
                  <a:moveTo>
                    <a:pt x="215913" y="135908"/>
                  </a:moveTo>
                  <a:lnTo>
                    <a:pt x="219412" y="146398"/>
                  </a:lnTo>
                  <a:lnTo>
                    <a:pt x="218830" y="141241"/>
                  </a:lnTo>
                  <a:lnTo>
                    <a:pt x="321955" y="141241"/>
                  </a:lnTo>
                  <a:lnTo>
                    <a:pt x="321831" y="140125"/>
                  </a:lnTo>
                  <a:lnTo>
                    <a:pt x="218304" y="140125"/>
                  </a:lnTo>
                  <a:lnTo>
                    <a:pt x="215913" y="135908"/>
                  </a:lnTo>
                  <a:close/>
                </a:path>
                <a:path w="323850" h="315595">
                  <a:moveTo>
                    <a:pt x="109480" y="131068"/>
                  </a:moveTo>
                  <a:lnTo>
                    <a:pt x="105474" y="140125"/>
                  </a:lnTo>
                  <a:lnTo>
                    <a:pt x="107866" y="135908"/>
                  </a:lnTo>
                  <a:lnTo>
                    <a:pt x="109480" y="131068"/>
                  </a:lnTo>
                  <a:close/>
                </a:path>
                <a:path w="323850" h="315595">
                  <a:moveTo>
                    <a:pt x="107866" y="135908"/>
                  </a:moveTo>
                  <a:lnTo>
                    <a:pt x="105474" y="140125"/>
                  </a:lnTo>
                  <a:lnTo>
                    <a:pt x="106459" y="140125"/>
                  </a:lnTo>
                  <a:lnTo>
                    <a:pt x="107866" y="135908"/>
                  </a:lnTo>
                  <a:close/>
                </a:path>
                <a:path w="323850" h="315595">
                  <a:moveTo>
                    <a:pt x="214298" y="131068"/>
                  </a:moveTo>
                  <a:lnTo>
                    <a:pt x="215913" y="135908"/>
                  </a:lnTo>
                  <a:lnTo>
                    <a:pt x="218304" y="140125"/>
                  </a:lnTo>
                  <a:lnTo>
                    <a:pt x="214298" y="131068"/>
                  </a:lnTo>
                  <a:close/>
                </a:path>
                <a:path w="323850" h="315595">
                  <a:moveTo>
                    <a:pt x="319242" y="121945"/>
                  </a:moveTo>
                  <a:lnTo>
                    <a:pt x="207993" y="121945"/>
                  </a:lnTo>
                  <a:lnTo>
                    <a:pt x="214542" y="131068"/>
                  </a:lnTo>
                  <a:lnTo>
                    <a:pt x="214298" y="131068"/>
                  </a:lnTo>
                  <a:lnTo>
                    <a:pt x="218304" y="140125"/>
                  </a:lnTo>
                  <a:lnTo>
                    <a:pt x="321831" y="140125"/>
                  </a:lnTo>
                  <a:lnTo>
                    <a:pt x="320101" y="124504"/>
                  </a:lnTo>
                  <a:lnTo>
                    <a:pt x="319286" y="122076"/>
                  </a:lnTo>
                  <a:lnTo>
                    <a:pt x="319242" y="121945"/>
                  </a:lnTo>
                  <a:close/>
                </a:path>
                <a:path w="323850" h="315595">
                  <a:moveTo>
                    <a:pt x="112961" y="126924"/>
                  </a:moveTo>
                  <a:lnTo>
                    <a:pt x="109224" y="131068"/>
                  </a:lnTo>
                  <a:lnTo>
                    <a:pt x="109480" y="131068"/>
                  </a:lnTo>
                  <a:lnTo>
                    <a:pt x="107866" y="135908"/>
                  </a:lnTo>
                  <a:lnTo>
                    <a:pt x="112961" y="126924"/>
                  </a:lnTo>
                  <a:close/>
                </a:path>
                <a:path w="323850" h="315595">
                  <a:moveTo>
                    <a:pt x="210817" y="126924"/>
                  </a:moveTo>
                  <a:lnTo>
                    <a:pt x="215913" y="135908"/>
                  </a:lnTo>
                  <a:lnTo>
                    <a:pt x="214298" y="131068"/>
                  </a:lnTo>
                  <a:lnTo>
                    <a:pt x="214554" y="131068"/>
                  </a:lnTo>
                  <a:lnTo>
                    <a:pt x="210817" y="126924"/>
                  </a:lnTo>
                  <a:close/>
                </a:path>
                <a:path w="323850" h="315595">
                  <a:moveTo>
                    <a:pt x="115711" y="122076"/>
                  </a:moveTo>
                  <a:lnTo>
                    <a:pt x="109236" y="131068"/>
                  </a:lnTo>
                  <a:lnTo>
                    <a:pt x="112961" y="126924"/>
                  </a:lnTo>
                  <a:lnTo>
                    <a:pt x="115711" y="122076"/>
                  </a:lnTo>
                  <a:close/>
                </a:path>
                <a:path w="323850" h="315595">
                  <a:moveTo>
                    <a:pt x="208088" y="122076"/>
                  </a:moveTo>
                  <a:lnTo>
                    <a:pt x="210817" y="126924"/>
                  </a:lnTo>
                  <a:lnTo>
                    <a:pt x="214554" y="131068"/>
                  </a:lnTo>
                  <a:lnTo>
                    <a:pt x="208088" y="122076"/>
                  </a:lnTo>
                  <a:close/>
                </a:path>
                <a:path w="323850" h="315595">
                  <a:moveTo>
                    <a:pt x="116351" y="121945"/>
                  </a:moveTo>
                  <a:lnTo>
                    <a:pt x="115785" y="121945"/>
                  </a:lnTo>
                  <a:lnTo>
                    <a:pt x="112961" y="126924"/>
                  </a:lnTo>
                  <a:lnTo>
                    <a:pt x="117333" y="122076"/>
                  </a:lnTo>
                  <a:lnTo>
                    <a:pt x="116179" y="122076"/>
                  </a:lnTo>
                  <a:lnTo>
                    <a:pt x="116351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817" y="126924"/>
                  </a:lnTo>
                  <a:lnTo>
                    <a:pt x="208068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93" y="119238"/>
                  </a:moveTo>
                  <a:lnTo>
                    <a:pt x="116321" y="121945"/>
                  </a:lnTo>
                  <a:lnTo>
                    <a:pt x="116179" y="122076"/>
                  </a:lnTo>
                  <a:lnTo>
                    <a:pt x="117333" y="122076"/>
                  </a:lnTo>
                  <a:lnTo>
                    <a:pt x="119893" y="119238"/>
                  </a:lnTo>
                  <a:close/>
                </a:path>
                <a:path w="323850" h="315595">
                  <a:moveTo>
                    <a:pt x="317149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68" y="122076"/>
                  </a:lnTo>
                  <a:lnTo>
                    <a:pt x="207993" y="121945"/>
                  </a:lnTo>
                  <a:lnTo>
                    <a:pt x="319242" y="121945"/>
                  </a:lnTo>
                  <a:lnTo>
                    <a:pt x="317149" y="115710"/>
                  </a:lnTo>
                  <a:close/>
                </a:path>
                <a:path w="323850" h="315595">
                  <a:moveTo>
                    <a:pt x="123075" y="115710"/>
                  </a:moveTo>
                  <a:lnTo>
                    <a:pt x="116321" y="121945"/>
                  </a:lnTo>
                  <a:lnTo>
                    <a:pt x="119893" y="119238"/>
                  </a:lnTo>
                  <a:lnTo>
                    <a:pt x="123075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510" y="115710"/>
                  </a:moveTo>
                  <a:lnTo>
                    <a:pt x="123075" y="115710"/>
                  </a:lnTo>
                  <a:lnTo>
                    <a:pt x="119893" y="119238"/>
                  </a:lnTo>
                  <a:lnTo>
                    <a:pt x="124510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49" y="115710"/>
                  </a:lnTo>
                  <a:lnTo>
                    <a:pt x="316708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26" y="109278"/>
                  </a:moveTo>
                  <a:lnTo>
                    <a:pt x="124717" y="114397"/>
                  </a:lnTo>
                  <a:lnTo>
                    <a:pt x="129052" y="112238"/>
                  </a:lnTo>
                  <a:lnTo>
                    <a:pt x="132926" y="109278"/>
                  </a:lnTo>
                  <a:close/>
                </a:path>
                <a:path w="323850" h="315595">
                  <a:moveTo>
                    <a:pt x="129052" y="112238"/>
                  </a:moveTo>
                  <a:lnTo>
                    <a:pt x="124717" y="114397"/>
                  </a:lnTo>
                  <a:lnTo>
                    <a:pt x="126228" y="114397"/>
                  </a:lnTo>
                  <a:lnTo>
                    <a:pt x="129052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90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708" y="114397"/>
                  </a:lnTo>
                  <a:lnTo>
                    <a:pt x="314990" y="109278"/>
                  </a:lnTo>
                  <a:close/>
                </a:path>
                <a:path w="323850" h="315595">
                  <a:moveTo>
                    <a:pt x="134998" y="109278"/>
                  </a:moveTo>
                  <a:lnTo>
                    <a:pt x="132926" y="109278"/>
                  </a:lnTo>
                  <a:lnTo>
                    <a:pt x="129052" y="112238"/>
                  </a:lnTo>
                  <a:lnTo>
                    <a:pt x="134998" y="109278"/>
                  </a:lnTo>
                  <a:close/>
                </a:path>
                <a:path w="323850" h="315595">
                  <a:moveTo>
                    <a:pt x="184492" y="107142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90" y="109278"/>
                  </a:lnTo>
                  <a:lnTo>
                    <a:pt x="314703" y="108424"/>
                  </a:lnTo>
                  <a:lnTo>
                    <a:pt x="188882" y="108424"/>
                  </a:lnTo>
                  <a:lnTo>
                    <a:pt x="184492" y="107142"/>
                  </a:lnTo>
                  <a:close/>
                </a:path>
                <a:path w="323850" h="315595">
                  <a:moveTo>
                    <a:pt x="143434" y="105077"/>
                  </a:moveTo>
                  <a:lnTo>
                    <a:pt x="134897" y="108424"/>
                  </a:lnTo>
                  <a:lnTo>
                    <a:pt x="139287" y="107142"/>
                  </a:lnTo>
                  <a:lnTo>
                    <a:pt x="143434" y="105077"/>
                  </a:lnTo>
                  <a:close/>
                </a:path>
                <a:path w="323850" h="315595">
                  <a:moveTo>
                    <a:pt x="139287" y="107142"/>
                  </a:moveTo>
                  <a:lnTo>
                    <a:pt x="134897" y="108424"/>
                  </a:lnTo>
                  <a:lnTo>
                    <a:pt x="136712" y="108424"/>
                  </a:lnTo>
                  <a:lnTo>
                    <a:pt x="139287" y="107142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492" y="107142"/>
                  </a:lnTo>
                  <a:lnTo>
                    <a:pt x="18888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9" y="105077"/>
                  </a:moveTo>
                  <a:lnTo>
                    <a:pt x="180344" y="105077"/>
                  </a:lnTo>
                  <a:lnTo>
                    <a:pt x="188882" y="108424"/>
                  </a:lnTo>
                  <a:lnTo>
                    <a:pt x="314703" y="108424"/>
                  </a:lnTo>
                  <a:lnTo>
                    <a:pt x="313579" y="105077"/>
                  </a:lnTo>
                  <a:close/>
                </a:path>
                <a:path w="323850" h="315595">
                  <a:moveTo>
                    <a:pt x="146359" y="105077"/>
                  </a:moveTo>
                  <a:lnTo>
                    <a:pt x="143434" y="105077"/>
                  </a:lnTo>
                  <a:lnTo>
                    <a:pt x="139287" y="107142"/>
                  </a:lnTo>
                  <a:lnTo>
                    <a:pt x="146359" y="105077"/>
                  </a:lnTo>
                  <a:close/>
                </a:path>
                <a:path w="323850" h="315595">
                  <a:moveTo>
                    <a:pt x="173374" y="103896"/>
                  </a:moveTo>
                  <a:lnTo>
                    <a:pt x="184492" y="107142"/>
                  </a:lnTo>
                  <a:lnTo>
                    <a:pt x="180344" y="105077"/>
                  </a:lnTo>
                  <a:lnTo>
                    <a:pt x="313579" y="105077"/>
                  </a:lnTo>
                  <a:lnTo>
                    <a:pt x="313337" y="104355"/>
                  </a:lnTo>
                  <a:lnTo>
                    <a:pt x="178308" y="104355"/>
                  </a:lnTo>
                  <a:lnTo>
                    <a:pt x="173374" y="103896"/>
                  </a:lnTo>
                  <a:close/>
                </a:path>
                <a:path w="323850" h="315595">
                  <a:moveTo>
                    <a:pt x="155125" y="102517"/>
                  </a:moveTo>
                  <a:lnTo>
                    <a:pt x="145470" y="104355"/>
                  </a:lnTo>
                  <a:lnTo>
                    <a:pt x="150405" y="103896"/>
                  </a:lnTo>
                  <a:lnTo>
                    <a:pt x="155125" y="102517"/>
                  </a:lnTo>
                  <a:close/>
                </a:path>
                <a:path w="323850" h="315595">
                  <a:moveTo>
                    <a:pt x="150405" y="103896"/>
                  </a:moveTo>
                  <a:lnTo>
                    <a:pt x="145470" y="104355"/>
                  </a:lnTo>
                  <a:lnTo>
                    <a:pt x="148832" y="104355"/>
                  </a:lnTo>
                  <a:lnTo>
                    <a:pt x="150405" y="103896"/>
                  </a:lnTo>
                  <a:close/>
                </a:path>
                <a:path w="323850" h="315595">
                  <a:moveTo>
                    <a:pt x="168654" y="102517"/>
                  </a:moveTo>
                  <a:lnTo>
                    <a:pt x="173374" y="103896"/>
                  </a:lnTo>
                  <a:lnTo>
                    <a:pt x="178308" y="104355"/>
                  </a:lnTo>
                  <a:lnTo>
                    <a:pt x="168654" y="102517"/>
                  </a:lnTo>
                  <a:close/>
                </a:path>
                <a:path w="323850" h="315595">
                  <a:moveTo>
                    <a:pt x="312720" y="102517"/>
                  </a:moveTo>
                  <a:lnTo>
                    <a:pt x="168654" y="102517"/>
                  </a:lnTo>
                  <a:lnTo>
                    <a:pt x="178308" y="104355"/>
                  </a:lnTo>
                  <a:lnTo>
                    <a:pt x="313337" y="104355"/>
                  </a:lnTo>
                  <a:lnTo>
                    <a:pt x="312824" y="102826"/>
                  </a:lnTo>
                  <a:lnTo>
                    <a:pt x="312720" y="102517"/>
                  </a:lnTo>
                  <a:close/>
                </a:path>
                <a:path w="323850" h="315595">
                  <a:moveTo>
                    <a:pt x="158570" y="102517"/>
                  </a:moveTo>
                  <a:lnTo>
                    <a:pt x="155125" y="102517"/>
                  </a:lnTo>
                  <a:lnTo>
                    <a:pt x="150405" y="103896"/>
                  </a:lnTo>
                  <a:lnTo>
                    <a:pt x="161889" y="102826"/>
                  </a:lnTo>
                  <a:lnTo>
                    <a:pt x="158570" y="102517"/>
                  </a:lnTo>
                  <a:close/>
                </a:path>
                <a:path w="323850" h="315595">
                  <a:moveTo>
                    <a:pt x="312676" y="102386"/>
                  </a:moveTo>
                  <a:lnTo>
                    <a:pt x="166618" y="102386"/>
                  </a:lnTo>
                  <a:lnTo>
                    <a:pt x="161889" y="102826"/>
                  </a:lnTo>
                  <a:lnTo>
                    <a:pt x="173374" y="103896"/>
                  </a:lnTo>
                  <a:lnTo>
                    <a:pt x="168654" y="102517"/>
                  </a:lnTo>
                  <a:lnTo>
                    <a:pt x="312720" y="102517"/>
                  </a:lnTo>
                  <a:lnTo>
                    <a:pt x="312676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61" y="102386"/>
                  </a:lnTo>
                  <a:lnTo>
                    <a:pt x="161889" y="102826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50690" y="3774056"/>
            <a:ext cx="196314" cy="1961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95024" y="4094003"/>
            <a:ext cx="195916" cy="19618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97369" y="4719572"/>
            <a:ext cx="195916" cy="19618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97369" y="5388117"/>
            <a:ext cx="195916" cy="19618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50690" y="4165633"/>
            <a:ext cx="196314" cy="196186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95024" y="4547660"/>
            <a:ext cx="195916" cy="196186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7016034" y="5359546"/>
            <a:ext cx="196357" cy="191352"/>
            <a:chOff x="11569452" y="8838702"/>
            <a:chExt cx="323850" cy="315595"/>
          </a:xfrm>
        </p:grpSpPr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20669" y="8889764"/>
              <a:ext cx="220665" cy="21264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569452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76" y="0"/>
                  </a:moveTo>
                  <a:lnTo>
                    <a:pt x="101704" y="11420"/>
                  </a:lnTo>
                  <a:lnTo>
                    <a:pt x="50177" y="43579"/>
                  </a:lnTo>
                  <a:lnTo>
                    <a:pt x="13883" y="93985"/>
                  </a:lnTo>
                  <a:lnTo>
                    <a:pt x="0" y="157714"/>
                  </a:lnTo>
                  <a:lnTo>
                    <a:pt x="3690" y="190924"/>
                  </a:lnTo>
                  <a:lnTo>
                    <a:pt x="29465" y="248878"/>
                  </a:lnTo>
                  <a:lnTo>
                    <a:pt x="74528" y="290423"/>
                  </a:lnTo>
                  <a:lnTo>
                    <a:pt x="131042" y="312607"/>
                  </a:lnTo>
                  <a:lnTo>
                    <a:pt x="161876" y="315429"/>
                  </a:lnTo>
                  <a:lnTo>
                    <a:pt x="192711" y="312607"/>
                  </a:lnTo>
                  <a:lnTo>
                    <a:pt x="249224" y="290423"/>
                  </a:lnTo>
                  <a:lnTo>
                    <a:pt x="294291" y="248878"/>
                  </a:lnTo>
                  <a:lnTo>
                    <a:pt x="312675" y="213043"/>
                  </a:lnTo>
                  <a:lnTo>
                    <a:pt x="157134" y="213043"/>
                  </a:lnTo>
                  <a:lnTo>
                    <a:pt x="158546" y="212911"/>
                  </a:lnTo>
                  <a:lnTo>
                    <a:pt x="155085" y="212911"/>
                  </a:lnTo>
                  <a:lnTo>
                    <a:pt x="145438" y="211074"/>
                  </a:lnTo>
                  <a:lnTo>
                    <a:pt x="148802" y="211074"/>
                  </a:lnTo>
                  <a:lnTo>
                    <a:pt x="146334" y="210352"/>
                  </a:lnTo>
                  <a:lnTo>
                    <a:pt x="143408" y="210352"/>
                  </a:lnTo>
                  <a:lnTo>
                    <a:pt x="134890" y="207004"/>
                  </a:lnTo>
                  <a:lnTo>
                    <a:pt x="136686" y="207004"/>
                  </a:lnTo>
                  <a:lnTo>
                    <a:pt x="134972" y="206151"/>
                  </a:lnTo>
                  <a:lnTo>
                    <a:pt x="132900" y="206151"/>
                  </a:lnTo>
                  <a:lnTo>
                    <a:pt x="124691" y="201032"/>
                  </a:lnTo>
                  <a:lnTo>
                    <a:pt x="126201" y="201032"/>
                  </a:lnTo>
                  <a:lnTo>
                    <a:pt x="124484" y="199719"/>
                  </a:lnTo>
                  <a:lnTo>
                    <a:pt x="123049" y="199719"/>
                  </a:lnTo>
                  <a:lnTo>
                    <a:pt x="116295" y="193484"/>
                  </a:lnTo>
                  <a:lnTo>
                    <a:pt x="115798" y="193484"/>
                  </a:lnTo>
                  <a:lnTo>
                    <a:pt x="115724" y="193353"/>
                  </a:lnTo>
                  <a:lnTo>
                    <a:pt x="109257" y="184427"/>
                  </a:lnTo>
                  <a:lnTo>
                    <a:pt x="109529" y="184427"/>
                  </a:lnTo>
                  <a:lnTo>
                    <a:pt x="105454" y="175238"/>
                  </a:lnTo>
                  <a:lnTo>
                    <a:pt x="106457" y="175238"/>
                  </a:lnTo>
                  <a:lnTo>
                    <a:pt x="106107" y="174188"/>
                  </a:lnTo>
                  <a:lnTo>
                    <a:pt x="104916" y="174188"/>
                  </a:lnTo>
                  <a:lnTo>
                    <a:pt x="102604" y="163687"/>
                  </a:lnTo>
                  <a:lnTo>
                    <a:pt x="103747" y="163687"/>
                  </a:lnTo>
                  <a:lnTo>
                    <a:pt x="103710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10" y="152070"/>
                  </a:lnTo>
                  <a:lnTo>
                    <a:pt x="103747" y="151742"/>
                  </a:lnTo>
                  <a:lnTo>
                    <a:pt x="102604" y="151742"/>
                  </a:lnTo>
                  <a:lnTo>
                    <a:pt x="104916" y="141241"/>
                  </a:lnTo>
                  <a:lnTo>
                    <a:pt x="106107" y="141241"/>
                  </a:lnTo>
                  <a:lnTo>
                    <a:pt x="106479" y="140125"/>
                  </a:lnTo>
                  <a:lnTo>
                    <a:pt x="105454" y="140125"/>
                  </a:lnTo>
                  <a:lnTo>
                    <a:pt x="109500" y="131068"/>
                  </a:lnTo>
                  <a:lnTo>
                    <a:pt x="109210" y="131068"/>
                  </a:lnTo>
                  <a:lnTo>
                    <a:pt x="115704" y="122076"/>
                  </a:lnTo>
                  <a:lnTo>
                    <a:pt x="115798" y="121945"/>
                  </a:lnTo>
                  <a:lnTo>
                    <a:pt x="116295" y="121945"/>
                  </a:lnTo>
                  <a:lnTo>
                    <a:pt x="123049" y="115710"/>
                  </a:lnTo>
                  <a:lnTo>
                    <a:pt x="124484" y="115710"/>
                  </a:lnTo>
                  <a:lnTo>
                    <a:pt x="126201" y="114397"/>
                  </a:lnTo>
                  <a:lnTo>
                    <a:pt x="124691" y="114397"/>
                  </a:lnTo>
                  <a:lnTo>
                    <a:pt x="132900" y="109278"/>
                  </a:lnTo>
                  <a:lnTo>
                    <a:pt x="134972" y="109278"/>
                  </a:lnTo>
                  <a:lnTo>
                    <a:pt x="136686" y="108424"/>
                  </a:lnTo>
                  <a:lnTo>
                    <a:pt x="134890" y="108424"/>
                  </a:lnTo>
                  <a:lnTo>
                    <a:pt x="143408" y="105077"/>
                  </a:lnTo>
                  <a:lnTo>
                    <a:pt x="146334" y="105077"/>
                  </a:lnTo>
                  <a:lnTo>
                    <a:pt x="148802" y="104355"/>
                  </a:lnTo>
                  <a:lnTo>
                    <a:pt x="145438" y="104355"/>
                  </a:lnTo>
                  <a:lnTo>
                    <a:pt x="155085" y="102517"/>
                  </a:lnTo>
                  <a:lnTo>
                    <a:pt x="158546" y="102517"/>
                  </a:lnTo>
                  <a:lnTo>
                    <a:pt x="157134" y="102386"/>
                  </a:lnTo>
                  <a:lnTo>
                    <a:pt x="312675" y="102386"/>
                  </a:lnTo>
                  <a:lnTo>
                    <a:pt x="294291" y="66551"/>
                  </a:lnTo>
                  <a:lnTo>
                    <a:pt x="249224" y="25005"/>
                  </a:lnTo>
                  <a:lnTo>
                    <a:pt x="192711" y="2822"/>
                  </a:lnTo>
                  <a:lnTo>
                    <a:pt x="161876" y="0"/>
                  </a:lnTo>
                  <a:close/>
                </a:path>
                <a:path w="323850" h="315595">
                  <a:moveTo>
                    <a:pt x="161876" y="212602"/>
                  </a:moveTo>
                  <a:lnTo>
                    <a:pt x="157134" y="213043"/>
                  </a:lnTo>
                  <a:lnTo>
                    <a:pt x="166618" y="213043"/>
                  </a:lnTo>
                  <a:lnTo>
                    <a:pt x="161876" y="212602"/>
                  </a:lnTo>
                  <a:close/>
                </a:path>
                <a:path w="323850" h="315595">
                  <a:moveTo>
                    <a:pt x="173382" y="211532"/>
                  </a:moveTo>
                  <a:lnTo>
                    <a:pt x="161876" y="212602"/>
                  </a:lnTo>
                  <a:lnTo>
                    <a:pt x="166618" y="213043"/>
                  </a:lnTo>
                  <a:lnTo>
                    <a:pt x="312675" y="213043"/>
                  </a:lnTo>
                  <a:lnTo>
                    <a:pt x="312719" y="212911"/>
                  </a:lnTo>
                  <a:lnTo>
                    <a:pt x="168667" y="212911"/>
                  </a:lnTo>
                  <a:lnTo>
                    <a:pt x="173382" y="211532"/>
                  </a:lnTo>
                  <a:close/>
                </a:path>
                <a:path w="323850" h="315595">
                  <a:moveTo>
                    <a:pt x="145438" y="211074"/>
                  </a:moveTo>
                  <a:lnTo>
                    <a:pt x="155085" y="212911"/>
                  </a:lnTo>
                  <a:lnTo>
                    <a:pt x="150370" y="211532"/>
                  </a:lnTo>
                  <a:lnTo>
                    <a:pt x="145438" y="211074"/>
                  </a:lnTo>
                  <a:close/>
                </a:path>
                <a:path w="323850" h="315595">
                  <a:moveTo>
                    <a:pt x="150370" y="211532"/>
                  </a:moveTo>
                  <a:lnTo>
                    <a:pt x="155085" y="212911"/>
                  </a:lnTo>
                  <a:lnTo>
                    <a:pt x="158546" y="212911"/>
                  </a:lnTo>
                  <a:lnTo>
                    <a:pt x="161876" y="212602"/>
                  </a:lnTo>
                  <a:lnTo>
                    <a:pt x="150370" y="211532"/>
                  </a:lnTo>
                  <a:close/>
                </a:path>
                <a:path w="323850" h="315595">
                  <a:moveTo>
                    <a:pt x="178315" y="211074"/>
                  </a:moveTo>
                  <a:lnTo>
                    <a:pt x="173382" y="211532"/>
                  </a:lnTo>
                  <a:lnTo>
                    <a:pt x="168667" y="212911"/>
                  </a:lnTo>
                  <a:lnTo>
                    <a:pt x="178315" y="211074"/>
                  </a:lnTo>
                  <a:close/>
                </a:path>
                <a:path w="323850" h="315595">
                  <a:moveTo>
                    <a:pt x="313332" y="211074"/>
                  </a:moveTo>
                  <a:lnTo>
                    <a:pt x="178315" y="211074"/>
                  </a:lnTo>
                  <a:lnTo>
                    <a:pt x="168667" y="212911"/>
                  </a:lnTo>
                  <a:lnTo>
                    <a:pt x="312719" y="212911"/>
                  </a:lnTo>
                  <a:lnTo>
                    <a:pt x="313332" y="211074"/>
                  </a:lnTo>
                  <a:close/>
                </a:path>
                <a:path w="323850" h="315595">
                  <a:moveTo>
                    <a:pt x="148802" y="211074"/>
                  </a:moveTo>
                  <a:lnTo>
                    <a:pt x="145438" y="211074"/>
                  </a:lnTo>
                  <a:lnTo>
                    <a:pt x="150370" y="211532"/>
                  </a:lnTo>
                  <a:lnTo>
                    <a:pt x="148802" y="211074"/>
                  </a:lnTo>
                  <a:close/>
                </a:path>
                <a:path w="323850" h="315595">
                  <a:moveTo>
                    <a:pt x="184510" y="208277"/>
                  </a:moveTo>
                  <a:lnTo>
                    <a:pt x="173382" y="211532"/>
                  </a:lnTo>
                  <a:lnTo>
                    <a:pt x="178315" y="211074"/>
                  </a:lnTo>
                  <a:lnTo>
                    <a:pt x="313332" y="211074"/>
                  </a:lnTo>
                  <a:lnTo>
                    <a:pt x="313573" y="210352"/>
                  </a:lnTo>
                  <a:lnTo>
                    <a:pt x="180344" y="210352"/>
                  </a:lnTo>
                  <a:lnTo>
                    <a:pt x="184510" y="208277"/>
                  </a:lnTo>
                  <a:close/>
                </a:path>
                <a:path w="323850" h="315595">
                  <a:moveTo>
                    <a:pt x="134890" y="207004"/>
                  </a:moveTo>
                  <a:lnTo>
                    <a:pt x="143408" y="210352"/>
                  </a:lnTo>
                  <a:lnTo>
                    <a:pt x="139242" y="208277"/>
                  </a:lnTo>
                  <a:lnTo>
                    <a:pt x="134890" y="207004"/>
                  </a:lnTo>
                  <a:close/>
                </a:path>
                <a:path w="323850" h="315595">
                  <a:moveTo>
                    <a:pt x="139242" y="208277"/>
                  </a:moveTo>
                  <a:lnTo>
                    <a:pt x="143408" y="210352"/>
                  </a:lnTo>
                  <a:lnTo>
                    <a:pt x="146334" y="210352"/>
                  </a:lnTo>
                  <a:lnTo>
                    <a:pt x="139242" y="208277"/>
                  </a:lnTo>
                  <a:close/>
                </a:path>
                <a:path w="323850" h="315595">
                  <a:moveTo>
                    <a:pt x="188862" y="207004"/>
                  </a:moveTo>
                  <a:lnTo>
                    <a:pt x="184510" y="208277"/>
                  </a:lnTo>
                  <a:lnTo>
                    <a:pt x="180344" y="210352"/>
                  </a:lnTo>
                  <a:lnTo>
                    <a:pt x="188862" y="207004"/>
                  </a:lnTo>
                  <a:close/>
                </a:path>
                <a:path w="323850" h="315595">
                  <a:moveTo>
                    <a:pt x="314691" y="207004"/>
                  </a:moveTo>
                  <a:lnTo>
                    <a:pt x="188862" y="207004"/>
                  </a:lnTo>
                  <a:lnTo>
                    <a:pt x="180344" y="210352"/>
                  </a:lnTo>
                  <a:lnTo>
                    <a:pt x="313573" y="210352"/>
                  </a:lnTo>
                  <a:lnTo>
                    <a:pt x="314691" y="207004"/>
                  </a:lnTo>
                  <a:close/>
                </a:path>
                <a:path w="323850" h="315595">
                  <a:moveTo>
                    <a:pt x="136686" y="207004"/>
                  </a:moveTo>
                  <a:lnTo>
                    <a:pt x="134890" y="207004"/>
                  </a:lnTo>
                  <a:lnTo>
                    <a:pt x="139242" y="208277"/>
                  </a:lnTo>
                  <a:lnTo>
                    <a:pt x="136686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510" y="208277"/>
                  </a:lnTo>
                  <a:lnTo>
                    <a:pt x="188862" y="207004"/>
                  </a:lnTo>
                  <a:lnTo>
                    <a:pt x="314691" y="207004"/>
                  </a:lnTo>
                  <a:lnTo>
                    <a:pt x="314976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691" y="201032"/>
                  </a:moveTo>
                  <a:lnTo>
                    <a:pt x="132900" y="206151"/>
                  </a:lnTo>
                  <a:lnTo>
                    <a:pt x="129026" y="203190"/>
                  </a:lnTo>
                  <a:lnTo>
                    <a:pt x="124691" y="201032"/>
                  </a:lnTo>
                  <a:close/>
                </a:path>
                <a:path w="323850" h="315595">
                  <a:moveTo>
                    <a:pt x="129026" y="203190"/>
                  </a:moveTo>
                  <a:lnTo>
                    <a:pt x="132900" y="206151"/>
                  </a:lnTo>
                  <a:lnTo>
                    <a:pt x="134972" y="206151"/>
                  </a:lnTo>
                  <a:lnTo>
                    <a:pt x="129026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686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76" y="206151"/>
                  </a:lnTo>
                  <a:lnTo>
                    <a:pt x="316686" y="201032"/>
                  </a:lnTo>
                  <a:close/>
                </a:path>
                <a:path w="323850" h="315595">
                  <a:moveTo>
                    <a:pt x="126201" y="201032"/>
                  </a:moveTo>
                  <a:lnTo>
                    <a:pt x="124691" y="201032"/>
                  </a:lnTo>
                  <a:lnTo>
                    <a:pt x="129026" y="203190"/>
                  </a:lnTo>
                  <a:lnTo>
                    <a:pt x="126201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686" y="201032"/>
                  </a:lnTo>
                  <a:lnTo>
                    <a:pt x="317125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25" y="193484"/>
                  </a:moveTo>
                  <a:lnTo>
                    <a:pt x="123049" y="199719"/>
                  </a:lnTo>
                  <a:lnTo>
                    <a:pt x="119867" y="196191"/>
                  </a:lnTo>
                  <a:lnTo>
                    <a:pt x="116325" y="193484"/>
                  </a:lnTo>
                  <a:close/>
                </a:path>
                <a:path w="323850" h="315595">
                  <a:moveTo>
                    <a:pt x="119867" y="196191"/>
                  </a:moveTo>
                  <a:lnTo>
                    <a:pt x="123049" y="199719"/>
                  </a:lnTo>
                  <a:lnTo>
                    <a:pt x="124484" y="199719"/>
                  </a:lnTo>
                  <a:lnTo>
                    <a:pt x="119867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49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25" y="199719"/>
                  </a:lnTo>
                  <a:lnTo>
                    <a:pt x="319207" y="193484"/>
                  </a:lnTo>
                  <a:lnTo>
                    <a:pt x="207954" y="193484"/>
                  </a:lnTo>
                  <a:lnTo>
                    <a:pt x="208049" y="193353"/>
                  </a:lnTo>
                  <a:close/>
                </a:path>
                <a:path w="323850" h="315595">
                  <a:moveTo>
                    <a:pt x="117307" y="193353"/>
                  </a:moveTo>
                  <a:lnTo>
                    <a:pt x="116153" y="193353"/>
                  </a:lnTo>
                  <a:lnTo>
                    <a:pt x="119867" y="196191"/>
                  </a:lnTo>
                  <a:lnTo>
                    <a:pt x="117426" y="193484"/>
                  </a:lnTo>
                  <a:lnTo>
                    <a:pt x="117307" y="193353"/>
                  </a:lnTo>
                  <a:close/>
                </a:path>
                <a:path w="323850" h="315595">
                  <a:moveTo>
                    <a:pt x="210708" y="188626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28" y="193353"/>
                  </a:lnTo>
                  <a:lnTo>
                    <a:pt x="210708" y="188626"/>
                  </a:lnTo>
                  <a:close/>
                </a:path>
                <a:path w="323850" h="315595">
                  <a:moveTo>
                    <a:pt x="113044" y="188626"/>
                  </a:moveTo>
                  <a:lnTo>
                    <a:pt x="115704" y="193353"/>
                  </a:lnTo>
                  <a:lnTo>
                    <a:pt x="115798" y="193484"/>
                  </a:lnTo>
                  <a:lnTo>
                    <a:pt x="116295" y="193484"/>
                  </a:lnTo>
                  <a:lnTo>
                    <a:pt x="116153" y="193353"/>
                  </a:lnTo>
                  <a:lnTo>
                    <a:pt x="117307" y="193353"/>
                  </a:lnTo>
                  <a:lnTo>
                    <a:pt x="113044" y="188626"/>
                  </a:lnTo>
                  <a:close/>
                </a:path>
                <a:path w="323850" h="315595">
                  <a:moveTo>
                    <a:pt x="321805" y="175238"/>
                  </a:moveTo>
                  <a:lnTo>
                    <a:pt x="218298" y="175238"/>
                  </a:lnTo>
                  <a:lnTo>
                    <a:pt x="214223" y="184427"/>
                  </a:lnTo>
                  <a:lnTo>
                    <a:pt x="214495" y="184427"/>
                  </a:lnTo>
                  <a:lnTo>
                    <a:pt x="208028" y="193353"/>
                  </a:lnTo>
                  <a:lnTo>
                    <a:pt x="207954" y="193484"/>
                  </a:lnTo>
                  <a:lnTo>
                    <a:pt x="319207" y="193484"/>
                  </a:lnTo>
                  <a:lnTo>
                    <a:pt x="320062" y="190924"/>
                  </a:lnTo>
                  <a:lnTo>
                    <a:pt x="321805" y="175238"/>
                  </a:lnTo>
                  <a:close/>
                </a:path>
                <a:path w="323850" h="315595">
                  <a:moveTo>
                    <a:pt x="109257" y="184427"/>
                  </a:moveTo>
                  <a:lnTo>
                    <a:pt x="115704" y="193353"/>
                  </a:lnTo>
                  <a:lnTo>
                    <a:pt x="113044" y="188626"/>
                  </a:lnTo>
                  <a:lnTo>
                    <a:pt x="109257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08" y="188626"/>
                  </a:lnTo>
                  <a:lnTo>
                    <a:pt x="20802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90" y="179535"/>
                  </a:moveTo>
                  <a:lnTo>
                    <a:pt x="109522" y="184427"/>
                  </a:lnTo>
                  <a:lnTo>
                    <a:pt x="109257" y="184427"/>
                  </a:lnTo>
                  <a:lnTo>
                    <a:pt x="113044" y="188626"/>
                  </a:lnTo>
                  <a:lnTo>
                    <a:pt x="107890" y="179535"/>
                  </a:lnTo>
                  <a:close/>
                </a:path>
                <a:path w="323850" h="315595">
                  <a:moveTo>
                    <a:pt x="215862" y="179535"/>
                  </a:moveTo>
                  <a:lnTo>
                    <a:pt x="210708" y="188626"/>
                  </a:lnTo>
                  <a:lnTo>
                    <a:pt x="214495" y="184427"/>
                  </a:lnTo>
                  <a:lnTo>
                    <a:pt x="214230" y="184427"/>
                  </a:lnTo>
                  <a:lnTo>
                    <a:pt x="215862" y="179535"/>
                  </a:lnTo>
                  <a:close/>
                </a:path>
                <a:path w="323850" h="315595">
                  <a:moveTo>
                    <a:pt x="105454" y="175238"/>
                  </a:moveTo>
                  <a:lnTo>
                    <a:pt x="109529" y="184427"/>
                  </a:lnTo>
                  <a:lnTo>
                    <a:pt x="107890" y="179535"/>
                  </a:lnTo>
                  <a:lnTo>
                    <a:pt x="105454" y="175238"/>
                  </a:lnTo>
                  <a:close/>
                </a:path>
                <a:path w="323850" h="315595">
                  <a:moveTo>
                    <a:pt x="218298" y="175238"/>
                  </a:moveTo>
                  <a:lnTo>
                    <a:pt x="215862" y="179535"/>
                  </a:lnTo>
                  <a:lnTo>
                    <a:pt x="214230" y="184427"/>
                  </a:lnTo>
                  <a:lnTo>
                    <a:pt x="218298" y="175238"/>
                  </a:lnTo>
                  <a:close/>
                </a:path>
                <a:path w="323850" h="315595">
                  <a:moveTo>
                    <a:pt x="106457" y="175238"/>
                  </a:moveTo>
                  <a:lnTo>
                    <a:pt x="105454" y="175238"/>
                  </a:lnTo>
                  <a:lnTo>
                    <a:pt x="107890" y="179535"/>
                  </a:lnTo>
                  <a:lnTo>
                    <a:pt x="106457" y="175238"/>
                  </a:lnTo>
                  <a:close/>
                </a:path>
                <a:path w="323850" h="315595">
                  <a:moveTo>
                    <a:pt x="219433" y="168829"/>
                  </a:moveTo>
                  <a:lnTo>
                    <a:pt x="215862" y="179535"/>
                  </a:lnTo>
                  <a:lnTo>
                    <a:pt x="218298" y="175238"/>
                  </a:lnTo>
                  <a:lnTo>
                    <a:pt x="321805" y="175238"/>
                  </a:lnTo>
                  <a:lnTo>
                    <a:pt x="321922" y="174188"/>
                  </a:lnTo>
                  <a:lnTo>
                    <a:pt x="218836" y="174188"/>
                  </a:lnTo>
                  <a:lnTo>
                    <a:pt x="219433" y="168829"/>
                  </a:lnTo>
                  <a:close/>
                </a:path>
                <a:path w="323850" h="315595">
                  <a:moveTo>
                    <a:pt x="102604" y="163687"/>
                  </a:moveTo>
                  <a:lnTo>
                    <a:pt x="104916" y="174188"/>
                  </a:lnTo>
                  <a:lnTo>
                    <a:pt x="104319" y="168829"/>
                  </a:lnTo>
                  <a:lnTo>
                    <a:pt x="102604" y="163687"/>
                  </a:lnTo>
                  <a:close/>
                </a:path>
                <a:path w="323850" h="315595">
                  <a:moveTo>
                    <a:pt x="104319" y="168829"/>
                  </a:moveTo>
                  <a:lnTo>
                    <a:pt x="104916" y="174188"/>
                  </a:lnTo>
                  <a:lnTo>
                    <a:pt x="106107" y="174188"/>
                  </a:lnTo>
                  <a:lnTo>
                    <a:pt x="104319" y="168829"/>
                  </a:lnTo>
                  <a:close/>
                </a:path>
                <a:path w="323850" h="315595">
                  <a:moveTo>
                    <a:pt x="221148" y="163687"/>
                  </a:moveTo>
                  <a:lnTo>
                    <a:pt x="219433" y="168829"/>
                  </a:lnTo>
                  <a:lnTo>
                    <a:pt x="218836" y="174188"/>
                  </a:lnTo>
                  <a:lnTo>
                    <a:pt x="221148" y="163687"/>
                  </a:lnTo>
                  <a:close/>
                </a:path>
                <a:path w="323850" h="315595">
                  <a:moveTo>
                    <a:pt x="323089" y="163687"/>
                  </a:moveTo>
                  <a:lnTo>
                    <a:pt x="221148" y="163687"/>
                  </a:lnTo>
                  <a:lnTo>
                    <a:pt x="218836" y="174188"/>
                  </a:lnTo>
                  <a:lnTo>
                    <a:pt x="321922" y="174188"/>
                  </a:lnTo>
                  <a:lnTo>
                    <a:pt x="323089" y="163687"/>
                  </a:lnTo>
                  <a:close/>
                </a:path>
                <a:path w="323850" h="315595">
                  <a:moveTo>
                    <a:pt x="103747" y="163687"/>
                  </a:moveTo>
                  <a:lnTo>
                    <a:pt x="102604" y="163687"/>
                  </a:lnTo>
                  <a:lnTo>
                    <a:pt x="104319" y="168829"/>
                  </a:lnTo>
                  <a:lnTo>
                    <a:pt x="103747" y="163687"/>
                  </a:lnTo>
                  <a:close/>
                </a:path>
                <a:path w="323850" h="315595">
                  <a:moveTo>
                    <a:pt x="323125" y="152070"/>
                  </a:moveTo>
                  <a:lnTo>
                    <a:pt x="221299" y="152070"/>
                  </a:lnTo>
                  <a:lnTo>
                    <a:pt x="221299" y="163359"/>
                  </a:lnTo>
                  <a:lnTo>
                    <a:pt x="220042" y="163359"/>
                  </a:lnTo>
                  <a:lnTo>
                    <a:pt x="219433" y="168829"/>
                  </a:lnTo>
                  <a:lnTo>
                    <a:pt x="221148" y="163687"/>
                  </a:lnTo>
                  <a:lnTo>
                    <a:pt x="323089" y="163687"/>
                  </a:lnTo>
                  <a:lnTo>
                    <a:pt x="323125" y="163359"/>
                  </a:lnTo>
                  <a:lnTo>
                    <a:pt x="221299" y="163359"/>
                  </a:lnTo>
                  <a:lnTo>
                    <a:pt x="220671" y="157714"/>
                  </a:lnTo>
                  <a:lnTo>
                    <a:pt x="323753" y="157714"/>
                  </a:lnTo>
                  <a:lnTo>
                    <a:pt x="323125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82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82" y="157714"/>
                  </a:moveTo>
                  <a:lnTo>
                    <a:pt x="102453" y="163359"/>
                  </a:lnTo>
                  <a:lnTo>
                    <a:pt x="103710" y="163359"/>
                  </a:lnTo>
                  <a:lnTo>
                    <a:pt x="103082" y="157714"/>
                  </a:lnTo>
                  <a:close/>
                </a:path>
                <a:path w="323850" h="315595">
                  <a:moveTo>
                    <a:pt x="221299" y="152070"/>
                  </a:moveTo>
                  <a:lnTo>
                    <a:pt x="220671" y="157714"/>
                  </a:lnTo>
                  <a:lnTo>
                    <a:pt x="221299" y="163359"/>
                  </a:lnTo>
                  <a:lnTo>
                    <a:pt x="221299" y="152070"/>
                  </a:lnTo>
                  <a:close/>
                </a:path>
                <a:path w="323850" h="315595">
                  <a:moveTo>
                    <a:pt x="103710" y="152070"/>
                  </a:moveTo>
                  <a:lnTo>
                    <a:pt x="102453" y="152070"/>
                  </a:lnTo>
                  <a:lnTo>
                    <a:pt x="103082" y="157714"/>
                  </a:lnTo>
                  <a:lnTo>
                    <a:pt x="103710" y="152070"/>
                  </a:lnTo>
                  <a:close/>
                </a:path>
                <a:path w="323850" h="315595">
                  <a:moveTo>
                    <a:pt x="321922" y="141241"/>
                  </a:moveTo>
                  <a:lnTo>
                    <a:pt x="218836" y="141241"/>
                  </a:lnTo>
                  <a:lnTo>
                    <a:pt x="221148" y="151742"/>
                  </a:lnTo>
                  <a:lnTo>
                    <a:pt x="220006" y="151742"/>
                  </a:lnTo>
                  <a:lnTo>
                    <a:pt x="220671" y="157714"/>
                  </a:lnTo>
                  <a:lnTo>
                    <a:pt x="221299" y="152070"/>
                  </a:lnTo>
                  <a:lnTo>
                    <a:pt x="323125" y="152070"/>
                  </a:lnTo>
                  <a:lnTo>
                    <a:pt x="323089" y="151742"/>
                  </a:lnTo>
                  <a:lnTo>
                    <a:pt x="221148" y="151742"/>
                  </a:lnTo>
                  <a:lnTo>
                    <a:pt x="219433" y="146600"/>
                  </a:lnTo>
                  <a:lnTo>
                    <a:pt x="322518" y="146600"/>
                  </a:lnTo>
                  <a:lnTo>
                    <a:pt x="321922" y="141241"/>
                  </a:lnTo>
                  <a:close/>
                </a:path>
                <a:path w="323850" h="315595">
                  <a:moveTo>
                    <a:pt x="104916" y="141241"/>
                  </a:moveTo>
                  <a:lnTo>
                    <a:pt x="102604" y="151742"/>
                  </a:lnTo>
                  <a:lnTo>
                    <a:pt x="104319" y="146600"/>
                  </a:lnTo>
                  <a:lnTo>
                    <a:pt x="104916" y="141241"/>
                  </a:lnTo>
                  <a:close/>
                </a:path>
                <a:path w="323850" h="315595">
                  <a:moveTo>
                    <a:pt x="104319" y="146600"/>
                  </a:moveTo>
                  <a:lnTo>
                    <a:pt x="102604" y="151742"/>
                  </a:lnTo>
                  <a:lnTo>
                    <a:pt x="103747" y="151742"/>
                  </a:lnTo>
                  <a:lnTo>
                    <a:pt x="104319" y="146600"/>
                  </a:lnTo>
                  <a:close/>
                </a:path>
                <a:path w="323850" h="315595">
                  <a:moveTo>
                    <a:pt x="218836" y="141241"/>
                  </a:moveTo>
                  <a:lnTo>
                    <a:pt x="219433" y="146600"/>
                  </a:lnTo>
                  <a:lnTo>
                    <a:pt x="221148" y="151742"/>
                  </a:lnTo>
                  <a:lnTo>
                    <a:pt x="218836" y="141241"/>
                  </a:lnTo>
                  <a:close/>
                </a:path>
                <a:path w="323850" h="315595">
                  <a:moveTo>
                    <a:pt x="106107" y="141241"/>
                  </a:moveTo>
                  <a:lnTo>
                    <a:pt x="104916" y="141241"/>
                  </a:lnTo>
                  <a:lnTo>
                    <a:pt x="104319" y="146600"/>
                  </a:lnTo>
                  <a:lnTo>
                    <a:pt x="106107" y="141241"/>
                  </a:lnTo>
                  <a:close/>
                </a:path>
                <a:path w="323850" h="315595">
                  <a:moveTo>
                    <a:pt x="215822" y="135773"/>
                  </a:moveTo>
                  <a:lnTo>
                    <a:pt x="219433" y="146600"/>
                  </a:lnTo>
                  <a:lnTo>
                    <a:pt x="218836" y="141241"/>
                  </a:lnTo>
                  <a:lnTo>
                    <a:pt x="321922" y="141241"/>
                  </a:lnTo>
                  <a:lnTo>
                    <a:pt x="321798" y="140125"/>
                  </a:lnTo>
                  <a:lnTo>
                    <a:pt x="218298" y="140125"/>
                  </a:lnTo>
                  <a:lnTo>
                    <a:pt x="215822" y="135773"/>
                  </a:lnTo>
                  <a:close/>
                </a:path>
                <a:path w="323850" h="315595">
                  <a:moveTo>
                    <a:pt x="109500" y="131068"/>
                  </a:moveTo>
                  <a:lnTo>
                    <a:pt x="105454" y="140125"/>
                  </a:lnTo>
                  <a:lnTo>
                    <a:pt x="107931" y="135773"/>
                  </a:lnTo>
                  <a:lnTo>
                    <a:pt x="109500" y="131068"/>
                  </a:lnTo>
                  <a:close/>
                </a:path>
                <a:path w="323850" h="315595">
                  <a:moveTo>
                    <a:pt x="107931" y="135773"/>
                  </a:moveTo>
                  <a:lnTo>
                    <a:pt x="105454" y="140125"/>
                  </a:lnTo>
                  <a:lnTo>
                    <a:pt x="106479" y="140125"/>
                  </a:lnTo>
                  <a:lnTo>
                    <a:pt x="107931" y="135773"/>
                  </a:lnTo>
                  <a:close/>
                </a:path>
                <a:path w="323850" h="315595">
                  <a:moveTo>
                    <a:pt x="214252" y="131068"/>
                  </a:moveTo>
                  <a:lnTo>
                    <a:pt x="215822" y="135773"/>
                  </a:lnTo>
                  <a:lnTo>
                    <a:pt x="218298" y="140125"/>
                  </a:lnTo>
                  <a:lnTo>
                    <a:pt x="214252" y="131068"/>
                  </a:lnTo>
                  <a:close/>
                </a:path>
                <a:path w="323850" h="315595">
                  <a:moveTo>
                    <a:pt x="319207" y="121945"/>
                  </a:moveTo>
                  <a:lnTo>
                    <a:pt x="207954" y="121945"/>
                  </a:lnTo>
                  <a:lnTo>
                    <a:pt x="214543" y="131068"/>
                  </a:lnTo>
                  <a:lnTo>
                    <a:pt x="214252" y="131068"/>
                  </a:lnTo>
                  <a:lnTo>
                    <a:pt x="218298" y="140125"/>
                  </a:lnTo>
                  <a:lnTo>
                    <a:pt x="321798" y="140125"/>
                  </a:lnTo>
                  <a:lnTo>
                    <a:pt x="320062" y="124504"/>
                  </a:lnTo>
                  <a:lnTo>
                    <a:pt x="319251" y="122076"/>
                  </a:lnTo>
                  <a:lnTo>
                    <a:pt x="319207" y="121945"/>
                  </a:lnTo>
                  <a:close/>
                </a:path>
                <a:path w="323850" h="315595">
                  <a:moveTo>
                    <a:pt x="113017" y="126833"/>
                  </a:moveTo>
                  <a:lnTo>
                    <a:pt x="109198" y="131068"/>
                  </a:lnTo>
                  <a:lnTo>
                    <a:pt x="109500" y="131068"/>
                  </a:lnTo>
                  <a:lnTo>
                    <a:pt x="107931" y="135773"/>
                  </a:lnTo>
                  <a:lnTo>
                    <a:pt x="113017" y="126833"/>
                  </a:lnTo>
                  <a:close/>
                </a:path>
                <a:path w="323850" h="315595">
                  <a:moveTo>
                    <a:pt x="210735" y="126833"/>
                  </a:moveTo>
                  <a:lnTo>
                    <a:pt x="215822" y="135773"/>
                  </a:lnTo>
                  <a:lnTo>
                    <a:pt x="214252" y="131068"/>
                  </a:lnTo>
                  <a:lnTo>
                    <a:pt x="214554" y="131068"/>
                  </a:lnTo>
                  <a:lnTo>
                    <a:pt x="210735" y="126833"/>
                  </a:lnTo>
                  <a:close/>
                </a:path>
                <a:path w="323850" h="315595">
                  <a:moveTo>
                    <a:pt x="115724" y="122076"/>
                  </a:moveTo>
                  <a:lnTo>
                    <a:pt x="109210" y="131068"/>
                  </a:lnTo>
                  <a:lnTo>
                    <a:pt x="113017" y="126833"/>
                  </a:lnTo>
                  <a:lnTo>
                    <a:pt x="115724" y="122076"/>
                  </a:lnTo>
                  <a:close/>
                </a:path>
                <a:path w="323850" h="315595">
                  <a:moveTo>
                    <a:pt x="208049" y="122076"/>
                  </a:moveTo>
                  <a:lnTo>
                    <a:pt x="210735" y="126833"/>
                  </a:lnTo>
                  <a:lnTo>
                    <a:pt x="214554" y="131068"/>
                  </a:lnTo>
                  <a:lnTo>
                    <a:pt x="208049" y="122076"/>
                  </a:lnTo>
                  <a:close/>
                </a:path>
                <a:path w="323850" h="315595">
                  <a:moveTo>
                    <a:pt x="116325" y="121945"/>
                  </a:moveTo>
                  <a:lnTo>
                    <a:pt x="115798" y="121945"/>
                  </a:lnTo>
                  <a:lnTo>
                    <a:pt x="113017" y="126833"/>
                  </a:lnTo>
                  <a:lnTo>
                    <a:pt x="117307" y="122076"/>
                  </a:lnTo>
                  <a:lnTo>
                    <a:pt x="116153" y="122076"/>
                  </a:lnTo>
                  <a:lnTo>
                    <a:pt x="116325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735" y="126833"/>
                  </a:lnTo>
                  <a:lnTo>
                    <a:pt x="208029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67" y="119238"/>
                  </a:moveTo>
                  <a:lnTo>
                    <a:pt x="116295" y="121945"/>
                  </a:lnTo>
                  <a:lnTo>
                    <a:pt x="116153" y="122076"/>
                  </a:lnTo>
                  <a:lnTo>
                    <a:pt x="117307" y="122076"/>
                  </a:lnTo>
                  <a:lnTo>
                    <a:pt x="119867" y="119238"/>
                  </a:lnTo>
                  <a:close/>
                </a:path>
                <a:path w="323850" h="315595">
                  <a:moveTo>
                    <a:pt x="317125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29" y="122076"/>
                  </a:lnTo>
                  <a:lnTo>
                    <a:pt x="207954" y="121945"/>
                  </a:lnTo>
                  <a:lnTo>
                    <a:pt x="319207" y="121945"/>
                  </a:lnTo>
                  <a:lnTo>
                    <a:pt x="317125" y="115710"/>
                  </a:lnTo>
                  <a:close/>
                </a:path>
                <a:path w="323850" h="315595">
                  <a:moveTo>
                    <a:pt x="123049" y="115710"/>
                  </a:moveTo>
                  <a:lnTo>
                    <a:pt x="116295" y="121945"/>
                  </a:lnTo>
                  <a:lnTo>
                    <a:pt x="119867" y="119238"/>
                  </a:lnTo>
                  <a:lnTo>
                    <a:pt x="123049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484" y="115710"/>
                  </a:moveTo>
                  <a:lnTo>
                    <a:pt x="123049" y="115710"/>
                  </a:lnTo>
                  <a:lnTo>
                    <a:pt x="119867" y="119238"/>
                  </a:lnTo>
                  <a:lnTo>
                    <a:pt x="124484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25" y="115710"/>
                  </a:lnTo>
                  <a:lnTo>
                    <a:pt x="316686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00" y="109278"/>
                  </a:moveTo>
                  <a:lnTo>
                    <a:pt x="124691" y="114397"/>
                  </a:lnTo>
                  <a:lnTo>
                    <a:pt x="129026" y="112238"/>
                  </a:lnTo>
                  <a:lnTo>
                    <a:pt x="132900" y="109278"/>
                  </a:lnTo>
                  <a:close/>
                </a:path>
                <a:path w="323850" h="315595">
                  <a:moveTo>
                    <a:pt x="129026" y="112238"/>
                  </a:moveTo>
                  <a:lnTo>
                    <a:pt x="124691" y="114397"/>
                  </a:lnTo>
                  <a:lnTo>
                    <a:pt x="126201" y="114397"/>
                  </a:lnTo>
                  <a:lnTo>
                    <a:pt x="129026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76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686" y="114397"/>
                  </a:lnTo>
                  <a:lnTo>
                    <a:pt x="314976" y="109278"/>
                  </a:lnTo>
                  <a:close/>
                </a:path>
                <a:path w="323850" h="315595">
                  <a:moveTo>
                    <a:pt x="134972" y="109278"/>
                  </a:moveTo>
                  <a:lnTo>
                    <a:pt x="132900" y="109278"/>
                  </a:lnTo>
                  <a:lnTo>
                    <a:pt x="129026" y="112238"/>
                  </a:lnTo>
                  <a:lnTo>
                    <a:pt x="134972" y="109278"/>
                  </a:lnTo>
                  <a:close/>
                </a:path>
                <a:path w="323850" h="315595">
                  <a:moveTo>
                    <a:pt x="184510" y="107151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76" y="109278"/>
                  </a:lnTo>
                  <a:lnTo>
                    <a:pt x="314691" y="108424"/>
                  </a:lnTo>
                  <a:lnTo>
                    <a:pt x="188862" y="108424"/>
                  </a:lnTo>
                  <a:lnTo>
                    <a:pt x="184510" y="107151"/>
                  </a:lnTo>
                  <a:close/>
                </a:path>
                <a:path w="323850" h="315595">
                  <a:moveTo>
                    <a:pt x="143408" y="105077"/>
                  </a:moveTo>
                  <a:lnTo>
                    <a:pt x="134890" y="108424"/>
                  </a:lnTo>
                  <a:lnTo>
                    <a:pt x="139242" y="107151"/>
                  </a:lnTo>
                  <a:lnTo>
                    <a:pt x="143408" y="105077"/>
                  </a:lnTo>
                  <a:close/>
                </a:path>
                <a:path w="323850" h="315595">
                  <a:moveTo>
                    <a:pt x="139242" y="107151"/>
                  </a:moveTo>
                  <a:lnTo>
                    <a:pt x="134890" y="108424"/>
                  </a:lnTo>
                  <a:lnTo>
                    <a:pt x="136686" y="108424"/>
                  </a:lnTo>
                  <a:lnTo>
                    <a:pt x="139242" y="107151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510" y="107151"/>
                  </a:lnTo>
                  <a:lnTo>
                    <a:pt x="18886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3" y="105077"/>
                  </a:moveTo>
                  <a:lnTo>
                    <a:pt x="180344" y="105077"/>
                  </a:lnTo>
                  <a:lnTo>
                    <a:pt x="188862" y="108424"/>
                  </a:lnTo>
                  <a:lnTo>
                    <a:pt x="314691" y="108424"/>
                  </a:lnTo>
                  <a:lnTo>
                    <a:pt x="313573" y="105077"/>
                  </a:lnTo>
                  <a:close/>
                </a:path>
                <a:path w="323850" h="315595">
                  <a:moveTo>
                    <a:pt x="146334" y="105077"/>
                  </a:moveTo>
                  <a:lnTo>
                    <a:pt x="143408" y="105077"/>
                  </a:lnTo>
                  <a:lnTo>
                    <a:pt x="139242" y="107151"/>
                  </a:lnTo>
                  <a:lnTo>
                    <a:pt x="146334" y="105077"/>
                  </a:lnTo>
                  <a:close/>
                </a:path>
                <a:path w="323850" h="315595">
                  <a:moveTo>
                    <a:pt x="173382" y="103897"/>
                  </a:moveTo>
                  <a:lnTo>
                    <a:pt x="184510" y="107151"/>
                  </a:lnTo>
                  <a:lnTo>
                    <a:pt x="180344" y="105077"/>
                  </a:lnTo>
                  <a:lnTo>
                    <a:pt x="313573" y="105077"/>
                  </a:lnTo>
                  <a:lnTo>
                    <a:pt x="313332" y="104355"/>
                  </a:lnTo>
                  <a:lnTo>
                    <a:pt x="178315" y="104355"/>
                  </a:lnTo>
                  <a:lnTo>
                    <a:pt x="173382" y="103897"/>
                  </a:lnTo>
                  <a:close/>
                </a:path>
                <a:path w="323850" h="315595">
                  <a:moveTo>
                    <a:pt x="155085" y="102517"/>
                  </a:moveTo>
                  <a:lnTo>
                    <a:pt x="145438" y="104355"/>
                  </a:lnTo>
                  <a:lnTo>
                    <a:pt x="150370" y="103897"/>
                  </a:lnTo>
                  <a:lnTo>
                    <a:pt x="155085" y="102517"/>
                  </a:lnTo>
                  <a:close/>
                </a:path>
                <a:path w="323850" h="315595">
                  <a:moveTo>
                    <a:pt x="150370" y="103897"/>
                  </a:moveTo>
                  <a:lnTo>
                    <a:pt x="145438" y="104355"/>
                  </a:lnTo>
                  <a:lnTo>
                    <a:pt x="148802" y="104355"/>
                  </a:lnTo>
                  <a:lnTo>
                    <a:pt x="150370" y="103897"/>
                  </a:lnTo>
                  <a:close/>
                </a:path>
                <a:path w="323850" h="315595">
                  <a:moveTo>
                    <a:pt x="168667" y="102517"/>
                  </a:moveTo>
                  <a:lnTo>
                    <a:pt x="173382" y="103897"/>
                  </a:lnTo>
                  <a:lnTo>
                    <a:pt x="178315" y="104355"/>
                  </a:lnTo>
                  <a:lnTo>
                    <a:pt x="168667" y="102517"/>
                  </a:lnTo>
                  <a:close/>
                </a:path>
                <a:path w="323850" h="315595">
                  <a:moveTo>
                    <a:pt x="312719" y="102517"/>
                  </a:moveTo>
                  <a:lnTo>
                    <a:pt x="168667" y="102517"/>
                  </a:lnTo>
                  <a:lnTo>
                    <a:pt x="178315" y="104355"/>
                  </a:lnTo>
                  <a:lnTo>
                    <a:pt x="313332" y="104355"/>
                  </a:lnTo>
                  <a:lnTo>
                    <a:pt x="312822" y="102827"/>
                  </a:lnTo>
                  <a:lnTo>
                    <a:pt x="312719" y="102517"/>
                  </a:lnTo>
                  <a:close/>
                </a:path>
                <a:path w="323850" h="315595">
                  <a:moveTo>
                    <a:pt x="158546" y="102517"/>
                  </a:moveTo>
                  <a:lnTo>
                    <a:pt x="155085" y="102517"/>
                  </a:lnTo>
                  <a:lnTo>
                    <a:pt x="150370" y="103897"/>
                  </a:lnTo>
                  <a:lnTo>
                    <a:pt x="161876" y="102827"/>
                  </a:lnTo>
                  <a:lnTo>
                    <a:pt x="158546" y="102517"/>
                  </a:lnTo>
                  <a:close/>
                </a:path>
                <a:path w="323850" h="315595">
                  <a:moveTo>
                    <a:pt x="312675" y="102386"/>
                  </a:moveTo>
                  <a:lnTo>
                    <a:pt x="166618" y="102386"/>
                  </a:lnTo>
                  <a:lnTo>
                    <a:pt x="161876" y="102827"/>
                  </a:lnTo>
                  <a:lnTo>
                    <a:pt x="173382" y="103897"/>
                  </a:lnTo>
                  <a:lnTo>
                    <a:pt x="168667" y="102517"/>
                  </a:lnTo>
                  <a:lnTo>
                    <a:pt x="312719" y="102517"/>
                  </a:lnTo>
                  <a:lnTo>
                    <a:pt x="312675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34" y="102386"/>
                  </a:lnTo>
                  <a:lnTo>
                    <a:pt x="161876" y="102827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51" name="object 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7728" y="6238127"/>
            <a:ext cx="196314" cy="196186"/>
          </a:xfrm>
          <a:prstGeom prst="rect">
            <a:avLst/>
          </a:prstGeom>
        </p:spPr>
      </p:pic>
      <p:sp>
        <p:nvSpPr>
          <p:cNvPr id="53" name="Text 5">
            <a:extLst>
              <a:ext uri="{FF2B5EF4-FFF2-40B4-BE49-F238E27FC236}">
                <a16:creationId xmlns:a16="http://schemas.microsoft.com/office/drawing/2014/main" id="{9F51E373-F4FB-016D-7A5B-C26085F332C8}"/>
              </a:ext>
            </a:extLst>
          </p:cNvPr>
          <p:cNvSpPr/>
          <p:nvPr/>
        </p:nvSpPr>
        <p:spPr>
          <a:xfrm>
            <a:off x="1170627" y="1712484"/>
            <a:ext cx="758913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Easy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b="1" kern="1200" dirty="0">
                <a:solidFill>
                  <a:srgbClr val="C0392B"/>
                </a:solidFill>
                <a:latin typeface="Graphik LCG" panose="020B0503030202060203" pitchFamily="34" charset="0"/>
                <a:ea typeface="+mn-ea"/>
                <a:cs typeface="+mn-cs"/>
              </a:rPr>
              <a:t>Insecure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You must save part of the code separately (move to modules)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You must capture the runtime environment yourself</a:t>
            </a:r>
          </a:p>
        </p:txBody>
      </p:sp>
      <p:sp>
        <p:nvSpPr>
          <p:cNvPr id="200" name="Security warning"/>
          <p:cNvSpPr/>
          <p:nvPr/>
        </p:nvSpPr>
        <p:spPr>
          <a:xfrm>
            <a:off x="733846" y="5228397"/>
            <a:ext cx="5740000" cy="1120000"/>
          </a:xfrm>
          <a:prstGeom prst="roundRect">
            <a:avLst>
              <a:gd name="adj" fmla="val 7000"/>
            </a:avLst>
          </a:prstGeom>
          <a:solidFill>
            <a:srgbClr val="FCEBEA"/>
          </a:solidFill>
          <a:ln w="19050">
            <a:solidFill>
              <a:srgbClr val="C0392B"/>
            </a:solidFill>
          </a:ln>
        </p:spPr>
        <p:txBody>
          <a:bodyPr lIns="118872" tIns="54864" rIns="91440" bIns="54864" rtlCol="0" anchor="ctr"/>
          <a:lstStyle/>
          <a:p>
            <a:pPr algn="l">
              <a:lnSpc>
                <a:spcPts val="1800"/>
              </a:lnSpc>
            </a:pPr>
            <a:r>
              <a:rPr lang="en-US" sz="1500" b="1" dirty="0">
                <a:solidFill>
                  <a:srgbClr val="C0392B"/>
                </a:solidFill>
                <a:latin typeface="Graphik LCG" pitchFamily="34" charset="0"/>
              </a:rPr>
              <a:t>Security: </a:t>
            </a:r>
            <a:r>
              <a:rPr lang="en-US" sz="1500" dirty="0">
                <a:solidFill>
                  <a:srgbClr val="7A1F16"/>
                </a:solidFill>
                <a:latin typeface="Graphik LC" pitchFamily="34" charset="0"/>
              </a:rPr>
              <a:t>pickle / joblib / cloudpickle are for trusted internal artifacts only. Loading an untrusted artifact can execute arbitrary code.</a:t>
            </a:r>
          </a:p>
        </p:txBody>
      </p:sp>
    </p:spTree>
    <p:extLst>
      <p:ext uri="{BB962C8B-B14F-4D97-AF65-F5344CB8AC3E}">
        <p14:creationId xmlns:p14="http://schemas.microsoft.com/office/powerpoint/2010/main" val="263652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9276" y="6425216"/>
            <a:ext cx="203388" cy="1523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6482" y="1304947"/>
            <a:ext cx="6957596" cy="4491964"/>
          </a:xfrm>
          <a:custGeom>
            <a:avLst/>
            <a:gdLst/>
            <a:ahLst/>
            <a:cxnLst/>
            <a:rect l="l" t="t" r="r" b="b"/>
            <a:pathLst>
              <a:path w="11475085" h="7408545">
                <a:moveTo>
                  <a:pt x="11190270" y="0"/>
                </a:moveTo>
                <a:lnTo>
                  <a:pt x="284217" y="0"/>
                </a:lnTo>
                <a:lnTo>
                  <a:pt x="238123" y="3721"/>
                </a:lnTo>
                <a:lnTo>
                  <a:pt x="194394" y="14495"/>
                </a:lnTo>
                <a:lnTo>
                  <a:pt x="153616" y="31736"/>
                </a:lnTo>
                <a:lnTo>
                  <a:pt x="116375" y="54857"/>
                </a:lnTo>
                <a:lnTo>
                  <a:pt x="83256" y="83272"/>
                </a:lnTo>
                <a:lnTo>
                  <a:pt x="54846" y="116395"/>
                </a:lnTo>
                <a:lnTo>
                  <a:pt x="31729" y="153641"/>
                </a:lnTo>
                <a:lnTo>
                  <a:pt x="14492" y="194422"/>
                </a:lnTo>
                <a:lnTo>
                  <a:pt x="3720" y="238153"/>
                </a:lnTo>
                <a:lnTo>
                  <a:pt x="0" y="284249"/>
                </a:lnTo>
                <a:lnTo>
                  <a:pt x="0" y="7123918"/>
                </a:lnTo>
                <a:lnTo>
                  <a:pt x="3720" y="7170039"/>
                </a:lnTo>
                <a:lnTo>
                  <a:pt x="14492" y="7213785"/>
                </a:lnTo>
                <a:lnTo>
                  <a:pt x="31729" y="7254572"/>
                </a:lnTo>
                <a:lnTo>
                  <a:pt x="54846" y="7291817"/>
                </a:lnTo>
                <a:lnTo>
                  <a:pt x="83256" y="7324934"/>
                </a:lnTo>
                <a:lnTo>
                  <a:pt x="116375" y="7353340"/>
                </a:lnTo>
                <a:lnTo>
                  <a:pt x="153616" y="7376451"/>
                </a:lnTo>
                <a:lnTo>
                  <a:pt x="194394" y="7393681"/>
                </a:lnTo>
                <a:lnTo>
                  <a:pt x="238123" y="7404448"/>
                </a:lnTo>
                <a:lnTo>
                  <a:pt x="284217" y="7408167"/>
                </a:lnTo>
                <a:lnTo>
                  <a:pt x="11190270" y="7408167"/>
                </a:lnTo>
                <a:lnTo>
                  <a:pt x="11236365" y="7404448"/>
                </a:lnTo>
                <a:lnTo>
                  <a:pt x="11280097" y="7393681"/>
                </a:lnTo>
                <a:lnTo>
                  <a:pt x="11320878" y="7376451"/>
                </a:lnTo>
                <a:lnTo>
                  <a:pt x="11358124" y="7353340"/>
                </a:lnTo>
                <a:lnTo>
                  <a:pt x="11391247" y="7324934"/>
                </a:lnTo>
                <a:lnTo>
                  <a:pt x="11419662" y="7291817"/>
                </a:lnTo>
                <a:lnTo>
                  <a:pt x="11442783" y="7254572"/>
                </a:lnTo>
                <a:lnTo>
                  <a:pt x="11460024" y="7213785"/>
                </a:lnTo>
                <a:lnTo>
                  <a:pt x="11470798" y="7170039"/>
                </a:lnTo>
                <a:lnTo>
                  <a:pt x="11474519" y="7123918"/>
                </a:lnTo>
                <a:lnTo>
                  <a:pt x="11474519" y="284249"/>
                </a:lnTo>
                <a:lnTo>
                  <a:pt x="11470798" y="238153"/>
                </a:lnTo>
                <a:lnTo>
                  <a:pt x="11460024" y="194422"/>
                </a:lnTo>
                <a:lnTo>
                  <a:pt x="11442783" y="153641"/>
                </a:lnTo>
                <a:lnTo>
                  <a:pt x="11419662" y="116395"/>
                </a:lnTo>
                <a:lnTo>
                  <a:pt x="11391247" y="83272"/>
                </a:lnTo>
                <a:lnTo>
                  <a:pt x="11358124" y="54857"/>
                </a:lnTo>
                <a:lnTo>
                  <a:pt x="11320878" y="31736"/>
                </a:lnTo>
                <a:lnTo>
                  <a:pt x="11280097" y="14495"/>
                </a:lnTo>
                <a:lnTo>
                  <a:pt x="11236365" y="3721"/>
                </a:lnTo>
                <a:lnTo>
                  <a:pt x="11190270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098" y="1405492"/>
            <a:ext cx="4254939" cy="451428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torch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my_module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SimpleModel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7098" y="2429414"/>
            <a:ext cx="6477000" cy="3052140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model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SimpleModel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state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{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"model_state_dict"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: model.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state_dict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"model_config"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: {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"hidden_dim"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: </a:t>
            </a:r>
            <a:r>
              <a:rPr lang="en-US" sz="1300" kern="1200" spc="-40" dirty="0">
                <a:solidFill>
                  <a:srgbClr val="4776D5"/>
                </a:solidFill>
                <a:latin typeface="Monaco"/>
                <a:cs typeface="Monaco"/>
              </a:rPr>
              <a:t>128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},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}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torch.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save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(state,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"checkpoint.pt"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checkpoint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torch.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load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"checkpoint.pt"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 map_location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"cpu"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 weights_only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=True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loaded_model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SimpleModel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**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checkpoint[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"model_config"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])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loaded_model.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load_state_dict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(checkpoint[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"model_state_dict"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])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loaded_model.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eval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BE60703-BEBF-C7F8-2630-A5F02C89997D}"/>
              </a:ext>
            </a:extLst>
          </p:cNvPr>
          <p:cNvSpPr/>
          <p:nvPr/>
        </p:nvSpPr>
        <p:spPr>
          <a:xfrm>
            <a:off x="616482" y="367898"/>
            <a:ext cx="11180282" cy="69794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Framework‑specific ways (</a:t>
            </a:r>
            <a:r>
              <a:rPr lang="en" sz="4000" b="1" kern="1200" dirty="0" err="1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PyTorch</a:t>
            </a: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)</a:t>
            </a:r>
            <a:endParaRPr lang="en-US" sz="4000" b="1" kern="1200" dirty="0">
              <a:solidFill>
                <a:srgbClr val="141414"/>
              </a:solidFill>
              <a:latin typeface="GRAPHIKLCG-SEMIBOLD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8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11770" y="176799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45" y="161099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6482" y="2407381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40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45" y="139941"/>
                </a:lnTo>
                <a:lnTo>
                  <a:pt x="0" y="139941"/>
                </a:lnTo>
                <a:lnTo>
                  <a:pt x="0" y="161086"/>
                </a:lnTo>
                <a:lnTo>
                  <a:pt x="362445" y="161086"/>
                </a:lnTo>
                <a:lnTo>
                  <a:pt x="235305" y="288544"/>
                </a:lnTo>
                <a:lnTo>
                  <a:pt x="247764" y="301040"/>
                </a:lnTo>
                <a:lnTo>
                  <a:pt x="252666" y="301040"/>
                </a:lnTo>
                <a:lnTo>
                  <a:pt x="395401" y="157988"/>
                </a:lnTo>
                <a:lnTo>
                  <a:pt x="395401" y="14304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1770" y="2955326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58" y="161099"/>
                </a:lnTo>
                <a:lnTo>
                  <a:pt x="235305" y="288569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7753" y="6425216"/>
            <a:ext cx="205673" cy="15235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111595" y="4313668"/>
            <a:ext cx="0" cy="713047"/>
          </a:xfrm>
          <a:custGeom>
            <a:avLst/>
            <a:gdLst/>
            <a:ahLst/>
            <a:cxnLst/>
            <a:rect l="l" t="t" r="r" b="b"/>
            <a:pathLst>
              <a:path h="1176020">
                <a:moveTo>
                  <a:pt x="0" y="0"/>
                </a:moveTo>
                <a:lnTo>
                  <a:pt x="0" y="117554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11595" y="5419237"/>
            <a:ext cx="0" cy="1434949"/>
          </a:xfrm>
          <a:custGeom>
            <a:avLst/>
            <a:gdLst/>
            <a:ahLst/>
            <a:cxnLst/>
            <a:rect l="l" t="t" r="r" b="b"/>
            <a:pathLst>
              <a:path h="2366645">
                <a:moveTo>
                  <a:pt x="0" y="2366575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58076" y="4313668"/>
            <a:ext cx="0" cy="1133867"/>
          </a:xfrm>
          <a:custGeom>
            <a:avLst/>
            <a:gdLst/>
            <a:ahLst/>
            <a:cxnLst/>
            <a:rect l="l" t="t" r="r" b="b"/>
            <a:pathLst>
              <a:path h="1870075">
                <a:moveTo>
                  <a:pt x="0" y="0"/>
                </a:moveTo>
                <a:lnTo>
                  <a:pt x="0" y="1870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58076" y="6348397"/>
            <a:ext cx="0" cy="505909"/>
          </a:xfrm>
          <a:custGeom>
            <a:avLst/>
            <a:gdLst/>
            <a:ahLst/>
            <a:cxnLst/>
            <a:rect l="l" t="t" r="r" b="b"/>
            <a:pathLst>
              <a:path h="834390">
                <a:moveTo>
                  <a:pt x="0" y="834121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646543" y="4347096"/>
            <a:ext cx="0" cy="1618986"/>
          </a:xfrm>
          <a:custGeom>
            <a:avLst/>
            <a:gdLst/>
            <a:ahLst/>
            <a:cxnLst/>
            <a:rect l="l" t="t" r="r" b="b"/>
            <a:pathLst>
              <a:path h="2670175">
                <a:moveTo>
                  <a:pt x="0" y="0"/>
                </a:moveTo>
                <a:lnTo>
                  <a:pt x="0" y="2669930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2210" y="4313668"/>
            <a:ext cx="0" cy="2540710"/>
          </a:xfrm>
          <a:custGeom>
            <a:avLst/>
            <a:gdLst/>
            <a:ahLst/>
            <a:cxnLst/>
            <a:rect l="l" t="t" r="r" b="b"/>
            <a:pathLst>
              <a:path h="4190365">
                <a:moveTo>
                  <a:pt x="0" y="0"/>
                </a:moveTo>
                <a:lnTo>
                  <a:pt x="0" y="418997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60422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297716" y="3630796"/>
            <a:ext cx="0" cy="1218571"/>
          </a:xfrm>
          <a:custGeom>
            <a:avLst/>
            <a:gdLst/>
            <a:ahLst/>
            <a:cxnLst/>
            <a:rect l="l" t="t" r="r" b="b"/>
            <a:pathLst>
              <a:path h="2009775">
                <a:moveTo>
                  <a:pt x="0" y="0"/>
                </a:moveTo>
                <a:lnTo>
                  <a:pt x="0" y="20096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297716" y="5426758"/>
            <a:ext cx="0" cy="424671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233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995370" y="3874338"/>
            <a:ext cx="0" cy="276056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476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995370" y="4656776"/>
            <a:ext cx="0" cy="1762981"/>
          </a:xfrm>
          <a:custGeom>
            <a:avLst/>
            <a:gdLst/>
            <a:ahLst/>
            <a:cxnLst/>
            <a:rect l="l" t="t" r="r" b="b"/>
            <a:pathLst>
              <a:path h="2907665">
                <a:moveTo>
                  <a:pt x="0" y="2907388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204556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553384" y="3945968"/>
            <a:ext cx="0" cy="1428019"/>
          </a:xfrm>
          <a:custGeom>
            <a:avLst/>
            <a:gdLst/>
            <a:ahLst/>
            <a:cxnLst/>
            <a:rect l="l" t="t" r="r" b="b"/>
            <a:pathLst>
              <a:path h="2355215">
                <a:moveTo>
                  <a:pt x="0" y="0"/>
                </a:moveTo>
                <a:lnTo>
                  <a:pt x="0" y="2354894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99863" y="5373792"/>
            <a:ext cx="0" cy="1127322"/>
          </a:xfrm>
          <a:custGeom>
            <a:avLst/>
            <a:gdLst/>
            <a:ahLst/>
            <a:cxnLst/>
            <a:rect l="l" t="t" r="r" b="b"/>
            <a:pathLst>
              <a:path h="1859279">
                <a:moveTo>
                  <a:pt x="0" y="0"/>
                </a:moveTo>
                <a:lnTo>
                  <a:pt x="0" y="18587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506903" y="3630796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55729" y="3826584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809249" y="3874338"/>
            <a:ext cx="0" cy="2349743"/>
          </a:xfrm>
          <a:custGeom>
            <a:avLst/>
            <a:gdLst/>
            <a:ahLst/>
            <a:cxnLst/>
            <a:rect l="l" t="t" r="r" b="b"/>
            <a:pathLst>
              <a:path h="3875404">
                <a:moveTo>
                  <a:pt x="0" y="0"/>
                </a:moveTo>
                <a:lnTo>
                  <a:pt x="0" y="387494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948691" y="4084453"/>
            <a:ext cx="0" cy="2139525"/>
          </a:xfrm>
          <a:custGeom>
            <a:avLst/>
            <a:gdLst/>
            <a:ahLst/>
            <a:cxnLst/>
            <a:rect l="l" t="t" r="r" b="b"/>
            <a:pathLst>
              <a:path h="3528695">
                <a:moveTo>
                  <a:pt x="0" y="0"/>
                </a:moveTo>
                <a:lnTo>
                  <a:pt x="0" y="352840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251037" y="3630796"/>
            <a:ext cx="0" cy="256805"/>
          </a:xfrm>
          <a:custGeom>
            <a:avLst/>
            <a:gdLst/>
            <a:ahLst/>
            <a:cxnLst/>
            <a:rect l="l" t="t" r="r" b="b"/>
            <a:pathLst>
              <a:path h="423545">
                <a:moveTo>
                  <a:pt x="0" y="0"/>
                </a:moveTo>
                <a:lnTo>
                  <a:pt x="0" y="423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251037" y="4235512"/>
            <a:ext cx="0" cy="1988600"/>
          </a:xfrm>
          <a:custGeom>
            <a:avLst/>
            <a:gdLst/>
            <a:ahLst/>
            <a:cxnLst/>
            <a:rect l="l" t="t" r="r" b="b"/>
            <a:pathLst>
              <a:path h="3279775">
                <a:moveTo>
                  <a:pt x="0" y="3279262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035" y="4920135"/>
            <a:ext cx="196298" cy="19618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8057728" y="5359546"/>
            <a:ext cx="196357" cy="191352"/>
            <a:chOff x="13287506" y="8838702"/>
            <a:chExt cx="323850" cy="31559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8733" y="8889764"/>
              <a:ext cx="220669" cy="2126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3287506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89" y="0"/>
                  </a:moveTo>
                  <a:lnTo>
                    <a:pt x="101731" y="11420"/>
                  </a:lnTo>
                  <a:lnTo>
                    <a:pt x="50175" y="43579"/>
                  </a:lnTo>
                  <a:lnTo>
                    <a:pt x="13923" y="93985"/>
                  </a:lnTo>
                  <a:lnTo>
                    <a:pt x="0" y="157714"/>
                  </a:lnTo>
                  <a:lnTo>
                    <a:pt x="3677" y="190924"/>
                  </a:lnTo>
                  <a:lnTo>
                    <a:pt x="29488" y="248878"/>
                  </a:lnTo>
                  <a:lnTo>
                    <a:pt x="74541" y="290423"/>
                  </a:lnTo>
                  <a:lnTo>
                    <a:pt x="131022" y="312607"/>
                  </a:lnTo>
                  <a:lnTo>
                    <a:pt x="161889" y="315429"/>
                  </a:lnTo>
                  <a:lnTo>
                    <a:pt x="192757" y="312607"/>
                  </a:lnTo>
                  <a:lnTo>
                    <a:pt x="249238" y="290423"/>
                  </a:lnTo>
                  <a:lnTo>
                    <a:pt x="294291" y="248878"/>
                  </a:lnTo>
                  <a:lnTo>
                    <a:pt x="312676" y="213043"/>
                  </a:lnTo>
                  <a:lnTo>
                    <a:pt x="157161" y="213043"/>
                  </a:lnTo>
                  <a:lnTo>
                    <a:pt x="158570" y="212911"/>
                  </a:lnTo>
                  <a:lnTo>
                    <a:pt x="155125" y="212911"/>
                  </a:lnTo>
                  <a:lnTo>
                    <a:pt x="145470" y="211074"/>
                  </a:lnTo>
                  <a:lnTo>
                    <a:pt x="148832" y="211074"/>
                  </a:lnTo>
                  <a:lnTo>
                    <a:pt x="146359" y="210352"/>
                  </a:lnTo>
                  <a:lnTo>
                    <a:pt x="143434" y="210352"/>
                  </a:lnTo>
                  <a:lnTo>
                    <a:pt x="134897" y="207004"/>
                  </a:lnTo>
                  <a:lnTo>
                    <a:pt x="136712" y="207004"/>
                  </a:lnTo>
                  <a:lnTo>
                    <a:pt x="134998" y="206151"/>
                  </a:lnTo>
                  <a:lnTo>
                    <a:pt x="132926" y="206151"/>
                  </a:lnTo>
                  <a:lnTo>
                    <a:pt x="124717" y="201032"/>
                  </a:lnTo>
                  <a:lnTo>
                    <a:pt x="126228" y="201032"/>
                  </a:lnTo>
                  <a:lnTo>
                    <a:pt x="124510" y="199719"/>
                  </a:lnTo>
                  <a:lnTo>
                    <a:pt x="123075" y="199719"/>
                  </a:lnTo>
                  <a:lnTo>
                    <a:pt x="116321" y="193484"/>
                  </a:lnTo>
                  <a:lnTo>
                    <a:pt x="115785" y="193484"/>
                  </a:lnTo>
                  <a:lnTo>
                    <a:pt x="115711" y="193353"/>
                  </a:lnTo>
                  <a:lnTo>
                    <a:pt x="109283" y="184427"/>
                  </a:lnTo>
                  <a:lnTo>
                    <a:pt x="109509" y="184427"/>
                  </a:lnTo>
                  <a:lnTo>
                    <a:pt x="105474" y="175238"/>
                  </a:lnTo>
                  <a:lnTo>
                    <a:pt x="106437" y="175238"/>
                  </a:lnTo>
                  <a:lnTo>
                    <a:pt x="106087" y="174188"/>
                  </a:lnTo>
                  <a:lnTo>
                    <a:pt x="104949" y="174188"/>
                  </a:lnTo>
                  <a:lnTo>
                    <a:pt x="102584" y="163687"/>
                  </a:lnTo>
                  <a:lnTo>
                    <a:pt x="103764" y="163687"/>
                  </a:lnTo>
                  <a:lnTo>
                    <a:pt x="103727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27" y="152070"/>
                  </a:lnTo>
                  <a:lnTo>
                    <a:pt x="103764" y="151742"/>
                  </a:lnTo>
                  <a:lnTo>
                    <a:pt x="102584" y="151742"/>
                  </a:lnTo>
                  <a:lnTo>
                    <a:pt x="104949" y="141241"/>
                  </a:lnTo>
                  <a:lnTo>
                    <a:pt x="106087" y="141241"/>
                  </a:lnTo>
                  <a:lnTo>
                    <a:pt x="106459" y="140125"/>
                  </a:lnTo>
                  <a:lnTo>
                    <a:pt x="105474" y="140125"/>
                  </a:lnTo>
                  <a:lnTo>
                    <a:pt x="109480" y="131068"/>
                  </a:lnTo>
                  <a:lnTo>
                    <a:pt x="109236" y="131068"/>
                  </a:lnTo>
                  <a:lnTo>
                    <a:pt x="115691" y="122076"/>
                  </a:lnTo>
                  <a:lnTo>
                    <a:pt x="115785" y="121945"/>
                  </a:lnTo>
                  <a:lnTo>
                    <a:pt x="116321" y="121945"/>
                  </a:lnTo>
                  <a:lnTo>
                    <a:pt x="123075" y="115710"/>
                  </a:lnTo>
                  <a:lnTo>
                    <a:pt x="124510" y="115710"/>
                  </a:lnTo>
                  <a:lnTo>
                    <a:pt x="126228" y="114397"/>
                  </a:lnTo>
                  <a:lnTo>
                    <a:pt x="124717" y="114397"/>
                  </a:lnTo>
                  <a:lnTo>
                    <a:pt x="132926" y="109278"/>
                  </a:lnTo>
                  <a:lnTo>
                    <a:pt x="134998" y="109278"/>
                  </a:lnTo>
                  <a:lnTo>
                    <a:pt x="136712" y="108424"/>
                  </a:lnTo>
                  <a:lnTo>
                    <a:pt x="134897" y="108424"/>
                  </a:lnTo>
                  <a:lnTo>
                    <a:pt x="143434" y="105077"/>
                  </a:lnTo>
                  <a:lnTo>
                    <a:pt x="146359" y="105077"/>
                  </a:lnTo>
                  <a:lnTo>
                    <a:pt x="148832" y="104355"/>
                  </a:lnTo>
                  <a:lnTo>
                    <a:pt x="145470" y="104355"/>
                  </a:lnTo>
                  <a:lnTo>
                    <a:pt x="155125" y="102517"/>
                  </a:lnTo>
                  <a:lnTo>
                    <a:pt x="158570" y="102517"/>
                  </a:lnTo>
                  <a:lnTo>
                    <a:pt x="157161" y="102386"/>
                  </a:lnTo>
                  <a:lnTo>
                    <a:pt x="312676" y="102386"/>
                  </a:lnTo>
                  <a:lnTo>
                    <a:pt x="294291" y="66551"/>
                  </a:lnTo>
                  <a:lnTo>
                    <a:pt x="249238" y="25005"/>
                  </a:lnTo>
                  <a:lnTo>
                    <a:pt x="192757" y="2822"/>
                  </a:lnTo>
                  <a:lnTo>
                    <a:pt x="161889" y="0"/>
                  </a:lnTo>
                  <a:close/>
                </a:path>
                <a:path w="323850" h="315595">
                  <a:moveTo>
                    <a:pt x="161889" y="212602"/>
                  </a:moveTo>
                  <a:lnTo>
                    <a:pt x="157161" y="213043"/>
                  </a:lnTo>
                  <a:lnTo>
                    <a:pt x="166618" y="213043"/>
                  </a:lnTo>
                  <a:lnTo>
                    <a:pt x="161889" y="212602"/>
                  </a:lnTo>
                  <a:close/>
                </a:path>
                <a:path w="323850" h="315595">
                  <a:moveTo>
                    <a:pt x="173374" y="211533"/>
                  </a:moveTo>
                  <a:lnTo>
                    <a:pt x="161889" y="212602"/>
                  </a:lnTo>
                  <a:lnTo>
                    <a:pt x="166618" y="213043"/>
                  </a:lnTo>
                  <a:lnTo>
                    <a:pt x="312676" y="213043"/>
                  </a:lnTo>
                  <a:lnTo>
                    <a:pt x="312720" y="212911"/>
                  </a:lnTo>
                  <a:lnTo>
                    <a:pt x="168654" y="212911"/>
                  </a:lnTo>
                  <a:lnTo>
                    <a:pt x="173374" y="211533"/>
                  </a:lnTo>
                  <a:close/>
                </a:path>
                <a:path w="323850" h="315595">
                  <a:moveTo>
                    <a:pt x="145470" y="211074"/>
                  </a:moveTo>
                  <a:lnTo>
                    <a:pt x="155125" y="212911"/>
                  </a:lnTo>
                  <a:lnTo>
                    <a:pt x="150405" y="211533"/>
                  </a:lnTo>
                  <a:lnTo>
                    <a:pt x="145470" y="211074"/>
                  </a:lnTo>
                  <a:close/>
                </a:path>
                <a:path w="323850" h="315595">
                  <a:moveTo>
                    <a:pt x="150405" y="211533"/>
                  </a:moveTo>
                  <a:lnTo>
                    <a:pt x="155125" y="212911"/>
                  </a:lnTo>
                  <a:lnTo>
                    <a:pt x="158570" y="212911"/>
                  </a:lnTo>
                  <a:lnTo>
                    <a:pt x="161889" y="212602"/>
                  </a:lnTo>
                  <a:lnTo>
                    <a:pt x="150405" y="211533"/>
                  </a:lnTo>
                  <a:close/>
                </a:path>
                <a:path w="323850" h="315595">
                  <a:moveTo>
                    <a:pt x="178308" y="211074"/>
                  </a:moveTo>
                  <a:lnTo>
                    <a:pt x="173374" y="211533"/>
                  </a:lnTo>
                  <a:lnTo>
                    <a:pt x="168654" y="212911"/>
                  </a:lnTo>
                  <a:lnTo>
                    <a:pt x="178308" y="211074"/>
                  </a:lnTo>
                  <a:close/>
                </a:path>
                <a:path w="323850" h="315595">
                  <a:moveTo>
                    <a:pt x="313337" y="211074"/>
                  </a:moveTo>
                  <a:lnTo>
                    <a:pt x="178308" y="211074"/>
                  </a:lnTo>
                  <a:lnTo>
                    <a:pt x="168654" y="212911"/>
                  </a:lnTo>
                  <a:lnTo>
                    <a:pt x="312720" y="212911"/>
                  </a:lnTo>
                  <a:lnTo>
                    <a:pt x="313337" y="211074"/>
                  </a:lnTo>
                  <a:close/>
                </a:path>
                <a:path w="323850" h="315595">
                  <a:moveTo>
                    <a:pt x="148832" y="211074"/>
                  </a:moveTo>
                  <a:lnTo>
                    <a:pt x="145470" y="211074"/>
                  </a:lnTo>
                  <a:lnTo>
                    <a:pt x="150405" y="211533"/>
                  </a:lnTo>
                  <a:lnTo>
                    <a:pt x="148832" y="211074"/>
                  </a:lnTo>
                  <a:close/>
                </a:path>
                <a:path w="323850" h="315595">
                  <a:moveTo>
                    <a:pt x="184492" y="208286"/>
                  </a:moveTo>
                  <a:lnTo>
                    <a:pt x="173374" y="211533"/>
                  </a:lnTo>
                  <a:lnTo>
                    <a:pt x="178308" y="211074"/>
                  </a:lnTo>
                  <a:lnTo>
                    <a:pt x="313337" y="211074"/>
                  </a:lnTo>
                  <a:lnTo>
                    <a:pt x="313579" y="210352"/>
                  </a:lnTo>
                  <a:lnTo>
                    <a:pt x="180344" y="210352"/>
                  </a:lnTo>
                  <a:lnTo>
                    <a:pt x="184492" y="208286"/>
                  </a:lnTo>
                  <a:close/>
                </a:path>
                <a:path w="323850" h="315595">
                  <a:moveTo>
                    <a:pt x="134897" y="207004"/>
                  </a:moveTo>
                  <a:lnTo>
                    <a:pt x="143434" y="210352"/>
                  </a:lnTo>
                  <a:lnTo>
                    <a:pt x="139287" y="208286"/>
                  </a:lnTo>
                  <a:lnTo>
                    <a:pt x="134897" y="207004"/>
                  </a:lnTo>
                  <a:close/>
                </a:path>
                <a:path w="323850" h="315595">
                  <a:moveTo>
                    <a:pt x="139287" y="208286"/>
                  </a:moveTo>
                  <a:lnTo>
                    <a:pt x="143434" y="210352"/>
                  </a:lnTo>
                  <a:lnTo>
                    <a:pt x="146359" y="210352"/>
                  </a:lnTo>
                  <a:lnTo>
                    <a:pt x="139287" y="208286"/>
                  </a:lnTo>
                  <a:close/>
                </a:path>
                <a:path w="323850" h="315595">
                  <a:moveTo>
                    <a:pt x="188882" y="207004"/>
                  </a:moveTo>
                  <a:lnTo>
                    <a:pt x="184492" y="208286"/>
                  </a:lnTo>
                  <a:lnTo>
                    <a:pt x="180344" y="210352"/>
                  </a:lnTo>
                  <a:lnTo>
                    <a:pt x="188882" y="207004"/>
                  </a:lnTo>
                  <a:close/>
                </a:path>
                <a:path w="323850" h="315595">
                  <a:moveTo>
                    <a:pt x="314703" y="207004"/>
                  </a:moveTo>
                  <a:lnTo>
                    <a:pt x="188882" y="207004"/>
                  </a:lnTo>
                  <a:lnTo>
                    <a:pt x="180344" y="210352"/>
                  </a:lnTo>
                  <a:lnTo>
                    <a:pt x="313579" y="210352"/>
                  </a:lnTo>
                  <a:lnTo>
                    <a:pt x="314703" y="207004"/>
                  </a:lnTo>
                  <a:close/>
                </a:path>
                <a:path w="323850" h="315595">
                  <a:moveTo>
                    <a:pt x="136712" y="207004"/>
                  </a:moveTo>
                  <a:lnTo>
                    <a:pt x="134897" y="207004"/>
                  </a:lnTo>
                  <a:lnTo>
                    <a:pt x="139287" y="208286"/>
                  </a:lnTo>
                  <a:lnTo>
                    <a:pt x="136712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492" y="208286"/>
                  </a:lnTo>
                  <a:lnTo>
                    <a:pt x="188882" y="207004"/>
                  </a:lnTo>
                  <a:lnTo>
                    <a:pt x="314703" y="207004"/>
                  </a:lnTo>
                  <a:lnTo>
                    <a:pt x="314990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717" y="201032"/>
                  </a:moveTo>
                  <a:lnTo>
                    <a:pt x="132926" y="206151"/>
                  </a:lnTo>
                  <a:lnTo>
                    <a:pt x="129052" y="203190"/>
                  </a:lnTo>
                  <a:lnTo>
                    <a:pt x="124717" y="201032"/>
                  </a:lnTo>
                  <a:close/>
                </a:path>
                <a:path w="323850" h="315595">
                  <a:moveTo>
                    <a:pt x="129052" y="203190"/>
                  </a:moveTo>
                  <a:lnTo>
                    <a:pt x="132926" y="206151"/>
                  </a:lnTo>
                  <a:lnTo>
                    <a:pt x="134998" y="206151"/>
                  </a:lnTo>
                  <a:lnTo>
                    <a:pt x="129052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708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90" y="206151"/>
                  </a:lnTo>
                  <a:lnTo>
                    <a:pt x="316708" y="201032"/>
                  </a:lnTo>
                  <a:close/>
                </a:path>
                <a:path w="323850" h="315595">
                  <a:moveTo>
                    <a:pt x="126228" y="201032"/>
                  </a:moveTo>
                  <a:lnTo>
                    <a:pt x="124717" y="201032"/>
                  </a:lnTo>
                  <a:lnTo>
                    <a:pt x="129052" y="203190"/>
                  </a:lnTo>
                  <a:lnTo>
                    <a:pt x="126228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708" y="201032"/>
                  </a:lnTo>
                  <a:lnTo>
                    <a:pt x="317149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51" y="193484"/>
                  </a:moveTo>
                  <a:lnTo>
                    <a:pt x="123075" y="199719"/>
                  </a:lnTo>
                  <a:lnTo>
                    <a:pt x="119893" y="196191"/>
                  </a:lnTo>
                  <a:lnTo>
                    <a:pt x="116351" y="193484"/>
                  </a:lnTo>
                  <a:close/>
                </a:path>
                <a:path w="323850" h="315595">
                  <a:moveTo>
                    <a:pt x="119893" y="196191"/>
                  </a:moveTo>
                  <a:lnTo>
                    <a:pt x="123075" y="199719"/>
                  </a:lnTo>
                  <a:lnTo>
                    <a:pt x="124510" y="199719"/>
                  </a:lnTo>
                  <a:lnTo>
                    <a:pt x="119893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88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49" y="199719"/>
                  </a:lnTo>
                  <a:lnTo>
                    <a:pt x="319242" y="193484"/>
                  </a:lnTo>
                  <a:lnTo>
                    <a:pt x="207993" y="193484"/>
                  </a:lnTo>
                  <a:lnTo>
                    <a:pt x="208088" y="193353"/>
                  </a:lnTo>
                  <a:close/>
                </a:path>
                <a:path w="323850" h="315595">
                  <a:moveTo>
                    <a:pt x="117333" y="193353"/>
                  </a:moveTo>
                  <a:lnTo>
                    <a:pt x="116179" y="193353"/>
                  </a:lnTo>
                  <a:lnTo>
                    <a:pt x="119893" y="196191"/>
                  </a:lnTo>
                  <a:lnTo>
                    <a:pt x="117452" y="193484"/>
                  </a:lnTo>
                  <a:lnTo>
                    <a:pt x="117333" y="193353"/>
                  </a:lnTo>
                  <a:close/>
                </a:path>
                <a:path w="323850" h="315595">
                  <a:moveTo>
                    <a:pt x="210790" y="188535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68" y="193353"/>
                  </a:lnTo>
                  <a:lnTo>
                    <a:pt x="210790" y="188535"/>
                  </a:lnTo>
                  <a:close/>
                </a:path>
                <a:path w="323850" h="315595">
                  <a:moveTo>
                    <a:pt x="112988" y="188535"/>
                  </a:moveTo>
                  <a:lnTo>
                    <a:pt x="115691" y="193353"/>
                  </a:lnTo>
                  <a:lnTo>
                    <a:pt x="115785" y="193484"/>
                  </a:lnTo>
                  <a:lnTo>
                    <a:pt x="116321" y="193484"/>
                  </a:lnTo>
                  <a:lnTo>
                    <a:pt x="116179" y="193353"/>
                  </a:lnTo>
                  <a:lnTo>
                    <a:pt x="117333" y="193353"/>
                  </a:lnTo>
                  <a:lnTo>
                    <a:pt x="112988" y="188535"/>
                  </a:lnTo>
                  <a:close/>
                </a:path>
                <a:path w="323850" h="315595">
                  <a:moveTo>
                    <a:pt x="321838" y="175238"/>
                  </a:moveTo>
                  <a:lnTo>
                    <a:pt x="218304" y="175238"/>
                  </a:lnTo>
                  <a:lnTo>
                    <a:pt x="214269" y="184427"/>
                  </a:lnTo>
                  <a:lnTo>
                    <a:pt x="214495" y="184427"/>
                  </a:lnTo>
                  <a:lnTo>
                    <a:pt x="208068" y="193353"/>
                  </a:lnTo>
                  <a:lnTo>
                    <a:pt x="207993" y="193484"/>
                  </a:lnTo>
                  <a:lnTo>
                    <a:pt x="319242" y="193484"/>
                  </a:lnTo>
                  <a:lnTo>
                    <a:pt x="320101" y="190924"/>
                  </a:lnTo>
                  <a:lnTo>
                    <a:pt x="321838" y="175238"/>
                  </a:lnTo>
                  <a:close/>
                </a:path>
                <a:path w="323850" h="315595">
                  <a:moveTo>
                    <a:pt x="109283" y="184427"/>
                  </a:moveTo>
                  <a:lnTo>
                    <a:pt x="115691" y="193353"/>
                  </a:lnTo>
                  <a:lnTo>
                    <a:pt x="112988" y="188535"/>
                  </a:lnTo>
                  <a:lnTo>
                    <a:pt x="109283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90" y="188535"/>
                  </a:lnTo>
                  <a:lnTo>
                    <a:pt x="20806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25" y="179398"/>
                  </a:moveTo>
                  <a:lnTo>
                    <a:pt x="109502" y="184427"/>
                  </a:lnTo>
                  <a:lnTo>
                    <a:pt x="109283" y="184427"/>
                  </a:lnTo>
                  <a:lnTo>
                    <a:pt x="112988" y="188535"/>
                  </a:lnTo>
                  <a:lnTo>
                    <a:pt x="107825" y="179398"/>
                  </a:lnTo>
                  <a:close/>
                </a:path>
                <a:path w="323850" h="315595">
                  <a:moveTo>
                    <a:pt x="215954" y="179398"/>
                  </a:moveTo>
                  <a:lnTo>
                    <a:pt x="210790" y="188535"/>
                  </a:lnTo>
                  <a:lnTo>
                    <a:pt x="214495" y="184427"/>
                  </a:lnTo>
                  <a:lnTo>
                    <a:pt x="214276" y="184427"/>
                  </a:lnTo>
                  <a:lnTo>
                    <a:pt x="215954" y="179398"/>
                  </a:lnTo>
                  <a:close/>
                </a:path>
                <a:path w="323850" h="315595">
                  <a:moveTo>
                    <a:pt x="105474" y="175238"/>
                  </a:moveTo>
                  <a:lnTo>
                    <a:pt x="109509" y="184427"/>
                  </a:lnTo>
                  <a:lnTo>
                    <a:pt x="107825" y="179398"/>
                  </a:lnTo>
                  <a:lnTo>
                    <a:pt x="105474" y="175238"/>
                  </a:lnTo>
                  <a:close/>
                </a:path>
                <a:path w="323850" h="315595">
                  <a:moveTo>
                    <a:pt x="218304" y="175238"/>
                  </a:moveTo>
                  <a:lnTo>
                    <a:pt x="215954" y="179398"/>
                  </a:lnTo>
                  <a:lnTo>
                    <a:pt x="214276" y="184427"/>
                  </a:lnTo>
                  <a:lnTo>
                    <a:pt x="218304" y="175238"/>
                  </a:lnTo>
                  <a:close/>
                </a:path>
                <a:path w="323850" h="315595">
                  <a:moveTo>
                    <a:pt x="106437" y="175238"/>
                  </a:moveTo>
                  <a:lnTo>
                    <a:pt x="105474" y="175238"/>
                  </a:lnTo>
                  <a:lnTo>
                    <a:pt x="107825" y="179398"/>
                  </a:lnTo>
                  <a:lnTo>
                    <a:pt x="106437" y="175238"/>
                  </a:lnTo>
                  <a:close/>
                </a:path>
                <a:path w="323850" h="315595">
                  <a:moveTo>
                    <a:pt x="219412" y="169031"/>
                  </a:moveTo>
                  <a:lnTo>
                    <a:pt x="215954" y="179398"/>
                  </a:lnTo>
                  <a:lnTo>
                    <a:pt x="218304" y="175238"/>
                  </a:lnTo>
                  <a:lnTo>
                    <a:pt x="321838" y="175238"/>
                  </a:lnTo>
                  <a:lnTo>
                    <a:pt x="321955" y="174188"/>
                  </a:lnTo>
                  <a:lnTo>
                    <a:pt x="218830" y="174188"/>
                  </a:lnTo>
                  <a:lnTo>
                    <a:pt x="219412" y="169031"/>
                  </a:lnTo>
                  <a:close/>
                </a:path>
                <a:path w="323850" h="315595">
                  <a:moveTo>
                    <a:pt x="102584" y="163687"/>
                  </a:moveTo>
                  <a:lnTo>
                    <a:pt x="104949" y="174188"/>
                  </a:lnTo>
                  <a:lnTo>
                    <a:pt x="104367" y="169031"/>
                  </a:lnTo>
                  <a:lnTo>
                    <a:pt x="102584" y="163687"/>
                  </a:lnTo>
                  <a:close/>
                </a:path>
                <a:path w="323850" h="315595">
                  <a:moveTo>
                    <a:pt x="104367" y="169031"/>
                  </a:moveTo>
                  <a:lnTo>
                    <a:pt x="104949" y="174188"/>
                  </a:lnTo>
                  <a:lnTo>
                    <a:pt x="106087" y="174188"/>
                  </a:lnTo>
                  <a:lnTo>
                    <a:pt x="104367" y="169031"/>
                  </a:lnTo>
                  <a:close/>
                </a:path>
                <a:path w="323850" h="315595">
                  <a:moveTo>
                    <a:pt x="221194" y="163687"/>
                  </a:moveTo>
                  <a:lnTo>
                    <a:pt x="219412" y="169031"/>
                  </a:lnTo>
                  <a:lnTo>
                    <a:pt x="218830" y="174188"/>
                  </a:lnTo>
                  <a:lnTo>
                    <a:pt x="221194" y="163687"/>
                  </a:lnTo>
                  <a:close/>
                </a:path>
                <a:path w="323850" h="315595">
                  <a:moveTo>
                    <a:pt x="323118" y="163687"/>
                  </a:moveTo>
                  <a:lnTo>
                    <a:pt x="221194" y="163687"/>
                  </a:lnTo>
                  <a:lnTo>
                    <a:pt x="218830" y="174188"/>
                  </a:lnTo>
                  <a:lnTo>
                    <a:pt x="321955" y="174188"/>
                  </a:lnTo>
                  <a:lnTo>
                    <a:pt x="323118" y="163687"/>
                  </a:lnTo>
                  <a:close/>
                </a:path>
                <a:path w="323850" h="315595">
                  <a:moveTo>
                    <a:pt x="103764" y="163687"/>
                  </a:moveTo>
                  <a:lnTo>
                    <a:pt x="102584" y="163687"/>
                  </a:lnTo>
                  <a:lnTo>
                    <a:pt x="104367" y="169031"/>
                  </a:lnTo>
                  <a:lnTo>
                    <a:pt x="103764" y="163687"/>
                  </a:lnTo>
                  <a:close/>
                </a:path>
                <a:path w="323850" h="315595">
                  <a:moveTo>
                    <a:pt x="323154" y="152070"/>
                  </a:moveTo>
                  <a:lnTo>
                    <a:pt x="221325" y="152070"/>
                  </a:lnTo>
                  <a:lnTo>
                    <a:pt x="221325" y="163359"/>
                  </a:lnTo>
                  <a:lnTo>
                    <a:pt x="220052" y="163359"/>
                  </a:lnTo>
                  <a:lnTo>
                    <a:pt x="219412" y="169031"/>
                  </a:lnTo>
                  <a:lnTo>
                    <a:pt x="221194" y="163687"/>
                  </a:lnTo>
                  <a:lnTo>
                    <a:pt x="323118" y="163687"/>
                  </a:lnTo>
                  <a:lnTo>
                    <a:pt x="323154" y="163359"/>
                  </a:lnTo>
                  <a:lnTo>
                    <a:pt x="221325" y="163359"/>
                  </a:lnTo>
                  <a:lnTo>
                    <a:pt x="220689" y="157714"/>
                  </a:lnTo>
                  <a:lnTo>
                    <a:pt x="323779" y="157714"/>
                  </a:lnTo>
                  <a:lnTo>
                    <a:pt x="323154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90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90" y="157714"/>
                  </a:moveTo>
                  <a:lnTo>
                    <a:pt x="102453" y="163359"/>
                  </a:lnTo>
                  <a:lnTo>
                    <a:pt x="103727" y="163359"/>
                  </a:lnTo>
                  <a:lnTo>
                    <a:pt x="103090" y="157714"/>
                  </a:lnTo>
                  <a:close/>
                </a:path>
                <a:path w="323850" h="315595">
                  <a:moveTo>
                    <a:pt x="221325" y="152070"/>
                  </a:moveTo>
                  <a:lnTo>
                    <a:pt x="220689" y="157714"/>
                  </a:lnTo>
                  <a:lnTo>
                    <a:pt x="221325" y="163359"/>
                  </a:lnTo>
                  <a:lnTo>
                    <a:pt x="221325" y="152070"/>
                  </a:lnTo>
                  <a:close/>
                </a:path>
                <a:path w="323850" h="315595">
                  <a:moveTo>
                    <a:pt x="103727" y="152070"/>
                  </a:moveTo>
                  <a:lnTo>
                    <a:pt x="102453" y="152070"/>
                  </a:lnTo>
                  <a:lnTo>
                    <a:pt x="103090" y="157714"/>
                  </a:lnTo>
                  <a:lnTo>
                    <a:pt x="103727" y="152070"/>
                  </a:lnTo>
                  <a:close/>
                </a:path>
                <a:path w="323850" h="315595">
                  <a:moveTo>
                    <a:pt x="321955" y="141241"/>
                  </a:moveTo>
                  <a:lnTo>
                    <a:pt x="218830" y="141241"/>
                  </a:lnTo>
                  <a:lnTo>
                    <a:pt x="221194" y="151742"/>
                  </a:lnTo>
                  <a:lnTo>
                    <a:pt x="220015" y="151742"/>
                  </a:lnTo>
                  <a:lnTo>
                    <a:pt x="220689" y="157714"/>
                  </a:lnTo>
                  <a:lnTo>
                    <a:pt x="221325" y="152070"/>
                  </a:lnTo>
                  <a:lnTo>
                    <a:pt x="323154" y="152070"/>
                  </a:lnTo>
                  <a:lnTo>
                    <a:pt x="323118" y="151742"/>
                  </a:lnTo>
                  <a:lnTo>
                    <a:pt x="221194" y="151742"/>
                  </a:lnTo>
                  <a:lnTo>
                    <a:pt x="219412" y="146398"/>
                  </a:lnTo>
                  <a:lnTo>
                    <a:pt x="322526" y="146398"/>
                  </a:lnTo>
                  <a:lnTo>
                    <a:pt x="321955" y="141241"/>
                  </a:lnTo>
                  <a:close/>
                </a:path>
                <a:path w="323850" h="315595">
                  <a:moveTo>
                    <a:pt x="104949" y="141241"/>
                  </a:moveTo>
                  <a:lnTo>
                    <a:pt x="102584" y="151742"/>
                  </a:lnTo>
                  <a:lnTo>
                    <a:pt x="104367" y="146398"/>
                  </a:lnTo>
                  <a:lnTo>
                    <a:pt x="104949" y="141241"/>
                  </a:lnTo>
                  <a:close/>
                </a:path>
                <a:path w="323850" h="315595">
                  <a:moveTo>
                    <a:pt x="104367" y="146398"/>
                  </a:moveTo>
                  <a:lnTo>
                    <a:pt x="102584" y="151742"/>
                  </a:lnTo>
                  <a:lnTo>
                    <a:pt x="103764" y="151742"/>
                  </a:lnTo>
                  <a:lnTo>
                    <a:pt x="104367" y="146398"/>
                  </a:lnTo>
                  <a:close/>
                </a:path>
                <a:path w="323850" h="315595">
                  <a:moveTo>
                    <a:pt x="218830" y="141241"/>
                  </a:moveTo>
                  <a:lnTo>
                    <a:pt x="219412" y="146398"/>
                  </a:lnTo>
                  <a:lnTo>
                    <a:pt x="221194" y="151742"/>
                  </a:lnTo>
                  <a:lnTo>
                    <a:pt x="218830" y="141241"/>
                  </a:lnTo>
                  <a:close/>
                </a:path>
                <a:path w="323850" h="315595">
                  <a:moveTo>
                    <a:pt x="106087" y="141241"/>
                  </a:moveTo>
                  <a:lnTo>
                    <a:pt x="104949" y="141241"/>
                  </a:lnTo>
                  <a:lnTo>
                    <a:pt x="104367" y="146398"/>
                  </a:lnTo>
                  <a:lnTo>
                    <a:pt x="106087" y="141241"/>
                  </a:lnTo>
                  <a:close/>
                </a:path>
                <a:path w="323850" h="315595">
                  <a:moveTo>
                    <a:pt x="215913" y="135908"/>
                  </a:moveTo>
                  <a:lnTo>
                    <a:pt x="219412" y="146398"/>
                  </a:lnTo>
                  <a:lnTo>
                    <a:pt x="218830" y="141241"/>
                  </a:lnTo>
                  <a:lnTo>
                    <a:pt x="321955" y="141241"/>
                  </a:lnTo>
                  <a:lnTo>
                    <a:pt x="321831" y="140125"/>
                  </a:lnTo>
                  <a:lnTo>
                    <a:pt x="218304" y="140125"/>
                  </a:lnTo>
                  <a:lnTo>
                    <a:pt x="215913" y="135908"/>
                  </a:lnTo>
                  <a:close/>
                </a:path>
                <a:path w="323850" h="315595">
                  <a:moveTo>
                    <a:pt x="109480" y="131068"/>
                  </a:moveTo>
                  <a:lnTo>
                    <a:pt x="105474" y="140125"/>
                  </a:lnTo>
                  <a:lnTo>
                    <a:pt x="107866" y="135908"/>
                  </a:lnTo>
                  <a:lnTo>
                    <a:pt x="109480" y="131068"/>
                  </a:lnTo>
                  <a:close/>
                </a:path>
                <a:path w="323850" h="315595">
                  <a:moveTo>
                    <a:pt x="107866" y="135908"/>
                  </a:moveTo>
                  <a:lnTo>
                    <a:pt x="105474" y="140125"/>
                  </a:lnTo>
                  <a:lnTo>
                    <a:pt x="106459" y="140125"/>
                  </a:lnTo>
                  <a:lnTo>
                    <a:pt x="107866" y="135908"/>
                  </a:lnTo>
                  <a:close/>
                </a:path>
                <a:path w="323850" h="315595">
                  <a:moveTo>
                    <a:pt x="214298" y="131068"/>
                  </a:moveTo>
                  <a:lnTo>
                    <a:pt x="215913" y="135908"/>
                  </a:lnTo>
                  <a:lnTo>
                    <a:pt x="218304" y="140125"/>
                  </a:lnTo>
                  <a:lnTo>
                    <a:pt x="214298" y="131068"/>
                  </a:lnTo>
                  <a:close/>
                </a:path>
                <a:path w="323850" h="315595">
                  <a:moveTo>
                    <a:pt x="319242" y="121945"/>
                  </a:moveTo>
                  <a:lnTo>
                    <a:pt x="207993" y="121945"/>
                  </a:lnTo>
                  <a:lnTo>
                    <a:pt x="214542" y="131068"/>
                  </a:lnTo>
                  <a:lnTo>
                    <a:pt x="214298" y="131068"/>
                  </a:lnTo>
                  <a:lnTo>
                    <a:pt x="218304" y="140125"/>
                  </a:lnTo>
                  <a:lnTo>
                    <a:pt x="321831" y="140125"/>
                  </a:lnTo>
                  <a:lnTo>
                    <a:pt x="320101" y="124504"/>
                  </a:lnTo>
                  <a:lnTo>
                    <a:pt x="319286" y="122076"/>
                  </a:lnTo>
                  <a:lnTo>
                    <a:pt x="319242" y="121945"/>
                  </a:lnTo>
                  <a:close/>
                </a:path>
                <a:path w="323850" h="315595">
                  <a:moveTo>
                    <a:pt x="112961" y="126924"/>
                  </a:moveTo>
                  <a:lnTo>
                    <a:pt x="109224" y="131068"/>
                  </a:lnTo>
                  <a:lnTo>
                    <a:pt x="109480" y="131068"/>
                  </a:lnTo>
                  <a:lnTo>
                    <a:pt x="107866" y="135908"/>
                  </a:lnTo>
                  <a:lnTo>
                    <a:pt x="112961" y="126924"/>
                  </a:lnTo>
                  <a:close/>
                </a:path>
                <a:path w="323850" h="315595">
                  <a:moveTo>
                    <a:pt x="210817" y="126924"/>
                  </a:moveTo>
                  <a:lnTo>
                    <a:pt x="215913" y="135908"/>
                  </a:lnTo>
                  <a:lnTo>
                    <a:pt x="214298" y="131068"/>
                  </a:lnTo>
                  <a:lnTo>
                    <a:pt x="214554" y="131068"/>
                  </a:lnTo>
                  <a:lnTo>
                    <a:pt x="210817" y="126924"/>
                  </a:lnTo>
                  <a:close/>
                </a:path>
                <a:path w="323850" h="315595">
                  <a:moveTo>
                    <a:pt x="115711" y="122076"/>
                  </a:moveTo>
                  <a:lnTo>
                    <a:pt x="109236" y="131068"/>
                  </a:lnTo>
                  <a:lnTo>
                    <a:pt x="112961" y="126924"/>
                  </a:lnTo>
                  <a:lnTo>
                    <a:pt x="115711" y="122076"/>
                  </a:lnTo>
                  <a:close/>
                </a:path>
                <a:path w="323850" h="315595">
                  <a:moveTo>
                    <a:pt x="208088" y="122076"/>
                  </a:moveTo>
                  <a:lnTo>
                    <a:pt x="210817" y="126924"/>
                  </a:lnTo>
                  <a:lnTo>
                    <a:pt x="214554" y="131068"/>
                  </a:lnTo>
                  <a:lnTo>
                    <a:pt x="208088" y="122076"/>
                  </a:lnTo>
                  <a:close/>
                </a:path>
                <a:path w="323850" h="315595">
                  <a:moveTo>
                    <a:pt x="116351" y="121945"/>
                  </a:moveTo>
                  <a:lnTo>
                    <a:pt x="115785" y="121945"/>
                  </a:lnTo>
                  <a:lnTo>
                    <a:pt x="112961" y="126924"/>
                  </a:lnTo>
                  <a:lnTo>
                    <a:pt x="117333" y="122076"/>
                  </a:lnTo>
                  <a:lnTo>
                    <a:pt x="116179" y="122076"/>
                  </a:lnTo>
                  <a:lnTo>
                    <a:pt x="116351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817" y="126924"/>
                  </a:lnTo>
                  <a:lnTo>
                    <a:pt x="208068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93" y="119238"/>
                  </a:moveTo>
                  <a:lnTo>
                    <a:pt x="116321" y="121945"/>
                  </a:lnTo>
                  <a:lnTo>
                    <a:pt x="116179" y="122076"/>
                  </a:lnTo>
                  <a:lnTo>
                    <a:pt x="117333" y="122076"/>
                  </a:lnTo>
                  <a:lnTo>
                    <a:pt x="119893" y="119238"/>
                  </a:lnTo>
                  <a:close/>
                </a:path>
                <a:path w="323850" h="315595">
                  <a:moveTo>
                    <a:pt x="317149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68" y="122076"/>
                  </a:lnTo>
                  <a:lnTo>
                    <a:pt x="207993" y="121945"/>
                  </a:lnTo>
                  <a:lnTo>
                    <a:pt x="319242" y="121945"/>
                  </a:lnTo>
                  <a:lnTo>
                    <a:pt x="317149" y="115710"/>
                  </a:lnTo>
                  <a:close/>
                </a:path>
                <a:path w="323850" h="315595">
                  <a:moveTo>
                    <a:pt x="123075" y="115710"/>
                  </a:moveTo>
                  <a:lnTo>
                    <a:pt x="116321" y="121945"/>
                  </a:lnTo>
                  <a:lnTo>
                    <a:pt x="119893" y="119238"/>
                  </a:lnTo>
                  <a:lnTo>
                    <a:pt x="123075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510" y="115710"/>
                  </a:moveTo>
                  <a:lnTo>
                    <a:pt x="123075" y="115710"/>
                  </a:lnTo>
                  <a:lnTo>
                    <a:pt x="119893" y="119238"/>
                  </a:lnTo>
                  <a:lnTo>
                    <a:pt x="124510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49" y="115710"/>
                  </a:lnTo>
                  <a:lnTo>
                    <a:pt x="316708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26" y="109278"/>
                  </a:moveTo>
                  <a:lnTo>
                    <a:pt x="124717" y="114397"/>
                  </a:lnTo>
                  <a:lnTo>
                    <a:pt x="129052" y="112238"/>
                  </a:lnTo>
                  <a:lnTo>
                    <a:pt x="132926" y="109278"/>
                  </a:lnTo>
                  <a:close/>
                </a:path>
                <a:path w="323850" h="315595">
                  <a:moveTo>
                    <a:pt x="129052" y="112238"/>
                  </a:moveTo>
                  <a:lnTo>
                    <a:pt x="124717" y="114397"/>
                  </a:lnTo>
                  <a:lnTo>
                    <a:pt x="126228" y="114397"/>
                  </a:lnTo>
                  <a:lnTo>
                    <a:pt x="129052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90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708" y="114397"/>
                  </a:lnTo>
                  <a:lnTo>
                    <a:pt x="314990" y="109278"/>
                  </a:lnTo>
                  <a:close/>
                </a:path>
                <a:path w="323850" h="315595">
                  <a:moveTo>
                    <a:pt x="134998" y="109278"/>
                  </a:moveTo>
                  <a:lnTo>
                    <a:pt x="132926" y="109278"/>
                  </a:lnTo>
                  <a:lnTo>
                    <a:pt x="129052" y="112238"/>
                  </a:lnTo>
                  <a:lnTo>
                    <a:pt x="134998" y="109278"/>
                  </a:lnTo>
                  <a:close/>
                </a:path>
                <a:path w="323850" h="315595">
                  <a:moveTo>
                    <a:pt x="184492" y="107142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90" y="109278"/>
                  </a:lnTo>
                  <a:lnTo>
                    <a:pt x="314703" y="108424"/>
                  </a:lnTo>
                  <a:lnTo>
                    <a:pt x="188882" y="108424"/>
                  </a:lnTo>
                  <a:lnTo>
                    <a:pt x="184492" y="107142"/>
                  </a:lnTo>
                  <a:close/>
                </a:path>
                <a:path w="323850" h="315595">
                  <a:moveTo>
                    <a:pt x="143434" y="105077"/>
                  </a:moveTo>
                  <a:lnTo>
                    <a:pt x="134897" y="108424"/>
                  </a:lnTo>
                  <a:lnTo>
                    <a:pt x="139287" y="107142"/>
                  </a:lnTo>
                  <a:lnTo>
                    <a:pt x="143434" y="105077"/>
                  </a:lnTo>
                  <a:close/>
                </a:path>
                <a:path w="323850" h="315595">
                  <a:moveTo>
                    <a:pt x="139287" y="107142"/>
                  </a:moveTo>
                  <a:lnTo>
                    <a:pt x="134897" y="108424"/>
                  </a:lnTo>
                  <a:lnTo>
                    <a:pt x="136712" y="108424"/>
                  </a:lnTo>
                  <a:lnTo>
                    <a:pt x="139287" y="107142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492" y="107142"/>
                  </a:lnTo>
                  <a:lnTo>
                    <a:pt x="18888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9" y="105077"/>
                  </a:moveTo>
                  <a:lnTo>
                    <a:pt x="180344" y="105077"/>
                  </a:lnTo>
                  <a:lnTo>
                    <a:pt x="188882" y="108424"/>
                  </a:lnTo>
                  <a:lnTo>
                    <a:pt x="314703" y="108424"/>
                  </a:lnTo>
                  <a:lnTo>
                    <a:pt x="313579" y="105077"/>
                  </a:lnTo>
                  <a:close/>
                </a:path>
                <a:path w="323850" h="315595">
                  <a:moveTo>
                    <a:pt x="146359" y="105077"/>
                  </a:moveTo>
                  <a:lnTo>
                    <a:pt x="143434" y="105077"/>
                  </a:lnTo>
                  <a:lnTo>
                    <a:pt x="139287" y="107142"/>
                  </a:lnTo>
                  <a:lnTo>
                    <a:pt x="146359" y="105077"/>
                  </a:lnTo>
                  <a:close/>
                </a:path>
                <a:path w="323850" h="315595">
                  <a:moveTo>
                    <a:pt x="173374" y="103896"/>
                  </a:moveTo>
                  <a:lnTo>
                    <a:pt x="184492" y="107142"/>
                  </a:lnTo>
                  <a:lnTo>
                    <a:pt x="180344" y="105077"/>
                  </a:lnTo>
                  <a:lnTo>
                    <a:pt x="313579" y="105077"/>
                  </a:lnTo>
                  <a:lnTo>
                    <a:pt x="313337" y="104355"/>
                  </a:lnTo>
                  <a:lnTo>
                    <a:pt x="178308" y="104355"/>
                  </a:lnTo>
                  <a:lnTo>
                    <a:pt x="173374" y="103896"/>
                  </a:lnTo>
                  <a:close/>
                </a:path>
                <a:path w="323850" h="315595">
                  <a:moveTo>
                    <a:pt x="155125" y="102517"/>
                  </a:moveTo>
                  <a:lnTo>
                    <a:pt x="145470" y="104355"/>
                  </a:lnTo>
                  <a:lnTo>
                    <a:pt x="150405" y="103896"/>
                  </a:lnTo>
                  <a:lnTo>
                    <a:pt x="155125" y="102517"/>
                  </a:lnTo>
                  <a:close/>
                </a:path>
                <a:path w="323850" h="315595">
                  <a:moveTo>
                    <a:pt x="150405" y="103896"/>
                  </a:moveTo>
                  <a:lnTo>
                    <a:pt x="145470" y="104355"/>
                  </a:lnTo>
                  <a:lnTo>
                    <a:pt x="148832" y="104355"/>
                  </a:lnTo>
                  <a:lnTo>
                    <a:pt x="150405" y="103896"/>
                  </a:lnTo>
                  <a:close/>
                </a:path>
                <a:path w="323850" h="315595">
                  <a:moveTo>
                    <a:pt x="168654" y="102517"/>
                  </a:moveTo>
                  <a:lnTo>
                    <a:pt x="173374" y="103896"/>
                  </a:lnTo>
                  <a:lnTo>
                    <a:pt x="178308" y="104355"/>
                  </a:lnTo>
                  <a:lnTo>
                    <a:pt x="168654" y="102517"/>
                  </a:lnTo>
                  <a:close/>
                </a:path>
                <a:path w="323850" h="315595">
                  <a:moveTo>
                    <a:pt x="312720" y="102517"/>
                  </a:moveTo>
                  <a:lnTo>
                    <a:pt x="168654" y="102517"/>
                  </a:lnTo>
                  <a:lnTo>
                    <a:pt x="178308" y="104355"/>
                  </a:lnTo>
                  <a:lnTo>
                    <a:pt x="313337" y="104355"/>
                  </a:lnTo>
                  <a:lnTo>
                    <a:pt x="312824" y="102826"/>
                  </a:lnTo>
                  <a:lnTo>
                    <a:pt x="312720" y="102517"/>
                  </a:lnTo>
                  <a:close/>
                </a:path>
                <a:path w="323850" h="315595">
                  <a:moveTo>
                    <a:pt x="158570" y="102517"/>
                  </a:moveTo>
                  <a:lnTo>
                    <a:pt x="155125" y="102517"/>
                  </a:lnTo>
                  <a:lnTo>
                    <a:pt x="150405" y="103896"/>
                  </a:lnTo>
                  <a:lnTo>
                    <a:pt x="161889" y="102826"/>
                  </a:lnTo>
                  <a:lnTo>
                    <a:pt x="158570" y="102517"/>
                  </a:lnTo>
                  <a:close/>
                </a:path>
                <a:path w="323850" h="315595">
                  <a:moveTo>
                    <a:pt x="312676" y="102386"/>
                  </a:moveTo>
                  <a:lnTo>
                    <a:pt x="166618" y="102386"/>
                  </a:lnTo>
                  <a:lnTo>
                    <a:pt x="161889" y="102826"/>
                  </a:lnTo>
                  <a:lnTo>
                    <a:pt x="173374" y="103896"/>
                  </a:lnTo>
                  <a:lnTo>
                    <a:pt x="168654" y="102517"/>
                  </a:lnTo>
                  <a:lnTo>
                    <a:pt x="312720" y="102517"/>
                  </a:lnTo>
                  <a:lnTo>
                    <a:pt x="312676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61" y="102386"/>
                  </a:lnTo>
                  <a:lnTo>
                    <a:pt x="161889" y="102826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690" y="3774056"/>
            <a:ext cx="196314" cy="19618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95024" y="4094003"/>
            <a:ext cx="195916" cy="19618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97369" y="4719572"/>
            <a:ext cx="195916" cy="1961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97369" y="5388117"/>
            <a:ext cx="195916" cy="19618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50690" y="4165633"/>
            <a:ext cx="196314" cy="19618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95024" y="4547660"/>
            <a:ext cx="195916" cy="196186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7016034" y="5359546"/>
            <a:ext cx="196357" cy="191352"/>
            <a:chOff x="11569452" y="8838702"/>
            <a:chExt cx="323850" cy="315595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20669" y="8889764"/>
              <a:ext cx="220665" cy="21264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1569452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76" y="0"/>
                  </a:moveTo>
                  <a:lnTo>
                    <a:pt x="101704" y="11420"/>
                  </a:lnTo>
                  <a:lnTo>
                    <a:pt x="50177" y="43579"/>
                  </a:lnTo>
                  <a:lnTo>
                    <a:pt x="13883" y="93985"/>
                  </a:lnTo>
                  <a:lnTo>
                    <a:pt x="0" y="157714"/>
                  </a:lnTo>
                  <a:lnTo>
                    <a:pt x="3690" y="190924"/>
                  </a:lnTo>
                  <a:lnTo>
                    <a:pt x="29465" y="248878"/>
                  </a:lnTo>
                  <a:lnTo>
                    <a:pt x="74528" y="290423"/>
                  </a:lnTo>
                  <a:lnTo>
                    <a:pt x="131042" y="312607"/>
                  </a:lnTo>
                  <a:lnTo>
                    <a:pt x="161876" y="315429"/>
                  </a:lnTo>
                  <a:lnTo>
                    <a:pt x="192711" y="312607"/>
                  </a:lnTo>
                  <a:lnTo>
                    <a:pt x="249224" y="290423"/>
                  </a:lnTo>
                  <a:lnTo>
                    <a:pt x="294291" y="248878"/>
                  </a:lnTo>
                  <a:lnTo>
                    <a:pt x="312675" y="213043"/>
                  </a:lnTo>
                  <a:lnTo>
                    <a:pt x="157134" y="213043"/>
                  </a:lnTo>
                  <a:lnTo>
                    <a:pt x="158546" y="212911"/>
                  </a:lnTo>
                  <a:lnTo>
                    <a:pt x="155085" y="212911"/>
                  </a:lnTo>
                  <a:lnTo>
                    <a:pt x="145438" y="211074"/>
                  </a:lnTo>
                  <a:lnTo>
                    <a:pt x="148802" y="211074"/>
                  </a:lnTo>
                  <a:lnTo>
                    <a:pt x="146334" y="210352"/>
                  </a:lnTo>
                  <a:lnTo>
                    <a:pt x="143408" y="210352"/>
                  </a:lnTo>
                  <a:lnTo>
                    <a:pt x="134890" y="207004"/>
                  </a:lnTo>
                  <a:lnTo>
                    <a:pt x="136686" y="207004"/>
                  </a:lnTo>
                  <a:lnTo>
                    <a:pt x="134972" y="206151"/>
                  </a:lnTo>
                  <a:lnTo>
                    <a:pt x="132900" y="206151"/>
                  </a:lnTo>
                  <a:lnTo>
                    <a:pt x="124691" y="201032"/>
                  </a:lnTo>
                  <a:lnTo>
                    <a:pt x="126201" y="201032"/>
                  </a:lnTo>
                  <a:lnTo>
                    <a:pt x="124484" y="199719"/>
                  </a:lnTo>
                  <a:lnTo>
                    <a:pt x="123049" y="199719"/>
                  </a:lnTo>
                  <a:lnTo>
                    <a:pt x="116295" y="193484"/>
                  </a:lnTo>
                  <a:lnTo>
                    <a:pt x="115798" y="193484"/>
                  </a:lnTo>
                  <a:lnTo>
                    <a:pt x="115724" y="193353"/>
                  </a:lnTo>
                  <a:lnTo>
                    <a:pt x="109257" y="184427"/>
                  </a:lnTo>
                  <a:lnTo>
                    <a:pt x="109529" y="184427"/>
                  </a:lnTo>
                  <a:lnTo>
                    <a:pt x="105454" y="175238"/>
                  </a:lnTo>
                  <a:lnTo>
                    <a:pt x="106457" y="175238"/>
                  </a:lnTo>
                  <a:lnTo>
                    <a:pt x="106107" y="174188"/>
                  </a:lnTo>
                  <a:lnTo>
                    <a:pt x="104916" y="174188"/>
                  </a:lnTo>
                  <a:lnTo>
                    <a:pt x="102604" y="163687"/>
                  </a:lnTo>
                  <a:lnTo>
                    <a:pt x="103747" y="163687"/>
                  </a:lnTo>
                  <a:lnTo>
                    <a:pt x="103710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10" y="152070"/>
                  </a:lnTo>
                  <a:lnTo>
                    <a:pt x="103747" y="151742"/>
                  </a:lnTo>
                  <a:lnTo>
                    <a:pt x="102604" y="151742"/>
                  </a:lnTo>
                  <a:lnTo>
                    <a:pt x="104916" y="141241"/>
                  </a:lnTo>
                  <a:lnTo>
                    <a:pt x="106107" y="141241"/>
                  </a:lnTo>
                  <a:lnTo>
                    <a:pt x="106479" y="140125"/>
                  </a:lnTo>
                  <a:lnTo>
                    <a:pt x="105454" y="140125"/>
                  </a:lnTo>
                  <a:lnTo>
                    <a:pt x="109500" y="131068"/>
                  </a:lnTo>
                  <a:lnTo>
                    <a:pt x="109210" y="131068"/>
                  </a:lnTo>
                  <a:lnTo>
                    <a:pt x="115704" y="122076"/>
                  </a:lnTo>
                  <a:lnTo>
                    <a:pt x="115798" y="121945"/>
                  </a:lnTo>
                  <a:lnTo>
                    <a:pt x="116295" y="121945"/>
                  </a:lnTo>
                  <a:lnTo>
                    <a:pt x="123049" y="115710"/>
                  </a:lnTo>
                  <a:lnTo>
                    <a:pt x="124484" y="115710"/>
                  </a:lnTo>
                  <a:lnTo>
                    <a:pt x="126201" y="114397"/>
                  </a:lnTo>
                  <a:lnTo>
                    <a:pt x="124691" y="114397"/>
                  </a:lnTo>
                  <a:lnTo>
                    <a:pt x="132900" y="109278"/>
                  </a:lnTo>
                  <a:lnTo>
                    <a:pt x="134972" y="109278"/>
                  </a:lnTo>
                  <a:lnTo>
                    <a:pt x="136686" y="108424"/>
                  </a:lnTo>
                  <a:lnTo>
                    <a:pt x="134890" y="108424"/>
                  </a:lnTo>
                  <a:lnTo>
                    <a:pt x="143408" y="105077"/>
                  </a:lnTo>
                  <a:lnTo>
                    <a:pt x="146334" y="105077"/>
                  </a:lnTo>
                  <a:lnTo>
                    <a:pt x="148802" y="104355"/>
                  </a:lnTo>
                  <a:lnTo>
                    <a:pt x="145438" y="104355"/>
                  </a:lnTo>
                  <a:lnTo>
                    <a:pt x="155085" y="102517"/>
                  </a:lnTo>
                  <a:lnTo>
                    <a:pt x="158546" y="102517"/>
                  </a:lnTo>
                  <a:lnTo>
                    <a:pt x="157134" y="102386"/>
                  </a:lnTo>
                  <a:lnTo>
                    <a:pt x="312675" y="102386"/>
                  </a:lnTo>
                  <a:lnTo>
                    <a:pt x="294291" y="66551"/>
                  </a:lnTo>
                  <a:lnTo>
                    <a:pt x="249224" y="25005"/>
                  </a:lnTo>
                  <a:lnTo>
                    <a:pt x="192711" y="2822"/>
                  </a:lnTo>
                  <a:lnTo>
                    <a:pt x="161876" y="0"/>
                  </a:lnTo>
                  <a:close/>
                </a:path>
                <a:path w="323850" h="315595">
                  <a:moveTo>
                    <a:pt x="161876" y="212602"/>
                  </a:moveTo>
                  <a:lnTo>
                    <a:pt x="157134" y="213043"/>
                  </a:lnTo>
                  <a:lnTo>
                    <a:pt x="166618" y="213043"/>
                  </a:lnTo>
                  <a:lnTo>
                    <a:pt x="161876" y="212602"/>
                  </a:lnTo>
                  <a:close/>
                </a:path>
                <a:path w="323850" h="315595">
                  <a:moveTo>
                    <a:pt x="173382" y="211532"/>
                  </a:moveTo>
                  <a:lnTo>
                    <a:pt x="161876" y="212602"/>
                  </a:lnTo>
                  <a:lnTo>
                    <a:pt x="166618" y="213043"/>
                  </a:lnTo>
                  <a:lnTo>
                    <a:pt x="312675" y="213043"/>
                  </a:lnTo>
                  <a:lnTo>
                    <a:pt x="312719" y="212911"/>
                  </a:lnTo>
                  <a:lnTo>
                    <a:pt x="168667" y="212911"/>
                  </a:lnTo>
                  <a:lnTo>
                    <a:pt x="173382" y="211532"/>
                  </a:lnTo>
                  <a:close/>
                </a:path>
                <a:path w="323850" h="315595">
                  <a:moveTo>
                    <a:pt x="145438" y="211074"/>
                  </a:moveTo>
                  <a:lnTo>
                    <a:pt x="155085" y="212911"/>
                  </a:lnTo>
                  <a:lnTo>
                    <a:pt x="150370" y="211532"/>
                  </a:lnTo>
                  <a:lnTo>
                    <a:pt x="145438" y="211074"/>
                  </a:lnTo>
                  <a:close/>
                </a:path>
                <a:path w="323850" h="315595">
                  <a:moveTo>
                    <a:pt x="150370" y="211532"/>
                  </a:moveTo>
                  <a:lnTo>
                    <a:pt x="155085" y="212911"/>
                  </a:lnTo>
                  <a:lnTo>
                    <a:pt x="158546" y="212911"/>
                  </a:lnTo>
                  <a:lnTo>
                    <a:pt x="161876" y="212602"/>
                  </a:lnTo>
                  <a:lnTo>
                    <a:pt x="150370" y="211532"/>
                  </a:lnTo>
                  <a:close/>
                </a:path>
                <a:path w="323850" h="315595">
                  <a:moveTo>
                    <a:pt x="178315" y="211074"/>
                  </a:moveTo>
                  <a:lnTo>
                    <a:pt x="173382" y="211532"/>
                  </a:lnTo>
                  <a:lnTo>
                    <a:pt x="168667" y="212911"/>
                  </a:lnTo>
                  <a:lnTo>
                    <a:pt x="178315" y="211074"/>
                  </a:lnTo>
                  <a:close/>
                </a:path>
                <a:path w="323850" h="315595">
                  <a:moveTo>
                    <a:pt x="313332" y="211074"/>
                  </a:moveTo>
                  <a:lnTo>
                    <a:pt x="178315" y="211074"/>
                  </a:lnTo>
                  <a:lnTo>
                    <a:pt x="168667" y="212911"/>
                  </a:lnTo>
                  <a:lnTo>
                    <a:pt x="312719" y="212911"/>
                  </a:lnTo>
                  <a:lnTo>
                    <a:pt x="313332" y="211074"/>
                  </a:lnTo>
                  <a:close/>
                </a:path>
                <a:path w="323850" h="315595">
                  <a:moveTo>
                    <a:pt x="148802" y="211074"/>
                  </a:moveTo>
                  <a:lnTo>
                    <a:pt x="145438" y="211074"/>
                  </a:lnTo>
                  <a:lnTo>
                    <a:pt x="150370" y="211532"/>
                  </a:lnTo>
                  <a:lnTo>
                    <a:pt x="148802" y="211074"/>
                  </a:lnTo>
                  <a:close/>
                </a:path>
                <a:path w="323850" h="315595">
                  <a:moveTo>
                    <a:pt x="184510" y="208277"/>
                  </a:moveTo>
                  <a:lnTo>
                    <a:pt x="173382" y="211532"/>
                  </a:lnTo>
                  <a:lnTo>
                    <a:pt x="178315" y="211074"/>
                  </a:lnTo>
                  <a:lnTo>
                    <a:pt x="313332" y="211074"/>
                  </a:lnTo>
                  <a:lnTo>
                    <a:pt x="313573" y="210352"/>
                  </a:lnTo>
                  <a:lnTo>
                    <a:pt x="180344" y="210352"/>
                  </a:lnTo>
                  <a:lnTo>
                    <a:pt x="184510" y="208277"/>
                  </a:lnTo>
                  <a:close/>
                </a:path>
                <a:path w="323850" h="315595">
                  <a:moveTo>
                    <a:pt x="134890" y="207004"/>
                  </a:moveTo>
                  <a:lnTo>
                    <a:pt x="143408" y="210352"/>
                  </a:lnTo>
                  <a:lnTo>
                    <a:pt x="139242" y="208277"/>
                  </a:lnTo>
                  <a:lnTo>
                    <a:pt x="134890" y="207004"/>
                  </a:lnTo>
                  <a:close/>
                </a:path>
                <a:path w="323850" h="315595">
                  <a:moveTo>
                    <a:pt x="139242" y="208277"/>
                  </a:moveTo>
                  <a:lnTo>
                    <a:pt x="143408" y="210352"/>
                  </a:lnTo>
                  <a:lnTo>
                    <a:pt x="146334" y="210352"/>
                  </a:lnTo>
                  <a:lnTo>
                    <a:pt x="139242" y="208277"/>
                  </a:lnTo>
                  <a:close/>
                </a:path>
                <a:path w="323850" h="315595">
                  <a:moveTo>
                    <a:pt x="188862" y="207004"/>
                  </a:moveTo>
                  <a:lnTo>
                    <a:pt x="184510" y="208277"/>
                  </a:lnTo>
                  <a:lnTo>
                    <a:pt x="180344" y="210352"/>
                  </a:lnTo>
                  <a:lnTo>
                    <a:pt x="188862" y="207004"/>
                  </a:lnTo>
                  <a:close/>
                </a:path>
                <a:path w="323850" h="315595">
                  <a:moveTo>
                    <a:pt x="314691" y="207004"/>
                  </a:moveTo>
                  <a:lnTo>
                    <a:pt x="188862" y="207004"/>
                  </a:lnTo>
                  <a:lnTo>
                    <a:pt x="180344" y="210352"/>
                  </a:lnTo>
                  <a:lnTo>
                    <a:pt x="313573" y="210352"/>
                  </a:lnTo>
                  <a:lnTo>
                    <a:pt x="314691" y="207004"/>
                  </a:lnTo>
                  <a:close/>
                </a:path>
                <a:path w="323850" h="315595">
                  <a:moveTo>
                    <a:pt x="136686" y="207004"/>
                  </a:moveTo>
                  <a:lnTo>
                    <a:pt x="134890" y="207004"/>
                  </a:lnTo>
                  <a:lnTo>
                    <a:pt x="139242" y="208277"/>
                  </a:lnTo>
                  <a:lnTo>
                    <a:pt x="136686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510" y="208277"/>
                  </a:lnTo>
                  <a:lnTo>
                    <a:pt x="188862" y="207004"/>
                  </a:lnTo>
                  <a:lnTo>
                    <a:pt x="314691" y="207004"/>
                  </a:lnTo>
                  <a:lnTo>
                    <a:pt x="314976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691" y="201032"/>
                  </a:moveTo>
                  <a:lnTo>
                    <a:pt x="132900" y="206151"/>
                  </a:lnTo>
                  <a:lnTo>
                    <a:pt x="129026" y="203190"/>
                  </a:lnTo>
                  <a:lnTo>
                    <a:pt x="124691" y="201032"/>
                  </a:lnTo>
                  <a:close/>
                </a:path>
                <a:path w="323850" h="315595">
                  <a:moveTo>
                    <a:pt x="129026" y="203190"/>
                  </a:moveTo>
                  <a:lnTo>
                    <a:pt x="132900" y="206151"/>
                  </a:lnTo>
                  <a:lnTo>
                    <a:pt x="134972" y="206151"/>
                  </a:lnTo>
                  <a:lnTo>
                    <a:pt x="129026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686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76" y="206151"/>
                  </a:lnTo>
                  <a:lnTo>
                    <a:pt x="316686" y="201032"/>
                  </a:lnTo>
                  <a:close/>
                </a:path>
                <a:path w="323850" h="315595">
                  <a:moveTo>
                    <a:pt x="126201" y="201032"/>
                  </a:moveTo>
                  <a:lnTo>
                    <a:pt x="124691" y="201032"/>
                  </a:lnTo>
                  <a:lnTo>
                    <a:pt x="129026" y="203190"/>
                  </a:lnTo>
                  <a:lnTo>
                    <a:pt x="126201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686" y="201032"/>
                  </a:lnTo>
                  <a:lnTo>
                    <a:pt x="317125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25" y="193484"/>
                  </a:moveTo>
                  <a:lnTo>
                    <a:pt x="123049" y="199719"/>
                  </a:lnTo>
                  <a:lnTo>
                    <a:pt x="119867" y="196191"/>
                  </a:lnTo>
                  <a:lnTo>
                    <a:pt x="116325" y="193484"/>
                  </a:lnTo>
                  <a:close/>
                </a:path>
                <a:path w="323850" h="315595">
                  <a:moveTo>
                    <a:pt x="119867" y="196191"/>
                  </a:moveTo>
                  <a:lnTo>
                    <a:pt x="123049" y="199719"/>
                  </a:lnTo>
                  <a:lnTo>
                    <a:pt x="124484" y="199719"/>
                  </a:lnTo>
                  <a:lnTo>
                    <a:pt x="119867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49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25" y="199719"/>
                  </a:lnTo>
                  <a:lnTo>
                    <a:pt x="319207" y="193484"/>
                  </a:lnTo>
                  <a:lnTo>
                    <a:pt x="207954" y="193484"/>
                  </a:lnTo>
                  <a:lnTo>
                    <a:pt x="208049" y="193353"/>
                  </a:lnTo>
                  <a:close/>
                </a:path>
                <a:path w="323850" h="315595">
                  <a:moveTo>
                    <a:pt x="117307" y="193353"/>
                  </a:moveTo>
                  <a:lnTo>
                    <a:pt x="116153" y="193353"/>
                  </a:lnTo>
                  <a:lnTo>
                    <a:pt x="119867" y="196191"/>
                  </a:lnTo>
                  <a:lnTo>
                    <a:pt x="117426" y="193484"/>
                  </a:lnTo>
                  <a:lnTo>
                    <a:pt x="117307" y="193353"/>
                  </a:lnTo>
                  <a:close/>
                </a:path>
                <a:path w="323850" h="315595">
                  <a:moveTo>
                    <a:pt x="210708" y="188626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28" y="193353"/>
                  </a:lnTo>
                  <a:lnTo>
                    <a:pt x="210708" y="188626"/>
                  </a:lnTo>
                  <a:close/>
                </a:path>
                <a:path w="323850" h="315595">
                  <a:moveTo>
                    <a:pt x="113044" y="188626"/>
                  </a:moveTo>
                  <a:lnTo>
                    <a:pt x="115704" y="193353"/>
                  </a:lnTo>
                  <a:lnTo>
                    <a:pt x="115798" y="193484"/>
                  </a:lnTo>
                  <a:lnTo>
                    <a:pt x="116295" y="193484"/>
                  </a:lnTo>
                  <a:lnTo>
                    <a:pt x="116153" y="193353"/>
                  </a:lnTo>
                  <a:lnTo>
                    <a:pt x="117307" y="193353"/>
                  </a:lnTo>
                  <a:lnTo>
                    <a:pt x="113044" y="188626"/>
                  </a:lnTo>
                  <a:close/>
                </a:path>
                <a:path w="323850" h="315595">
                  <a:moveTo>
                    <a:pt x="321805" y="175238"/>
                  </a:moveTo>
                  <a:lnTo>
                    <a:pt x="218298" y="175238"/>
                  </a:lnTo>
                  <a:lnTo>
                    <a:pt x="214223" y="184427"/>
                  </a:lnTo>
                  <a:lnTo>
                    <a:pt x="214495" y="184427"/>
                  </a:lnTo>
                  <a:lnTo>
                    <a:pt x="208028" y="193353"/>
                  </a:lnTo>
                  <a:lnTo>
                    <a:pt x="207954" y="193484"/>
                  </a:lnTo>
                  <a:lnTo>
                    <a:pt x="319207" y="193484"/>
                  </a:lnTo>
                  <a:lnTo>
                    <a:pt x="320062" y="190924"/>
                  </a:lnTo>
                  <a:lnTo>
                    <a:pt x="321805" y="175238"/>
                  </a:lnTo>
                  <a:close/>
                </a:path>
                <a:path w="323850" h="315595">
                  <a:moveTo>
                    <a:pt x="109257" y="184427"/>
                  </a:moveTo>
                  <a:lnTo>
                    <a:pt x="115704" y="193353"/>
                  </a:lnTo>
                  <a:lnTo>
                    <a:pt x="113044" y="188626"/>
                  </a:lnTo>
                  <a:lnTo>
                    <a:pt x="109257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08" y="188626"/>
                  </a:lnTo>
                  <a:lnTo>
                    <a:pt x="20802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90" y="179535"/>
                  </a:moveTo>
                  <a:lnTo>
                    <a:pt x="109522" y="184427"/>
                  </a:lnTo>
                  <a:lnTo>
                    <a:pt x="109257" y="184427"/>
                  </a:lnTo>
                  <a:lnTo>
                    <a:pt x="113044" y="188626"/>
                  </a:lnTo>
                  <a:lnTo>
                    <a:pt x="107890" y="179535"/>
                  </a:lnTo>
                  <a:close/>
                </a:path>
                <a:path w="323850" h="315595">
                  <a:moveTo>
                    <a:pt x="215862" y="179535"/>
                  </a:moveTo>
                  <a:lnTo>
                    <a:pt x="210708" y="188626"/>
                  </a:lnTo>
                  <a:lnTo>
                    <a:pt x="214495" y="184427"/>
                  </a:lnTo>
                  <a:lnTo>
                    <a:pt x="214230" y="184427"/>
                  </a:lnTo>
                  <a:lnTo>
                    <a:pt x="215862" y="179535"/>
                  </a:lnTo>
                  <a:close/>
                </a:path>
                <a:path w="323850" h="315595">
                  <a:moveTo>
                    <a:pt x="105454" y="175238"/>
                  </a:moveTo>
                  <a:lnTo>
                    <a:pt x="109529" y="184427"/>
                  </a:lnTo>
                  <a:lnTo>
                    <a:pt x="107890" y="179535"/>
                  </a:lnTo>
                  <a:lnTo>
                    <a:pt x="105454" y="175238"/>
                  </a:lnTo>
                  <a:close/>
                </a:path>
                <a:path w="323850" h="315595">
                  <a:moveTo>
                    <a:pt x="218298" y="175238"/>
                  </a:moveTo>
                  <a:lnTo>
                    <a:pt x="215862" y="179535"/>
                  </a:lnTo>
                  <a:lnTo>
                    <a:pt x="214230" y="184427"/>
                  </a:lnTo>
                  <a:lnTo>
                    <a:pt x="218298" y="175238"/>
                  </a:lnTo>
                  <a:close/>
                </a:path>
                <a:path w="323850" h="315595">
                  <a:moveTo>
                    <a:pt x="106457" y="175238"/>
                  </a:moveTo>
                  <a:lnTo>
                    <a:pt x="105454" y="175238"/>
                  </a:lnTo>
                  <a:lnTo>
                    <a:pt x="107890" y="179535"/>
                  </a:lnTo>
                  <a:lnTo>
                    <a:pt x="106457" y="175238"/>
                  </a:lnTo>
                  <a:close/>
                </a:path>
                <a:path w="323850" h="315595">
                  <a:moveTo>
                    <a:pt x="219433" y="168829"/>
                  </a:moveTo>
                  <a:lnTo>
                    <a:pt x="215862" y="179535"/>
                  </a:lnTo>
                  <a:lnTo>
                    <a:pt x="218298" y="175238"/>
                  </a:lnTo>
                  <a:lnTo>
                    <a:pt x="321805" y="175238"/>
                  </a:lnTo>
                  <a:lnTo>
                    <a:pt x="321922" y="174188"/>
                  </a:lnTo>
                  <a:lnTo>
                    <a:pt x="218836" y="174188"/>
                  </a:lnTo>
                  <a:lnTo>
                    <a:pt x="219433" y="168829"/>
                  </a:lnTo>
                  <a:close/>
                </a:path>
                <a:path w="323850" h="315595">
                  <a:moveTo>
                    <a:pt x="102604" y="163687"/>
                  </a:moveTo>
                  <a:lnTo>
                    <a:pt x="104916" y="174188"/>
                  </a:lnTo>
                  <a:lnTo>
                    <a:pt x="104319" y="168829"/>
                  </a:lnTo>
                  <a:lnTo>
                    <a:pt x="102604" y="163687"/>
                  </a:lnTo>
                  <a:close/>
                </a:path>
                <a:path w="323850" h="315595">
                  <a:moveTo>
                    <a:pt x="104319" y="168829"/>
                  </a:moveTo>
                  <a:lnTo>
                    <a:pt x="104916" y="174188"/>
                  </a:lnTo>
                  <a:lnTo>
                    <a:pt x="106107" y="174188"/>
                  </a:lnTo>
                  <a:lnTo>
                    <a:pt x="104319" y="168829"/>
                  </a:lnTo>
                  <a:close/>
                </a:path>
                <a:path w="323850" h="315595">
                  <a:moveTo>
                    <a:pt x="221148" y="163687"/>
                  </a:moveTo>
                  <a:lnTo>
                    <a:pt x="219433" y="168829"/>
                  </a:lnTo>
                  <a:lnTo>
                    <a:pt x="218836" y="174188"/>
                  </a:lnTo>
                  <a:lnTo>
                    <a:pt x="221148" y="163687"/>
                  </a:lnTo>
                  <a:close/>
                </a:path>
                <a:path w="323850" h="315595">
                  <a:moveTo>
                    <a:pt x="323089" y="163687"/>
                  </a:moveTo>
                  <a:lnTo>
                    <a:pt x="221148" y="163687"/>
                  </a:lnTo>
                  <a:lnTo>
                    <a:pt x="218836" y="174188"/>
                  </a:lnTo>
                  <a:lnTo>
                    <a:pt x="321922" y="174188"/>
                  </a:lnTo>
                  <a:lnTo>
                    <a:pt x="323089" y="163687"/>
                  </a:lnTo>
                  <a:close/>
                </a:path>
                <a:path w="323850" h="315595">
                  <a:moveTo>
                    <a:pt x="103747" y="163687"/>
                  </a:moveTo>
                  <a:lnTo>
                    <a:pt x="102604" y="163687"/>
                  </a:lnTo>
                  <a:lnTo>
                    <a:pt x="104319" y="168829"/>
                  </a:lnTo>
                  <a:lnTo>
                    <a:pt x="103747" y="163687"/>
                  </a:lnTo>
                  <a:close/>
                </a:path>
                <a:path w="323850" h="315595">
                  <a:moveTo>
                    <a:pt x="323125" y="152070"/>
                  </a:moveTo>
                  <a:lnTo>
                    <a:pt x="221299" y="152070"/>
                  </a:lnTo>
                  <a:lnTo>
                    <a:pt x="221299" y="163359"/>
                  </a:lnTo>
                  <a:lnTo>
                    <a:pt x="220042" y="163359"/>
                  </a:lnTo>
                  <a:lnTo>
                    <a:pt x="219433" y="168829"/>
                  </a:lnTo>
                  <a:lnTo>
                    <a:pt x="221148" y="163687"/>
                  </a:lnTo>
                  <a:lnTo>
                    <a:pt x="323089" y="163687"/>
                  </a:lnTo>
                  <a:lnTo>
                    <a:pt x="323125" y="163359"/>
                  </a:lnTo>
                  <a:lnTo>
                    <a:pt x="221299" y="163359"/>
                  </a:lnTo>
                  <a:lnTo>
                    <a:pt x="220671" y="157714"/>
                  </a:lnTo>
                  <a:lnTo>
                    <a:pt x="323753" y="157714"/>
                  </a:lnTo>
                  <a:lnTo>
                    <a:pt x="323125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82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82" y="157714"/>
                  </a:moveTo>
                  <a:lnTo>
                    <a:pt x="102453" y="163359"/>
                  </a:lnTo>
                  <a:lnTo>
                    <a:pt x="103710" y="163359"/>
                  </a:lnTo>
                  <a:lnTo>
                    <a:pt x="103082" y="157714"/>
                  </a:lnTo>
                  <a:close/>
                </a:path>
                <a:path w="323850" h="315595">
                  <a:moveTo>
                    <a:pt x="221299" y="152070"/>
                  </a:moveTo>
                  <a:lnTo>
                    <a:pt x="220671" y="157714"/>
                  </a:lnTo>
                  <a:lnTo>
                    <a:pt x="221299" y="163359"/>
                  </a:lnTo>
                  <a:lnTo>
                    <a:pt x="221299" y="152070"/>
                  </a:lnTo>
                  <a:close/>
                </a:path>
                <a:path w="323850" h="315595">
                  <a:moveTo>
                    <a:pt x="103710" y="152070"/>
                  </a:moveTo>
                  <a:lnTo>
                    <a:pt x="102453" y="152070"/>
                  </a:lnTo>
                  <a:lnTo>
                    <a:pt x="103082" y="157714"/>
                  </a:lnTo>
                  <a:lnTo>
                    <a:pt x="103710" y="152070"/>
                  </a:lnTo>
                  <a:close/>
                </a:path>
                <a:path w="323850" h="315595">
                  <a:moveTo>
                    <a:pt x="321922" y="141241"/>
                  </a:moveTo>
                  <a:lnTo>
                    <a:pt x="218836" y="141241"/>
                  </a:lnTo>
                  <a:lnTo>
                    <a:pt x="221148" y="151742"/>
                  </a:lnTo>
                  <a:lnTo>
                    <a:pt x="220006" y="151742"/>
                  </a:lnTo>
                  <a:lnTo>
                    <a:pt x="220671" y="157714"/>
                  </a:lnTo>
                  <a:lnTo>
                    <a:pt x="221299" y="152070"/>
                  </a:lnTo>
                  <a:lnTo>
                    <a:pt x="323125" y="152070"/>
                  </a:lnTo>
                  <a:lnTo>
                    <a:pt x="323089" y="151742"/>
                  </a:lnTo>
                  <a:lnTo>
                    <a:pt x="221148" y="151742"/>
                  </a:lnTo>
                  <a:lnTo>
                    <a:pt x="219433" y="146600"/>
                  </a:lnTo>
                  <a:lnTo>
                    <a:pt x="322518" y="146600"/>
                  </a:lnTo>
                  <a:lnTo>
                    <a:pt x="321922" y="141241"/>
                  </a:lnTo>
                  <a:close/>
                </a:path>
                <a:path w="323850" h="315595">
                  <a:moveTo>
                    <a:pt x="104916" y="141241"/>
                  </a:moveTo>
                  <a:lnTo>
                    <a:pt x="102604" y="151742"/>
                  </a:lnTo>
                  <a:lnTo>
                    <a:pt x="104319" y="146600"/>
                  </a:lnTo>
                  <a:lnTo>
                    <a:pt x="104916" y="141241"/>
                  </a:lnTo>
                  <a:close/>
                </a:path>
                <a:path w="323850" h="315595">
                  <a:moveTo>
                    <a:pt x="104319" y="146600"/>
                  </a:moveTo>
                  <a:lnTo>
                    <a:pt x="102604" y="151742"/>
                  </a:lnTo>
                  <a:lnTo>
                    <a:pt x="103747" y="151742"/>
                  </a:lnTo>
                  <a:lnTo>
                    <a:pt x="104319" y="146600"/>
                  </a:lnTo>
                  <a:close/>
                </a:path>
                <a:path w="323850" h="315595">
                  <a:moveTo>
                    <a:pt x="218836" y="141241"/>
                  </a:moveTo>
                  <a:lnTo>
                    <a:pt x="219433" y="146600"/>
                  </a:lnTo>
                  <a:lnTo>
                    <a:pt x="221148" y="151742"/>
                  </a:lnTo>
                  <a:lnTo>
                    <a:pt x="218836" y="141241"/>
                  </a:lnTo>
                  <a:close/>
                </a:path>
                <a:path w="323850" h="315595">
                  <a:moveTo>
                    <a:pt x="106107" y="141241"/>
                  </a:moveTo>
                  <a:lnTo>
                    <a:pt x="104916" y="141241"/>
                  </a:lnTo>
                  <a:lnTo>
                    <a:pt x="104319" y="146600"/>
                  </a:lnTo>
                  <a:lnTo>
                    <a:pt x="106107" y="141241"/>
                  </a:lnTo>
                  <a:close/>
                </a:path>
                <a:path w="323850" h="315595">
                  <a:moveTo>
                    <a:pt x="215822" y="135773"/>
                  </a:moveTo>
                  <a:lnTo>
                    <a:pt x="219433" y="146600"/>
                  </a:lnTo>
                  <a:lnTo>
                    <a:pt x="218836" y="141241"/>
                  </a:lnTo>
                  <a:lnTo>
                    <a:pt x="321922" y="141241"/>
                  </a:lnTo>
                  <a:lnTo>
                    <a:pt x="321798" y="140125"/>
                  </a:lnTo>
                  <a:lnTo>
                    <a:pt x="218298" y="140125"/>
                  </a:lnTo>
                  <a:lnTo>
                    <a:pt x="215822" y="135773"/>
                  </a:lnTo>
                  <a:close/>
                </a:path>
                <a:path w="323850" h="315595">
                  <a:moveTo>
                    <a:pt x="109500" y="131068"/>
                  </a:moveTo>
                  <a:lnTo>
                    <a:pt x="105454" y="140125"/>
                  </a:lnTo>
                  <a:lnTo>
                    <a:pt x="107931" y="135773"/>
                  </a:lnTo>
                  <a:lnTo>
                    <a:pt x="109500" y="131068"/>
                  </a:lnTo>
                  <a:close/>
                </a:path>
                <a:path w="323850" h="315595">
                  <a:moveTo>
                    <a:pt x="107931" y="135773"/>
                  </a:moveTo>
                  <a:lnTo>
                    <a:pt x="105454" y="140125"/>
                  </a:lnTo>
                  <a:lnTo>
                    <a:pt x="106479" y="140125"/>
                  </a:lnTo>
                  <a:lnTo>
                    <a:pt x="107931" y="135773"/>
                  </a:lnTo>
                  <a:close/>
                </a:path>
                <a:path w="323850" h="315595">
                  <a:moveTo>
                    <a:pt x="214252" y="131068"/>
                  </a:moveTo>
                  <a:lnTo>
                    <a:pt x="215822" y="135773"/>
                  </a:lnTo>
                  <a:lnTo>
                    <a:pt x="218298" y="140125"/>
                  </a:lnTo>
                  <a:lnTo>
                    <a:pt x="214252" y="131068"/>
                  </a:lnTo>
                  <a:close/>
                </a:path>
                <a:path w="323850" h="315595">
                  <a:moveTo>
                    <a:pt x="319207" y="121945"/>
                  </a:moveTo>
                  <a:lnTo>
                    <a:pt x="207954" y="121945"/>
                  </a:lnTo>
                  <a:lnTo>
                    <a:pt x="214543" y="131068"/>
                  </a:lnTo>
                  <a:lnTo>
                    <a:pt x="214252" y="131068"/>
                  </a:lnTo>
                  <a:lnTo>
                    <a:pt x="218298" y="140125"/>
                  </a:lnTo>
                  <a:lnTo>
                    <a:pt x="321798" y="140125"/>
                  </a:lnTo>
                  <a:lnTo>
                    <a:pt x="320062" y="124504"/>
                  </a:lnTo>
                  <a:lnTo>
                    <a:pt x="319251" y="122076"/>
                  </a:lnTo>
                  <a:lnTo>
                    <a:pt x="319207" y="121945"/>
                  </a:lnTo>
                  <a:close/>
                </a:path>
                <a:path w="323850" h="315595">
                  <a:moveTo>
                    <a:pt x="113017" y="126833"/>
                  </a:moveTo>
                  <a:lnTo>
                    <a:pt x="109198" y="131068"/>
                  </a:lnTo>
                  <a:lnTo>
                    <a:pt x="109500" y="131068"/>
                  </a:lnTo>
                  <a:lnTo>
                    <a:pt x="107931" y="135773"/>
                  </a:lnTo>
                  <a:lnTo>
                    <a:pt x="113017" y="126833"/>
                  </a:lnTo>
                  <a:close/>
                </a:path>
                <a:path w="323850" h="315595">
                  <a:moveTo>
                    <a:pt x="210735" y="126833"/>
                  </a:moveTo>
                  <a:lnTo>
                    <a:pt x="215822" y="135773"/>
                  </a:lnTo>
                  <a:lnTo>
                    <a:pt x="214252" y="131068"/>
                  </a:lnTo>
                  <a:lnTo>
                    <a:pt x="214554" y="131068"/>
                  </a:lnTo>
                  <a:lnTo>
                    <a:pt x="210735" y="126833"/>
                  </a:lnTo>
                  <a:close/>
                </a:path>
                <a:path w="323850" h="315595">
                  <a:moveTo>
                    <a:pt x="115724" y="122076"/>
                  </a:moveTo>
                  <a:lnTo>
                    <a:pt x="109210" y="131068"/>
                  </a:lnTo>
                  <a:lnTo>
                    <a:pt x="113017" y="126833"/>
                  </a:lnTo>
                  <a:lnTo>
                    <a:pt x="115724" y="122076"/>
                  </a:lnTo>
                  <a:close/>
                </a:path>
                <a:path w="323850" h="315595">
                  <a:moveTo>
                    <a:pt x="208049" y="122076"/>
                  </a:moveTo>
                  <a:lnTo>
                    <a:pt x="210735" y="126833"/>
                  </a:lnTo>
                  <a:lnTo>
                    <a:pt x="214554" y="131068"/>
                  </a:lnTo>
                  <a:lnTo>
                    <a:pt x="208049" y="122076"/>
                  </a:lnTo>
                  <a:close/>
                </a:path>
                <a:path w="323850" h="315595">
                  <a:moveTo>
                    <a:pt x="116325" y="121945"/>
                  </a:moveTo>
                  <a:lnTo>
                    <a:pt x="115798" y="121945"/>
                  </a:lnTo>
                  <a:lnTo>
                    <a:pt x="113017" y="126833"/>
                  </a:lnTo>
                  <a:lnTo>
                    <a:pt x="117307" y="122076"/>
                  </a:lnTo>
                  <a:lnTo>
                    <a:pt x="116153" y="122076"/>
                  </a:lnTo>
                  <a:lnTo>
                    <a:pt x="116325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735" y="126833"/>
                  </a:lnTo>
                  <a:lnTo>
                    <a:pt x="208029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67" y="119238"/>
                  </a:moveTo>
                  <a:lnTo>
                    <a:pt x="116295" y="121945"/>
                  </a:lnTo>
                  <a:lnTo>
                    <a:pt x="116153" y="122076"/>
                  </a:lnTo>
                  <a:lnTo>
                    <a:pt x="117307" y="122076"/>
                  </a:lnTo>
                  <a:lnTo>
                    <a:pt x="119867" y="119238"/>
                  </a:lnTo>
                  <a:close/>
                </a:path>
                <a:path w="323850" h="315595">
                  <a:moveTo>
                    <a:pt x="317125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29" y="122076"/>
                  </a:lnTo>
                  <a:lnTo>
                    <a:pt x="207954" y="121945"/>
                  </a:lnTo>
                  <a:lnTo>
                    <a:pt x="319207" y="121945"/>
                  </a:lnTo>
                  <a:lnTo>
                    <a:pt x="317125" y="115710"/>
                  </a:lnTo>
                  <a:close/>
                </a:path>
                <a:path w="323850" h="315595">
                  <a:moveTo>
                    <a:pt x="123049" y="115710"/>
                  </a:moveTo>
                  <a:lnTo>
                    <a:pt x="116295" y="121945"/>
                  </a:lnTo>
                  <a:lnTo>
                    <a:pt x="119867" y="119238"/>
                  </a:lnTo>
                  <a:lnTo>
                    <a:pt x="123049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484" y="115710"/>
                  </a:moveTo>
                  <a:lnTo>
                    <a:pt x="123049" y="115710"/>
                  </a:lnTo>
                  <a:lnTo>
                    <a:pt x="119867" y="119238"/>
                  </a:lnTo>
                  <a:lnTo>
                    <a:pt x="124484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25" y="115710"/>
                  </a:lnTo>
                  <a:lnTo>
                    <a:pt x="316686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00" y="109278"/>
                  </a:moveTo>
                  <a:lnTo>
                    <a:pt x="124691" y="114397"/>
                  </a:lnTo>
                  <a:lnTo>
                    <a:pt x="129026" y="112238"/>
                  </a:lnTo>
                  <a:lnTo>
                    <a:pt x="132900" y="109278"/>
                  </a:lnTo>
                  <a:close/>
                </a:path>
                <a:path w="323850" h="315595">
                  <a:moveTo>
                    <a:pt x="129026" y="112238"/>
                  </a:moveTo>
                  <a:lnTo>
                    <a:pt x="124691" y="114397"/>
                  </a:lnTo>
                  <a:lnTo>
                    <a:pt x="126201" y="114397"/>
                  </a:lnTo>
                  <a:lnTo>
                    <a:pt x="129026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76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686" y="114397"/>
                  </a:lnTo>
                  <a:lnTo>
                    <a:pt x="314976" y="109278"/>
                  </a:lnTo>
                  <a:close/>
                </a:path>
                <a:path w="323850" h="315595">
                  <a:moveTo>
                    <a:pt x="134972" y="109278"/>
                  </a:moveTo>
                  <a:lnTo>
                    <a:pt x="132900" y="109278"/>
                  </a:lnTo>
                  <a:lnTo>
                    <a:pt x="129026" y="112238"/>
                  </a:lnTo>
                  <a:lnTo>
                    <a:pt x="134972" y="109278"/>
                  </a:lnTo>
                  <a:close/>
                </a:path>
                <a:path w="323850" h="315595">
                  <a:moveTo>
                    <a:pt x="184510" y="107151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76" y="109278"/>
                  </a:lnTo>
                  <a:lnTo>
                    <a:pt x="314691" y="108424"/>
                  </a:lnTo>
                  <a:lnTo>
                    <a:pt x="188862" y="108424"/>
                  </a:lnTo>
                  <a:lnTo>
                    <a:pt x="184510" y="107151"/>
                  </a:lnTo>
                  <a:close/>
                </a:path>
                <a:path w="323850" h="315595">
                  <a:moveTo>
                    <a:pt x="143408" y="105077"/>
                  </a:moveTo>
                  <a:lnTo>
                    <a:pt x="134890" y="108424"/>
                  </a:lnTo>
                  <a:lnTo>
                    <a:pt x="139242" y="107151"/>
                  </a:lnTo>
                  <a:lnTo>
                    <a:pt x="143408" y="105077"/>
                  </a:lnTo>
                  <a:close/>
                </a:path>
                <a:path w="323850" h="315595">
                  <a:moveTo>
                    <a:pt x="139242" y="107151"/>
                  </a:moveTo>
                  <a:lnTo>
                    <a:pt x="134890" y="108424"/>
                  </a:lnTo>
                  <a:lnTo>
                    <a:pt x="136686" y="108424"/>
                  </a:lnTo>
                  <a:lnTo>
                    <a:pt x="139242" y="107151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510" y="107151"/>
                  </a:lnTo>
                  <a:lnTo>
                    <a:pt x="18886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3" y="105077"/>
                  </a:moveTo>
                  <a:lnTo>
                    <a:pt x="180344" y="105077"/>
                  </a:lnTo>
                  <a:lnTo>
                    <a:pt x="188862" y="108424"/>
                  </a:lnTo>
                  <a:lnTo>
                    <a:pt x="314691" y="108424"/>
                  </a:lnTo>
                  <a:lnTo>
                    <a:pt x="313573" y="105077"/>
                  </a:lnTo>
                  <a:close/>
                </a:path>
                <a:path w="323850" h="315595">
                  <a:moveTo>
                    <a:pt x="146334" y="105077"/>
                  </a:moveTo>
                  <a:lnTo>
                    <a:pt x="143408" y="105077"/>
                  </a:lnTo>
                  <a:lnTo>
                    <a:pt x="139242" y="107151"/>
                  </a:lnTo>
                  <a:lnTo>
                    <a:pt x="146334" y="105077"/>
                  </a:lnTo>
                  <a:close/>
                </a:path>
                <a:path w="323850" h="315595">
                  <a:moveTo>
                    <a:pt x="173382" y="103897"/>
                  </a:moveTo>
                  <a:lnTo>
                    <a:pt x="184510" y="107151"/>
                  </a:lnTo>
                  <a:lnTo>
                    <a:pt x="180344" y="105077"/>
                  </a:lnTo>
                  <a:lnTo>
                    <a:pt x="313573" y="105077"/>
                  </a:lnTo>
                  <a:lnTo>
                    <a:pt x="313332" y="104355"/>
                  </a:lnTo>
                  <a:lnTo>
                    <a:pt x="178315" y="104355"/>
                  </a:lnTo>
                  <a:lnTo>
                    <a:pt x="173382" y="103897"/>
                  </a:lnTo>
                  <a:close/>
                </a:path>
                <a:path w="323850" h="315595">
                  <a:moveTo>
                    <a:pt x="155085" y="102517"/>
                  </a:moveTo>
                  <a:lnTo>
                    <a:pt x="145438" y="104355"/>
                  </a:lnTo>
                  <a:lnTo>
                    <a:pt x="150370" y="103897"/>
                  </a:lnTo>
                  <a:lnTo>
                    <a:pt x="155085" y="102517"/>
                  </a:lnTo>
                  <a:close/>
                </a:path>
                <a:path w="323850" h="315595">
                  <a:moveTo>
                    <a:pt x="150370" y="103897"/>
                  </a:moveTo>
                  <a:lnTo>
                    <a:pt x="145438" y="104355"/>
                  </a:lnTo>
                  <a:lnTo>
                    <a:pt x="148802" y="104355"/>
                  </a:lnTo>
                  <a:lnTo>
                    <a:pt x="150370" y="103897"/>
                  </a:lnTo>
                  <a:close/>
                </a:path>
                <a:path w="323850" h="315595">
                  <a:moveTo>
                    <a:pt x="168667" y="102517"/>
                  </a:moveTo>
                  <a:lnTo>
                    <a:pt x="173382" y="103897"/>
                  </a:lnTo>
                  <a:lnTo>
                    <a:pt x="178315" y="104355"/>
                  </a:lnTo>
                  <a:lnTo>
                    <a:pt x="168667" y="102517"/>
                  </a:lnTo>
                  <a:close/>
                </a:path>
                <a:path w="323850" h="315595">
                  <a:moveTo>
                    <a:pt x="312719" y="102517"/>
                  </a:moveTo>
                  <a:lnTo>
                    <a:pt x="168667" y="102517"/>
                  </a:lnTo>
                  <a:lnTo>
                    <a:pt x="178315" y="104355"/>
                  </a:lnTo>
                  <a:lnTo>
                    <a:pt x="313332" y="104355"/>
                  </a:lnTo>
                  <a:lnTo>
                    <a:pt x="312822" y="102827"/>
                  </a:lnTo>
                  <a:lnTo>
                    <a:pt x="312719" y="102517"/>
                  </a:lnTo>
                  <a:close/>
                </a:path>
                <a:path w="323850" h="315595">
                  <a:moveTo>
                    <a:pt x="158546" y="102517"/>
                  </a:moveTo>
                  <a:lnTo>
                    <a:pt x="155085" y="102517"/>
                  </a:lnTo>
                  <a:lnTo>
                    <a:pt x="150370" y="103897"/>
                  </a:lnTo>
                  <a:lnTo>
                    <a:pt x="161876" y="102827"/>
                  </a:lnTo>
                  <a:lnTo>
                    <a:pt x="158546" y="102517"/>
                  </a:lnTo>
                  <a:close/>
                </a:path>
                <a:path w="323850" h="315595">
                  <a:moveTo>
                    <a:pt x="312675" y="102386"/>
                  </a:moveTo>
                  <a:lnTo>
                    <a:pt x="166618" y="102386"/>
                  </a:lnTo>
                  <a:lnTo>
                    <a:pt x="161876" y="102827"/>
                  </a:lnTo>
                  <a:lnTo>
                    <a:pt x="173382" y="103897"/>
                  </a:lnTo>
                  <a:lnTo>
                    <a:pt x="168667" y="102517"/>
                  </a:lnTo>
                  <a:lnTo>
                    <a:pt x="312719" y="102517"/>
                  </a:lnTo>
                  <a:lnTo>
                    <a:pt x="312675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34" y="102386"/>
                  </a:lnTo>
                  <a:lnTo>
                    <a:pt x="161876" y="102827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7728" y="6238127"/>
            <a:ext cx="196314" cy="196186"/>
          </a:xfrm>
          <a:prstGeom prst="rect">
            <a:avLst/>
          </a:prstGeom>
        </p:spPr>
      </p:pic>
      <p:sp>
        <p:nvSpPr>
          <p:cNvPr id="51" name="Text 3">
            <a:extLst>
              <a:ext uri="{FF2B5EF4-FFF2-40B4-BE49-F238E27FC236}">
                <a16:creationId xmlns:a16="http://schemas.microsoft.com/office/drawing/2014/main" id="{713B2352-1B45-4C16-94CF-AF7D96AABA4B}"/>
              </a:ext>
            </a:extLst>
          </p:cNvPr>
          <p:cNvSpPr/>
          <p:nvPr/>
        </p:nvSpPr>
        <p:spPr>
          <a:xfrm>
            <a:off x="616482" y="367898"/>
            <a:ext cx="11180282" cy="69794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Framework‑specific ways </a:t>
            </a:r>
            <a:endParaRPr lang="en-US" sz="4000" b="1" kern="1200" dirty="0">
              <a:solidFill>
                <a:srgbClr val="141414"/>
              </a:solidFill>
              <a:latin typeface="GRAPHIKLCG-SEMIBOLD" panose="020B0503030202060203" pitchFamily="34" charset="0"/>
              <a:ea typeface="+mn-ea"/>
              <a:cs typeface="+mn-cs"/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891DAE4B-1E5E-D416-BD01-B6D74F69F2A0}"/>
              </a:ext>
            </a:extLst>
          </p:cNvPr>
          <p:cNvSpPr/>
          <p:nvPr/>
        </p:nvSpPr>
        <p:spPr>
          <a:xfrm>
            <a:off x="1170628" y="1712485"/>
            <a:ext cx="6115281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Available in almost every framework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Not universal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Part of the code and environment must still be saved separately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7089" y="6425216"/>
            <a:ext cx="221670" cy="1523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33400" y="343870"/>
            <a:ext cx="3762198" cy="688624"/>
            <a:chOff x="877716" y="566404"/>
            <a:chExt cx="6204951" cy="11357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716" y="566404"/>
              <a:ext cx="3397588" cy="11357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4688" y="566404"/>
              <a:ext cx="3227979" cy="113573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16482" y="1304947"/>
            <a:ext cx="6791270" cy="3463590"/>
          </a:xfrm>
          <a:custGeom>
            <a:avLst/>
            <a:gdLst/>
            <a:ahLst/>
            <a:cxnLst/>
            <a:rect l="l" t="t" r="r" b="b"/>
            <a:pathLst>
              <a:path w="11200765" h="5712459">
                <a:moveTo>
                  <a:pt x="10981193" y="0"/>
                </a:moveTo>
                <a:lnTo>
                  <a:pt x="219201" y="0"/>
                </a:lnTo>
                <a:lnTo>
                  <a:pt x="168951" y="5786"/>
                </a:lnTo>
                <a:lnTo>
                  <a:pt x="122816" y="22271"/>
                </a:lnTo>
                <a:lnTo>
                  <a:pt x="82116" y="48137"/>
                </a:lnTo>
                <a:lnTo>
                  <a:pt x="48166" y="82071"/>
                </a:lnTo>
                <a:lnTo>
                  <a:pt x="22285" y="122758"/>
                </a:lnTo>
                <a:lnTo>
                  <a:pt x="5791" y="168881"/>
                </a:lnTo>
                <a:lnTo>
                  <a:pt x="0" y="219128"/>
                </a:lnTo>
                <a:lnTo>
                  <a:pt x="0" y="5492968"/>
                </a:lnTo>
                <a:lnTo>
                  <a:pt x="5791" y="5543214"/>
                </a:lnTo>
                <a:lnTo>
                  <a:pt x="22285" y="5589338"/>
                </a:lnTo>
                <a:lnTo>
                  <a:pt x="48166" y="5630024"/>
                </a:lnTo>
                <a:lnTo>
                  <a:pt x="82116" y="5663958"/>
                </a:lnTo>
                <a:lnTo>
                  <a:pt x="122816" y="5689825"/>
                </a:lnTo>
                <a:lnTo>
                  <a:pt x="168951" y="5706309"/>
                </a:lnTo>
                <a:lnTo>
                  <a:pt x="219201" y="5712096"/>
                </a:lnTo>
                <a:lnTo>
                  <a:pt x="10981193" y="5712096"/>
                </a:lnTo>
                <a:lnTo>
                  <a:pt x="11031445" y="5706309"/>
                </a:lnTo>
                <a:lnTo>
                  <a:pt x="11077584" y="5689825"/>
                </a:lnTo>
                <a:lnTo>
                  <a:pt x="11118291" y="5663958"/>
                </a:lnTo>
                <a:lnTo>
                  <a:pt x="11152247" y="5630024"/>
                </a:lnTo>
                <a:lnTo>
                  <a:pt x="11178134" y="5589338"/>
                </a:lnTo>
                <a:lnTo>
                  <a:pt x="11194633" y="5543214"/>
                </a:lnTo>
                <a:lnTo>
                  <a:pt x="11200426" y="5492968"/>
                </a:lnTo>
                <a:lnTo>
                  <a:pt x="11200426" y="219128"/>
                </a:lnTo>
                <a:lnTo>
                  <a:pt x="11194633" y="168881"/>
                </a:lnTo>
                <a:lnTo>
                  <a:pt x="11178134" y="122758"/>
                </a:lnTo>
                <a:lnTo>
                  <a:pt x="11152247" y="82071"/>
                </a:lnTo>
                <a:lnTo>
                  <a:pt x="11118291" y="48137"/>
                </a:lnTo>
                <a:lnTo>
                  <a:pt x="11077584" y="22271"/>
                </a:lnTo>
                <a:lnTo>
                  <a:pt x="11031445" y="5786"/>
                </a:lnTo>
                <a:lnTo>
                  <a:pt x="10981193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098" y="1405492"/>
            <a:ext cx="4483509" cy="1033767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400"/>
              </a:spcBef>
            </a:pPr>
            <a:r>
              <a:rPr sz="1394" kern="1200" spc="-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import</a:t>
            </a:r>
            <a:r>
              <a:rPr sz="1394" kern="1200" spc="-136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torch</a:t>
            </a:r>
            <a:endParaRPr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  <a:p>
            <a:pPr marL="7700" marR="589415" algn="l" defTabSz="457109" rtl="0">
              <a:lnSpc>
                <a:spcPct val="120400"/>
              </a:lnSpc>
            </a:pPr>
            <a:r>
              <a:rPr sz="1394" kern="1200" spc="-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import</a:t>
            </a:r>
            <a:r>
              <a:rPr sz="1394" kern="1200" spc="-1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0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torch.optim</a:t>
            </a:r>
            <a:r>
              <a:rPr sz="1394" kern="1200" spc="-148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as</a:t>
            </a:r>
            <a:r>
              <a:rPr sz="1394" kern="1200" spc="-182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0" dirty="0" err="1">
                <a:solidFill>
                  <a:srgbClr val="403E52"/>
                </a:solidFill>
                <a:latin typeface="Monaco"/>
                <a:ea typeface="+mn-ea"/>
                <a:cs typeface="Monaco"/>
              </a:rPr>
              <a:t>optim</a:t>
            </a:r>
            <a:r>
              <a:rPr sz="1394" kern="1200" spc="-60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endParaRPr lang="ru-RU" sz="1394" kern="1200" spc="-60" dirty="0">
              <a:solidFill>
                <a:srgbClr val="403E52"/>
              </a:solidFill>
              <a:latin typeface="Monaco"/>
              <a:ea typeface="+mn-ea"/>
              <a:cs typeface="Monaco"/>
            </a:endParaRPr>
          </a:p>
          <a:p>
            <a:pPr marL="7700" marR="589415" algn="l" defTabSz="457109" rtl="0">
              <a:lnSpc>
                <a:spcPct val="120400"/>
              </a:lnSpc>
            </a:pPr>
            <a:r>
              <a:rPr sz="1394" kern="1200" spc="-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import</a:t>
            </a:r>
            <a:r>
              <a:rPr lang="ru-RU" sz="1394" kern="1200" spc="-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24" dirty="0" err="1">
                <a:solidFill>
                  <a:srgbClr val="403E52"/>
                </a:solidFill>
                <a:latin typeface="Monaco"/>
                <a:ea typeface="+mn-ea"/>
                <a:cs typeface="Monaco"/>
              </a:rPr>
              <a:t>mlflow.pytorch</a:t>
            </a:r>
            <a:endParaRPr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  <a:p>
            <a:pPr marL="7700" algn="l" defTabSz="457109" rtl="0">
              <a:spcBef>
                <a:spcPts val="342"/>
              </a:spcBef>
            </a:pPr>
            <a:r>
              <a:rPr sz="1394" kern="1200" spc="-48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from</a:t>
            </a:r>
            <a:r>
              <a:rPr sz="1394" kern="1200" spc="-136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3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my_module</a:t>
            </a:r>
            <a:r>
              <a:rPr sz="1394" kern="1200" spc="-127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5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import</a:t>
            </a:r>
            <a:r>
              <a:rPr sz="1394" kern="1200" spc="-127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0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SimpleModel</a:t>
            </a:r>
            <a:endParaRPr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099" y="2685362"/>
            <a:ext cx="6067442" cy="1993645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400"/>
              </a:spcBef>
            </a:pPr>
            <a:r>
              <a:rPr sz="1394" kern="1200" spc="-54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model</a:t>
            </a:r>
            <a:r>
              <a:rPr sz="1394" kern="1200" spc="-139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=</a:t>
            </a:r>
            <a:r>
              <a:rPr sz="1394" kern="1200" spc="-136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27" dirty="0">
                <a:solidFill>
                  <a:srgbClr val="0C959B"/>
                </a:solidFill>
                <a:latin typeface="Monaco"/>
                <a:ea typeface="+mn-ea"/>
                <a:cs typeface="Monaco"/>
              </a:rPr>
              <a:t>SimpleModel</a:t>
            </a:r>
            <a:r>
              <a:rPr sz="1394" kern="1200" spc="-27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()</a:t>
            </a:r>
            <a:endParaRPr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  <a:p>
            <a:pPr marL="7700" algn="l" defTabSz="457109" rtl="0">
              <a:spcBef>
                <a:spcPts val="342"/>
              </a:spcBef>
            </a:pPr>
            <a:r>
              <a:rPr sz="1394" kern="1200" spc="-63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optimizer</a:t>
            </a:r>
            <a:r>
              <a:rPr sz="1394" kern="1200" spc="-109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=</a:t>
            </a:r>
            <a:r>
              <a:rPr sz="1394" kern="1200" spc="-109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optim.</a:t>
            </a:r>
            <a:r>
              <a:rPr sz="1394" kern="1200" spc="-66" dirty="0">
                <a:solidFill>
                  <a:srgbClr val="4776D5"/>
                </a:solidFill>
                <a:latin typeface="Monaco"/>
                <a:ea typeface="+mn-ea"/>
                <a:cs typeface="Monaco"/>
              </a:rPr>
              <a:t>SGD</a:t>
            </a: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(model</a:t>
            </a:r>
            <a:r>
              <a:rPr sz="1394" kern="1200" spc="-66" dirty="0">
                <a:solidFill>
                  <a:srgbClr val="4776D5"/>
                </a:solidFill>
                <a:latin typeface="Monaco"/>
                <a:ea typeface="+mn-ea"/>
                <a:cs typeface="Monaco"/>
              </a:rPr>
              <a:t>.</a:t>
            </a:r>
            <a:r>
              <a:rPr sz="1394" kern="1200" spc="-66" dirty="0">
                <a:solidFill>
                  <a:srgbClr val="0C959B"/>
                </a:solidFill>
                <a:latin typeface="Monaco"/>
                <a:ea typeface="+mn-ea"/>
                <a:cs typeface="Monaco"/>
              </a:rPr>
              <a:t>parameters</a:t>
            </a: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()</a:t>
            </a:r>
            <a:r>
              <a:rPr sz="1394" kern="1200" spc="-66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,</a:t>
            </a:r>
            <a:r>
              <a:rPr sz="1394" kern="1200" spc="-106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 </a:t>
            </a:r>
            <a:r>
              <a:rPr sz="1394" kern="1200" spc="-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lr</a:t>
            </a:r>
            <a:r>
              <a:rPr sz="1394" kern="1200" spc="-6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=</a:t>
            </a:r>
            <a:r>
              <a:rPr sz="1394" kern="1200" spc="-6" dirty="0">
                <a:solidFill>
                  <a:srgbClr val="AA0982"/>
                </a:solidFill>
                <a:latin typeface="Monaco"/>
                <a:ea typeface="+mn-ea"/>
                <a:cs typeface="Monaco"/>
              </a:rPr>
              <a:t>0.01</a:t>
            </a:r>
            <a:r>
              <a:rPr sz="1394" kern="1200" spc="-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)</a:t>
            </a:r>
            <a:endParaRPr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  <a:p>
            <a:pPr marL="7700" marR="783448" algn="l" defTabSz="457109" rtl="0">
              <a:lnSpc>
                <a:spcPts val="4032"/>
              </a:lnSpc>
              <a:spcBef>
                <a:spcPts val="527"/>
              </a:spcBef>
            </a:pP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mlflow.pytorch.</a:t>
            </a:r>
            <a:r>
              <a:rPr sz="1394" kern="1200" spc="-66" dirty="0">
                <a:solidFill>
                  <a:srgbClr val="0C959B"/>
                </a:solidFill>
                <a:latin typeface="Monaco"/>
                <a:ea typeface="+mn-ea"/>
                <a:cs typeface="Monaco"/>
              </a:rPr>
              <a:t>save_model</a:t>
            </a: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(model</a:t>
            </a:r>
            <a:r>
              <a:rPr sz="1394" kern="1200" spc="-66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,"</a:t>
            </a:r>
            <a:r>
              <a:rPr sz="1394" kern="1200" spc="-66" dirty="0">
                <a:solidFill>
                  <a:srgbClr val="C86764"/>
                </a:solidFill>
                <a:latin typeface="Monaco"/>
                <a:ea typeface="+mn-ea"/>
                <a:cs typeface="Monaco"/>
              </a:rPr>
              <a:t>torch_model_mlflow</a:t>
            </a:r>
            <a:r>
              <a:rPr sz="1394" kern="1200" spc="-66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"</a:t>
            </a:r>
            <a:r>
              <a:rPr sz="1394" kern="1200" spc="-66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) </a:t>
            </a:r>
            <a:r>
              <a:rPr lang="ru-RU" sz="1394" kern="1200" dirty="0">
                <a:solidFill>
                  <a:srgbClr val="979FB0"/>
                </a:solidFill>
                <a:latin typeface="Monaco"/>
                <a:ea typeface="+mn-ea"/>
                <a:cs typeface="Monaco"/>
              </a:rPr>
              <a:t>#</a:t>
            </a:r>
            <a:r>
              <a:rPr lang="ru-RU" sz="1394" kern="1200" spc="-136" dirty="0">
                <a:solidFill>
                  <a:srgbClr val="979FB0"/>
                </a:solidFill>
                <a:latin typeface="Monaco"/>
                <a:ea typeface="+mn-ea"/>
                <a:cs typeface="Monaco"/>
              </a:rPr>
              <a:t> </a:t>
            </a:r>
            <a:r>
              <a:rPr lang="en-US" sz="1394" kern="1200" spc="-60" dirty="0">
                <a:solidFill>
                  <a:srgbClr val="979FB0"/>
                </a:solidFill>
                <a:latin typeface="Monaco"/>
                <a:ea typeface="+mn-ea"/>
                <a:cs typeface="Monaco"/>
              </a:rPr>
              <a:t>Load the model back</a:t>
            </a:r>
            <a:endParaRPr lang="ru-RU"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  <a:p>
            <a:pPr marL="7700" algn="l" defTabSz="457109" rtl="0">
              <a:lnSpc>
                <a:spcPts val="1488"/>
              </a:lnSpc>
            </a:pPr>
            <a:r>
              <a:rPr lang="en" sz="1394" kern="1200" spc="-66" dirty="0" err="1">
                <a:solidFill>
                  <a:srgbClr val="403E52"/>
                </a:solidFill>
                <a:latin typeface="Monaco"/>
                <a:ea typeface="+mn-ea"/>
                <a:cs typeface="Monaco"/>
              </a:rPr>
              <a:t>loaded_model</a:t>
            </a:r>
            <a:r>
              <a:rPr lang="en" sz="1394" kern="1200" spc="-109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 </a:t>
            </a:r>
            <a:r>
              <a:rPr lang="en" sz="1394" kern="1200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=</a:t>
            </a:r>
            <a:r>
              <a:rPr lang="en" sz="1394" kern="1200" spc="-100" dirty="0">
                <a:solidFill>
                  <a:srgbClr val="994BC3"/>
                </a:solidFill>
                <a:latin typeface="Monaco"/>
                <a:ea typeface="+mn-ea"/>
                <a:cs typeface="Monaco"/>
              </a:rPr>
              <a:t> </a:t>
            </a:r>
            <a:r>
              <a:rPr lang="en" sz="1394" kern="1200" spc="-69" dirty="0" err="1">
                <a:solidFill>
                  <a:srgbClr val="403E52"/>
                </a:solidFill>
                <a:latin typeface="Monaco"/>
                <a:ea typeface="+mn-ea"/>
                <a:cs typeface="Monaco"/>
              </a:rPr>
              <a:t>mlflow.pytorch.</a:t>
            </a:r>
            <a:r>
              <a:rPr lang="en" sz="1394" kern="1200" spc="-69" dirty="0" err="1">
                <a:solidFill>
                  <a:srgbClr val="0C959B"/>
                </a:solidFill>
                <a:latin typeface="Monaco"/>
                <a:ea typeface="+mn-ea"/>
                <a:cs typeface="Monaco"/>
              </a:rPr>
              <a:t>load_model</a:t>
            </a:r>
            <a:r>
              <a:rPr lang="en" sz="1394" kern="1200" spc="-69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(</a:t>
            </a:r>
            <a:r>
              <a:rPr lang="en" sz="1394" kern="1200" spc="-69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"</a:t>
            </a:r>
            <a:r>
              <a:rPr lang="en" sz="1394" kern="1200" spc="-69" dirty="0" err="1">
                <a:solidFill>
                  <a:srgbClr val="C86764"/>
                </a:solidFill>
                <a:latin typeface="Monaco"/>
                <a:ea typeface="+mn-ea"/>
                <a:cs typeface="Monaco"/>
              </a:rPr>
              <a:t>torch_model_mlflow</a:t>
            </a:r>
            <a:r>
              <a:rPr lang="en" sz="1394" kern="1200" spc="-69" dirty="0">
                <a:solidFill>
                  <a:srgbClr val="111111"/>
                </a:solidFill>
                <a:latin typeface="Monaco"/>
                <a:ea typeface="+mn-ea"/>
                <a:cs typeface="Monaco"/>
              </a:rPr>
              <a:t>"</a:t>
            </a:r>
            <a:r>
              <a:rPr lang="en" sz="1394" kern="1200" spc="-69" dirty="0">
                <a:solidFill>
                  <a:srgbClr val="403E52"/>
                </a:solidFill>
                <a:latin typeface="Monaco"/>
                <a:ea typeface="+mn-ea"/>
                <a:cs typeface="Monaco"/>
              </a:rPr>
              <a:t>)</a:t>
            </a:r>
            <a:endParaRPr lang="en" sz="1394" kern="1200" dirty="0">
              <a:solidFill>
                <a:srgbClr val="141414"/>
              </a:solidFill>
              <a:latin typeface="Monaco"/>
              <a:ea typeface="+mn-ea"/>
              <a:cs typeface="Monac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611770" y="176799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45" y="161099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1770" y="239038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40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45" y="139941"/>
                </a:lnTo>
                <a:lnTo>
                  <a:pt x="0" y="139941"/>
                </a:lnTo>
                <a:lnTo>
                  <a:pt x="0" y="161086"/>
                </a:lnTo>
                <a:lnTo>
                  <a:pt x="362445" y="161086"/>
                </a:lnTo>
                <a:lnTo>
                  <a:pt x="235305" y="288544"/>
                </a:lnTo>
                <a:lnTo>
                  <a:pt x="247764" y="301040"/>
                </a:lnTo>
                <a:lnTo>
                  <a:pt x="252666" y="301040"/>
                </a:lnTo>
                <a:lnTo>
                  <a:pt x="395401" y="157988"/>
                </a:lnTo>
                <a:lnTo>
                  <a:pt x="395401" y="14304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2688" y="2965619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58" y="161099"/>
                </a:lnTo>
                <a:lnTo>
                  <a:pt x="235305" y="288569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8320" y="6425216"/>
            <a:ext cx="174822" cy="15235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72688" y="343870"/>
            <a:ext cx="3723090" cy="688791"/>
            <a:chOff x="942513" y="566404"/>
            <a:chExt cx="6140450" cy="113601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397587" cy="11357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4688" y="566404"/>
              <a:ext cx="3227979" cy="1135739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7111595" y="4313668"/>
            <a:ext cx="0" cy="713047"/>
          </a:xfrm>
          <a:custGeom>
            <a:avLst/>
            <a:gdLst/>
            <a:ahLst/>
            <a:cxnLst/>
            <a:rect l="l" t="t" r="r" b="b"/>
            <a:pathLst>
              <a:path h="1176020">
                <a:moveTo>
                  <a:pt x="0" y="0"/>
                </a:moveTo>
                <a:lnTo>
                  <a:pt x="0" y="117554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11595" y="5419237"/>
            <a:ext cx="0" cy="1434949"/>
          </a:xfrm>
          <a:custGeom>
            <a:avLst/>
            <a:gdLst/>
            <a:ahLst/>
            <a:cxnLst/>
            <a:rect l="l" t="t" r="r" b="b"/>
            <a:pathLst>
              <a:path h="2366645">
                <a:moveTo>
                  <a:pt x="0" y="2366575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158076" y="4313668"/>
            <a:ext cx="0" cy="1133867"/>
          </a:xfrm>
          <a:custGeom>
            <a:avLst/>
            <a:gdLst/>
            <a:ahLst/>
            <a:cxnLst/>
            <a:rect l="l" t="t" r="r" b="b"/>
            <a:pathLst>
              <a:path h="1870075">
                <a:moveTo>
                  <a:pt x="0" y="0"/>
                </a:moveTo>
                <a:lnTo>
                  <a:pt x="0" y="1870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58076" y="6348397"/>
            <a:ext cx="0" cy="505909"/>
          </a:xfrm>
          <a:custGeom>
            <a:avLst/>
            <a:gdLst/>
            <a:ahLst/>
            <a:cxnLst/>
            <a:rect l="l" t="t" r="r" b="b"/>
            <a:pathLst>
              <a:path h="834390">
                <a:moveTo>
                  <a:pt x="0" y="834121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646543" y="4347096"/>
            <a:ext cx="0" cy="1618986"/>
          </a:xfrm>
          <a:custGeom>
            <a:avLst/>
            <a:gdLst/>
            <a:ahLst/>
            <a:cxnLst/>
            <a:rect l="l" t="t" r="r" b="b"/>
            <a:pathLst>
              <a:path h="2670175">
                <a:moveTo>
                  <a:pt x="0" y="0"/>
                </a:moveTo>
                <a:lnTo>
                  <a:pt x="0" y="2669930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902210" y="4313668"/>
            <a:ext cx="0" cy="2540710"/>
          </a:xfrm>
          <a:custGeom>
            <a:avLst/>
            <a:gdLst/>
            <a:ahLst/>
            <a:cxnLst/>
            <a:rect l="l" t="t" r="r" b="b"/>
            <a:pathLst>
              <a:path h="4190365">
                <a:moveTo>
                  <a:pt x="0" y="0"/>
                </a:moveTo>
                <a:lnTo>
                  <a:pt x="0" y="418997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60422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297716" y="3630796"/>
            <a:ext cx="0" cy="1218571"/>
          </a:xfrm>
          <a:custGeom>
            <a:avLst/>
            <a:gdLst/>
            <a:ahLst/>
            <a:cxnLst/>
            <a:rect l="l" t="t" r="r" b="b"/>
            <a:pathLst>
              <a:path h="2009775">
                <a:moveTo>
                  <a:pt x="0" y="0"/>
                </a:moveTo>
                <a:lnTo>
                  <a:pt x="0" y="20096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297716" y="5426758"/>
            <a:ext cx="0" cy="424671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233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995370" y="3874338"/>
            <a:ext cx="0" cy="276056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476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995370" y="4656776"/>
            <a:ext cx="0" cy="1762981"/>
          </a:xfrm>
          <a:custGeom>
            <a:avLst/>
            <a:gdLst/>
            <a:ahLst/>
            <a:cxnLst/>
            <a:rect l="l" t="t" r="r" b="b"/>
            <a:pathLst>
              <a:path h="2907665">
                <a:moveTo>
                  <a:pt x="0" y="2907388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204556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553384" y="3945968"/>
            <a:ext cx="0" cy="1428019"/>
          </a:xfrm>
          <a:custGeom>
            <a:avLst/>
            <a:gdLst/>
            <a:ahLst/>
            <a:cxnLst/>
            <a:rect l="l" t="t" r="r" b="b"/>
            <a:pathLst>
              <a:path h="2355215">
                <a:moveTo>
                  <a:pt x="0" y="0"/>
                </a:moveTo>
                <a:lnTo>
                  <a:pt x="0" y="2354894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599863" y="5373792"/>
            <a:ext cx="0" cy="1127322"/>
          </a:xfrm>
          <a:custGeom>
            <a:avLst/>
            <a:gdLst/>
            <a:ahLst/>
            <a:cxnLst/>
            <a:rect l="l" t="t" r="r" b="b"/>
            <a:pathLst>
              <a:path h="1859279">
                <a:moveTo>
                  <a:pt x="0" y="0"/>
                </a:moveTo>
                <a:lnTo>
                  <a:pt x="0" y="18587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06903" y="3630796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855729" y="3826584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809249" y="3874338"/>
            <a:ext cx="0" cy="2349743"/>
          </a:xfrm>
          <a:custGeom>
            <a:avLst/>
            <a:gdLst/>
            <a:ahLst/>
            <a:cxnLst/>
            <a:rect l="l" t="t" r="r" b="b"/>
            <a:pathLst>
              <a:path h="3875404">
                <a:moveTo>
                  <a:pt x="0" y="0"/>
                </a:moveTo>
                <a:lnTo>
                  <a:pt x="0" y="387494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948691" y="4084453"/>
            <a:ext cx="0" cy="2139525"/>
          </a:xfrm>
          <a:custGeom>
            <a:avLst/>
            <a:gdLst/>
            <a:ahLst/>
            <a:cxnLst/>
            <a:rect l="l" t="t" r="r" b="b"/>
            <a:pathLst>
              <a:path h="3528695">
                <a:moveTo>
                  <a:pt x="0" y="0"/>
                </a:moveTo>
                <a:lnTo>
                  <a:pt x="0" y="352840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251037" y="3630796"/>
            <a:ext cx="0" cy="256805"/>
          </a:xfrm>
          <a:custGeom>
            <a:avLst/>
            <a:gdLst/>
            <a:ahLst/>
            <a:cxnLst/>
            <a:rect l="l" t="t" r="r" b="b"/>
            <a:pathLst>
              <a:path h="423545">
                <a:moveTo>
                  <a:pt x="0" y="0"/>
                </a:moveTo>
                <a:lnTo>
                  <a:pt x="0" y="423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251037" y="4235512"/>
            <a:ext cx="0" cy="1988600"/>
          </a:xfrm>
          <a:custGeom>
            <a:avLst/>
            <a:gdLst/>
            <a:ahLst/>
            <a:cxnLst/>
            <a:rect l="l" t="t" r="r" b="b"/>
            <a:pathLst>
              <a:path h="3279775">
                <a:moveTo>
                  <a:pt x="0" y="3279262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16035" y="4920135"/>
            <a:ext cx="196298" cy="196186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8057728" y="5359546"/>
            <a:ext cx="196357" cy="191352"/>
            <a:chOff x="13287506" y="8838702"/>
            <a:chExt cx="323850" cy="315595"/>
          </a:xfrm>
        </p:grpSpPr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38733" y="8889764"/>
              <a:ext cx="220669" cy="21264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3287506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89" y="0"/>
                  </a:moveTo>
                  <a:lnTo>
                    <a:pt x="101731" y="11420"/>
                  </a:lnTo>
                  <a:lnTo>
                    <a:pt x="50175" y="43579"/>
                  </a:lnTo>
                  <a:lnTo>
                    <a:pt x="13923" y="93985"/>
                  </a:lnTo>
                  <a:lnTo>
                    <a:pt x="0" y="157714"/>
                  </a:lnTo>
                  <a:lnTo>
                    <a:pt x="3677" y="190924"/>
                  </a:lnTo>
                  <a:lnTo>
                    <a:pt x="29488" y="248878"/>
                  </a:lnTo>
                  <a:lnTo>
                    <a:pt x="74541" y="290423"/>
                  </a:lnTo>
                  <a:lnTo>
                    <a:pt x="131022" y="312607"/>
                  </a:lnTo>
                  <a:lnTo>
                    <a:pt x="161889" y="315429"/>
                  </a:lnTo>
                  <a:lnTo>
                    <a:pt x="192757" y="312607"/>
                  </a:lnTo>
                  <a:lnTo>
                    <a:pt x="249238" y="290423"/>
                  </a:lnTo>
                  <a:lnTo>
                    <a:pt x="294291" y="248878"/>
                  </a:lnTo>
                  <a:lnTo>
                    <a:pt x="312676" y="213043"/>
                  </a:lnTo>
                  <a:lnTo>
                    <a:pt x="157161" y="213043"/>
                  </a:lnTo>
                  <a:lnTo>
                    <a:pt x="158570" y="212911"/>
                  </a:lnTo>
                  <a:lnTo>
                    <a:pt x="155125" y="212911"/>
                  </a:lnTo>
                  <a:lnTo>
                    <a:pt x="145470" y="211074"/>
                  </a:lnTo>
                  <a:lnTo>
                    <a:pt x="148832" y="211074"/>
                  </a:lnTo>
                  <a:lnTo>
                    <a:pt x="146359" y="210352"/>
                  </a:lnTo>
                  <a:lnTo>
                    <a:pt x="143434" y="210352"/>
                  </a:lnTo>
                  <a:lnTo>
                    <a:pt x="134897" y="207004"/>
                  </a:lnTo>
                  <a:lnTo>
                    <a:pt x="136712" y="207004"/>
                  </a:lnTo>
                  <a:lnTo>
                    <a:pt x="134998" y="206151"/>
                  </a:lnTo>
                  <a:lnTo>
                    <a:pt x="132926" y="206151"/>
                  </a:lnTo>
                  <a:lnTo>
                    <a:pt x="124717" y="201032"/>
                  </a:lnTo>
                  <a:lnTo>
                    <a:pt x="126228" y="201032"/>
                  </a:lnTo>
                  <a:lnTo>
                    <a:pt x="124510" y="199719"/>
                  </a:lnTo>
                  <a:lnTo>
                    <a:pt x="123075" y="199719"/>
                  </a:lnTo>
                  <a:lnTo>
                    <a:pt x="116321" y="193484"/>
                  </a:lnTo>
                  <a:lnTo>
                    <a:pt x="115785" y="193484"/>
                  </a:lnTo>
                  <a:lnTo>
                    <a:pt x="115711" y="193353"/>
                  </a:lnTo>
                  <a:lnTo>
                    <a:pt x="109283" y="184427"/>
                  </a:lnTo>
                  <a:lnTo>
                    <a:pt x="109509" y="184427"/>
                  </a:lnTo>
                  <a:lnTo>
                    <a:pt x="105474" y="175238"/>
                  </a:lnTo>
                  <a:lnTo>
                    <a:pt x="106437" y="175238"/>
                  </a:lnTo>
                  <a:lnTo>
                    <a:pt x="106087" y="174188"/>
                  </a:lnTo>
                  <a:lnTo>
                    <a:pt x="104949" y="174188"/>
                  </a:lnTo>
                  <a:lnTo>
                    <a:pt x="102584" y="163687"/>
                  </a:lnTo>
                  <a:lnTo>
                    <a:pt x="103764" y="163687"/>
                  </a:lnTo>
                  <a:lnTo>
                    <a:pt x="103727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27" y="152070"/>
                  </a:lnTo>
                  <a:lnTo>
                    <a:pt x="103764" y="151742"/>
                  </a:lnTo>
                  <a:lnTo>
                    <a:pt x="102584" y="151742"/>
                  </a:lnTo>
                  <a:lnTo>
                    <a:pt x="104949" y="141241"/>
                  </a:lnTo>
                  <a:lnTo>
                    <a:pt x="106087" y="141241"/>
                  </a:lnTo>
                  <a:lnTo>
                    <a:pt x="106459" y="140125"/>
                  </a:lnTo>
                  <a:lnTo>
                    <a:pt x="105474" y="140125"/>
                  </a:lnTo>
                  <a:lnTo>
                    <a:pt x="109480" y="131068"/>
                  </a:lnTo>
                  <a:lnTo>
                    <a:pt x="109236" y="131068"/>
                  </a:lnTo>
                  <a:lnTo>
                    <a:pt x="115691" y="122076"/>
                  </a:lnTo>
                  <a:lnTo>
                    <a:pt x="115785" y="121945"/>
                  </a:lnTo>
                  <a:lnTo>
                    <a:pt x="116321" y="121945"/>
                  </a:lnTo>
                  <a:lnTo>
                    <a:pt x="123075" y="115710"/>
                  </a:lnTo>
                  <a:lnTo>
                    <a:pt x="124510" y="115710"/>
                  </a:lnTo>
                  <a:lnTo>
                    <a:pt x="126228" y="114397"/>
                  </a:lnTo>
                  <a:lnTo>
                    <a:pt x="124717" y="114397"/>
                  </a:lnTo>
                  <a:lnTo>
                    <a:pt x="132926" y="109278"/>
                  </a:lnTo>
                  <a:lnTo>
                    <a:pt x="134998" y="109278"/>
                  </a:lnTo>
                  <a:lnTo>
                    <a:pt x="136712" y="108424"/>
                  </a:lnTo>
                  <a:lnTo>
                    <a:pt x="134897" y="108424"/>
                  </a:lnTo>
                  <a:lnTo>
                    <a:pt x="143434" y="105077"/>
                  </a:lnTo>
                  <a:lnTo>
                    <a:pt x="146359" y="105077"/>
                  </a:lnTo>
                  <a:lnTo>
                    <a:pt x="148832" y="104355"/>
                  </a:lnTo>
                  <a:lnTo>
                    <a:pt x="145470" y="104355"/>
                  </a:lnTo>
                  <a:lnTo>
                    <a:pt x="155125" y="102517"/>
                  </a:lnTo>
                  <a:lnTo>
                    <a:pt x="158570" y="102517"/>
                  </a:lnTo>
                  <a:lnTo>
                    <a:pt x="157161" y="102386"/>
                  </a:lnTo>
                  <a:lnTo>
                    <a:pt x="312676" y="102386"/>
                  </a:lnTo>
                  <a:lnTo>
                    <a:pt x="294291" y="66551"/>
                  </a:lnTo>
                  <a:lnTo>
                    <a:pt x="249238" y="25005"/>
                  </a:lnTo>
                  <a:lnTo>
                    <a:pt x="192757" y="2822"/>
                  </a:lnTo>
                  <a:lnTo>
                    <a:pt x="161889" y="0"/>
                  </a:lnTo>
                  <a:close/>
                </a:path>
                <a:path w="323850" h="315595">
                  <a:moveTo>
                    <a:pt x="161889" y="212602"/>
                  </a:moveTo>
                  <a:lnTo>
                    <a:pt x="157161" y="213043"/>
                  </a:lnTo>
                  <a:lnTo>
                    <a:pt x="166618" y="213043"/>
                  </a:lnTo>
                  <a:lnTo>
                    <a:pt x="161889" y="212602"/>
                  </a:lnTo>
                  <a:close/>
                </a:path>
                <a:path w="323850" h="315595">
                  <a:moveTo>
                    <a:pt x="173374" y="211533"/>
                  </a:moveTo>
                  <a:lnTo>
                    <a:pt x="161889" y="212602"/>
                  </a:lnTo>
                  <a:lnTo>
                    <a:pt x="166618" y="213043"/>
                  </a:lnTo>
                  <a:lnTo>
                    <a:pt x="312676" y="213043"/>
                  </a:lnTo>
                  <a:lnTo>
                    <a:pt x="312720" y="212911"/>
                  </a:lnTo>
                  <a:lnTo>
                    <a:pt x="168654" y="212911"/>
                  </a:lnTo>
                  <a:lnTo>
                    <a:pt x="173374" y="211533"/>
                  </a:lnTo>
                  <a:close/>
                </a:path>
                <a:path w="323850" h="315595">
                  <a:moveTo>
                    <a:pt x="145470" y="211074"/>
                  </a:moveTo>
                  <a:lnTo>
                    <a:pt x="155125" y="212911"/>
                  </a:lnTo>
                  <a:lnTo>
                    <a:pt x="150405" y="211533"/>
                  </a:lnTo>
                  <a:lnTo>
                    <a:pt x="145470" y="211074"/>
                  </a:lnTo>
                  <a:close/>
                </a:path>
                <a:path w="323850" h="315595">
                  <a:moveTo>
                    <a:pt x="150405" y="211533"/>
                  </a:moveTo>
                  <a:lnTo>
                    <a:pt x="155125" y="212911"/>
                  </a:lnTo>
                  <a:lnTo>
                    <a:pt x="158570" y="212911"/>
                  </a:lnTo>
                  <a:lnTo>
                    <a:pt x="161889" y="212602"/>
                  </a:lnTo>
                  <a:lnTo>
                    <a:pt x="150405" y="211533"/>
                  </a:lnTo>
                  <a:close/>
                </a:path>
                <a:path w="323850" h="315595">
                  <a:moveTo>
                    <a:pt x="178308" y="211074"/>
                  </a:moveTo>
                  <a:lnTo>
                    <a:pt x="173374" y="211533"/>
                  </a:lnTo>
                  <a:lnTo>
                    <a:pt x="168654" y="212911"/>
                  </a:lnTo>
                  <a:lnTo>
                    <a:pt x="178308" y="211074"/>
                  </a:lnTo>
                  <a:close/>
                </a:path>
                <a:path w="323850" h="315595">
                  <a:moveTo>
                    <a:pt x="313337" y="211074"/>
                  </a:moveTo>
                  <a:lnTo>
                    <a:pt x="178308" y="211074"/>
                  </a:lnTo>
                  <a:lnTo>
                    <a:pt x="168654" y="212911"/>
                  </a:lnTo>
                  <a:lnTo>
                    <a:pt x="312720" y="212911"/>
                  </a:lnTo>
                  <a:lnTo>
                    <a:pt x="313337" y="211074"/>
                  </a:lnTo>
                  <a:close/>
                </a:path>
                <a:path w="323850" h="315595">
                  <a:moveTo>
                    <a:pt x="148832" y="211074"/>
                  </a:moveTo>
                  <a:lnTo>
                    <a:pt x="145470" y="211074"/>
                  </a:lnTo>
                  <a:lnTo>
                    <a:pt x="150405" y="211533"/>
                  </a:lnTo>
                  <a:lnTo>
                    <a:pt x="148832" y="211074"/>
                  </a:lnTo>
                  <a:close/>
                </a:path>
                <a:path w="323850" h="315595">
                  <a:moveTo>
                    <a:pt x="184492" y="208286"/>
                  </a:moveTo>
                  <a:lnTo>
                    <a:pt x="173374" y="211533"/>
                  </a:lnTo>
                  <a:lnTo>
                    <a:pt x="178308" y="211074"/>
                  </a:lnTo>
                  <a:lnTo>
                    <a:pt x="313337" y="211074"/>
                  </a:lnTo>
                  <a:lnTo>
                    <a:pt x="313579" y="210352"/>
                  </a:lnTo>
                  <a:lnTo>
                    <a:pt x="180344" y="210352"/>
                  </a:lnTo>
                  <a:lnTo>
                    <a:pt x="184492" y="208286"/>
                  </a:lnTo>
                  <a:close/>
                </a:path>
                <a:path w="323850" h="315595">
                  <a:moveTo>
                    <a:pt x="134897" y="207004"/>
                  </a:moveTo>
                  <a:lnTo>
                    <a:pt x="143434" y="210352"/>
                  </a:lnTo>
                  <a:lnTo>
                    <a:pt x="139287" y="208286"/>
                  </a:lnTo>
                  <a:lnTo>
                    <a:pt x="134897" y="207004"/>
                  </a:lnTo>
                  <a:close/>
                </a:path>
                <a:path w="323850" h="315595">
                  <a:moveTo>
                    <a:pt x="139287" y="208286"/>
                  </a:moveTo>
                  <a:lnTo>
                    <a:pt x="143434" y="210352"/>
                  </a:lnTo>
                  <a:lnTo>
                    <a:pt x="146359" y="210352"/>
                  </a:lnTo>
                  <a:lnTo>
                    <a:pt x="139287" y="208286"/>
                  </a:lnTo>
                  <a:close/>
                </a:path>
                <a:path w="323850" h="315595">
                  <a:moveTo>
                    <a:pt x="188882" y="207004"/>
                  </a:moveTo>
                  <a:lnTo>
                    <a:pt x="184492" y="208286"/>
                  </a:lnTo>
                  <a:lnTo>
                    <a:pt x="180344" y="210352"/>
                  </a:lnTo>
                  <a:lnTo>
                    <a:pt x="188882" y="207004"/>
                  </a:lnTo>
                  <a:close/>
                </a:path>
                <a:path w="323850" h="315595">
                  <a:moveTo>
                    <a:pt x="314703" y="207004"/>
                  </a:moveTo>
                  <a:lnTo>
                    <a:pt x="188882" y="207004"/>
                  </a:lnTo>
                  <a:lnTo>
                    <a:pt x="180344" y="210352"/>
                  </a:lnTo>
                  <a:lnTo>
                    <a:pt x="313579" y="210352"/>
                  </a:lnTo>
                  <a:lnTo>
                    <a:pt x="314703" y="207004"/>
                  </a:lnTo>
                  <a:close/>
                </a:path>
                <a:path w="323850" h="315595">
                  <a:moveTo>
                    <a:pt x="136712" y="207004"/>
                  </a:moveTo>
                  <a:lnTo>
                    <a:pt x="134897" y="207004"/>
                  </a:lnTo>
                  <a:lnTo>
                    <a:pt x="139287" y="208286"/>
                  </a:lnTo>
                  <a:lnTo>
                    <a:pt x="136712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492" y="208286"/>
                  </a:lnTo>
                  <a:lnTo>
                    <a:pt x="188882" y="207004"/>
                  </a:lnTo>
                  <a:lnTo>
                    <a:pt x="314703" y="207004"/>
                  </a:lnTo>
                  <a:lnTo>
                    <a:pt x="314990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717" y="201032"/>
                  </a:moveTo>
                  <a:lnTo>
                    <a:pt x="132926" y="206151"/>
                  </a:lnTo>
                  <a:lnTo>
                    <a:pt x="129052" y="203190"/>
                  </a:lnTo>
                  <a:lnTo>
                    <a:pt x="124717" y="201032"/>
                  </a:lnTo>
                  <a:close/>
                </a:path>
                <a:path w="323850" h="315595">
                  <a:moveTo>
                    <a:pt x="129052" y="203190"/>
                  </a:moveTo>
                  <a:lnTo>
                    <a:pt x="132926" y="206151"/>
                  </a:lnTo>
                  <a:lnTo>
                    <a:pt x="134998" y="206151"/>
                  </a:lnTo>
                  <a:lnTo>
                    <a:pt x="129052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708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90" y="206151"/>
                  </a:lnTo>
                  <a:lnTo>
                    <a:pt x="316708" y="201032"/>
                  </a:lnTo>
                  <a:close/>
                </a:path>
                <a:path w="323850" h="315595">
                  <a:moveTo>
                    <a:pt x="126228" y="201032"/>
                  </a:moveTo>
                  <a:lnTo>
                    <a:pt x="124717" y="201032"/>
                  </a:lnTo>
                  <a:lnTo>
                    <a:pt x="129052" y="203190"/>
                  </a:lnTo>
                  <a:lnTo>
                    <a:pt x="126228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708" y="201032"/>
                  </a:lnTo>
                  <a:lnTo>
                    <a:pt x="317149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51" y="193484"/>
                  </a:moveTo>
                  <a:lnTo>
                    <a:pt x="123075" y="199719"/>
                  </a:lnTo>
                  <a:lnTo>
                    <a:pt x="119893" y="196191"/>
                  </a:lnTo>
                  <a:lnTo>
                    <a:pt x="116351" y="193484"/>
                  </a:lnTo>
                  <a:close/>
                </a:path>
                <a:path w="323850" h="315595">
                  <a:moveTo>
                    <a:pt x="119893" y="196191"/>
                  </a:moveTo>
                  <a:lnTo>
                    <a:pt x="123075" y="199719"/>
                  </a:lnTo>
                  <a:lnTo>
                    <a:pt x="124510" y="199719"/>
                  </a:lnTo>
                  <a:lnTo>
                    <a:pt x="119893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88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49" y="199719"/>
                  </a:lnTo>
                  <a:lnTo>
                    <a:pt x="319242" y="193484"/>
                  </a:lnTo>
                  <a:lnTo>
                    <a:pt x="207993" y="193484"/>
                  </a:lnTo>
                  <a:lnTo>
                    <a:pt x="208088" y="193353"/>
                  </a:lnTo>
                  <a:close/>
                </a:path>
                <a:path w="323850" h="315595">
                  <a:moveTo>
                    <a:pt x="117333" y="193353"/>
                  </a:moveTo>
                  <a:lnTo>
                    <a:pt x="116179" y="193353"/>
                  </a:lnTo>
                  <a:lnTo>
                    <a:pt x="119893" y="196191"/>
                  </a:lnTo>
                  <a:lnTo>
                    <a:pt x="117452" y="193484"/>
                  </a:lnTo>
                  <a:lnTo>
                    <a:pt x="117333" y="193353"/>
                  </a:lnTo>
                  <a:close/>
                </a:path>
                <a:path w="323850" h="315595">
                  <a:moveTo>
                    <a:pt x="210790" y="188535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68" y="193353"/>
                  </a:lnTo>
                  <a:lnTo>
                    <a:pt x="210790" y="188535"/>
                  </a:lnTo>
                  <a:close/>
                </a:path>
                <a:path w="323850" h="315595">
                  <a:moveTo>
                    <a:pt x="112988" y="188535"/>
                  </a:moveTo>
                  <a:lnTo>
                    <a:pt x="115691" y="193353"/>
                  </a:lnTo>
                  <a:lnTo>
                    <a:pt x="115785" y="193484"/>
                  </a:lnTo>
                  <a:lnTo>
                    <a:pt x="116321" y="193484"/>
                  </a:lnTo>
                  <a:lnTo>
                    <a:pt x="116179" y="193353"/>
                  </a:lnTo>
                  <a:lnTo>
                    <a:pt x="117333" y="193353"/>
                  </a:lnTo>
                  <a:lnTo>
                    <a:pt x="112988" y="188535"/>
                  </a:lnTo>
                  <a:close/>
                </a:path>
                <a:path w="323850" h="315595">
                  <a:moveTo>
                    <a:pt x="321838" y="175238"/>
                  </a:moveTo>
                  <a:lnTo>
                    <a:pt x="218304" y="175238"/>
                  </a:lnTo>
                  <a:lnTo>
                    <a:pt x="214269" y="184427"/>
                  </a:lnTo>
                  <a:lnTo>
                    <a:pt x="214495" y="184427"/>
                  </a:lnTo>
                  <a:lnTo>
                    <a:pt x="208068" y="193353"/>
                  </a:lnTo>
                  <a:lnTo>
                    <a:pt x="207993" y="193484"/>
                  </a:lnTo>
                  <a:lnTo>
                    <a:pt x="319242" y="193484"/>
                  </a:lnTo>
                  <a:lnTo>
                    <a:pt x="320101" y="190924"/>
                  </a:lnTo>
                  <a:lnTo>
                    <a:pt x="321838" y="175238"/>
                  </a:lnTo>
                  <a:close/>
                </a:path>
                <a:path w="323850" h="315595">
                  <a:moveTo>
                    <a:pt x="109283" y="184427"/>
                  </a:moveTo>
                  <a:lnTo>
                    <a:pt x="115691" y="193353"/>
                  </a:lnTo>
                  <a:lnTo>
                    <a:pt x="112988" y="188535"/>
                  </a:lnTo>
                  <a:lnTo>
                    <a:pt x="109283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90" y="188535"/>
                  </a:lnTo>
                  <a:lnTo>
                    <a:pt x="20806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25" y="179398"/>
                  </a:moveTo>
                  <a:lnTo>
                    <a:pt x="109502" y="184427"/>
                  </a:lnTo>
                  <a:lnTo>
                    <a:pt x="109283" y="184427"/>
                  </a:lnTo>
                  <a:lnTo>
                    <a:pt x="112988" y="188535"/>
                  </a:lnTo>
                  <a:lnTo>
                    <a:pt x="107825" y="179398"/>
                  </a:lnTo>
                  <a:close/>
                </a:path>
                <a:path w="323850" h="315595">
                  <a:moveTo>
                    <a:pt x="215954" y="179398"/>
                  </a:moveTo>
                  <a:lnTo>
                    <a:pt x="210790" y="188535"/>
                  </a:lnTo>
                  <a:lnTo>
                    <a:pt x="214495" y="184427"/>
                  </a:lnTo>
                  <a:lnTo>
                    <a:pt x="214276" y="184427"/>
                  </a:lnTo>
                  <a:lnTo>
                    <a:pt x="215954" y="179398"/>
                  </a:lnTo>
                  <a:close/>
                </a:path>
                <a:path w="323850" h="315595">
                  <a:moveTo>
                    <a:pt x="105474" y="175238"/>
                  </a:moveTo>
                  <a:lnTo>
                    <a:pt x="109509" y="184427"/>
                  </a:lnTo>
                  <a:lnTo>
                    <a:pt x="107825" y="179398"/>
                  </a:lnTo>
                  <a:lnTo>
                    <a:pt x="105474" y="175238"/>
                  </a:lnTo>
                  <a:close/>
                </a:path>
                <a:path w="323850" h="315595">
                  <a:moveTo>
                    <a:pt x="218304" y="175238"/>
                  </a:moveTo>
                  <a:lnTo>
                    <a:pt x="215954" y="179398"/>
                  </a:lnTo>
                  <a:lnTo>
                    <a:pt x="214276" y="184427"/>
                  </a:lnTo>
                  <a:lnTo>
                    <a:pt x="218304" y="175238"/>
                  </a:lnTo>
                  <a:close/>
                </a:path>
                <a:path w="323850" h="315595">
                  <a:moveTo>
                    <a:pt x="106437" y="175238"/>
                  </a:moveTo>
                  <a:lnTo>
                    <a:pt x="105474" y="175238"/>
                  </a:lnTo>
                  <a:lnTo>
                    <a:pt x="107825" y="179398"/>
                  </a:lnTo>
                  <a:lnTo>
                    <a:pt x="106437" y="175238"/>
                  </a:lnTo>
                  <a:close/>
                </a:path>
                <a:path w="323850" h="315595">
                  <a:moveTo>
                    <a:pt x="219412" y="169031"/>
                  </a:moveTo>
                  <a:lnTo>
                    <a:pt x="215954" y="179398"/>
                  </a:lnTo>
                  <a:lnTo>
                    <a:pt x="218304" y="175238"/>
                  </a:lnTo>
                  <a:lnTo>
                    <a:pt x="321838" y="175238"/>
                  </a:lnTo>
                  <a:lnTo>
                    <a:pt x="321955" y="174188"/>
                  </a:lnTo>
                  <a:lnTo>
                    <a:pt x="218830" y="174188"/>
                  </a:lnTo>
                  <a:lnTo>
                    <a:pt x="219412" y="169031"/>
                  </a:lnTo>
                  <a:close/>
                </a:path>
                <a:path w="323850" h="315595">
                  <a:moveTo>
                    <a:pt x="102584" y="163687"/>
                  </a:moveTo>
                  <a:lnTo>
                    <a:pt x="104949" y="174188"/>
                  </a:lnTo>
                  <a:lnTo>
                    <a:pt x="104367" y="169031"/>
                  </a:lnTo>
                  <a:lnTo>
                    <a:pt x="102584" y="163687"/>
                  </a:lnTo>
                  <a:close/>
                </a:path>
                <a:path w="323850" h="315595">
                  <a:moveTo>
                    <a:pt x="104367" y="169031"/>
                  </a:moveTo>
                  <a:lnTo>
                    <a:pt x="104949" y="174188"/>
                  </a:lnTo>
                  <a:lnTo>
                    <a:pt x="106087" y="174188"/>
                  </a:lnTo>
                  <a:lnTo>
                    <a:pt x="104367" y="169031"/>
                  </a:lnTo>
                  <a:close/>
                </a:path>
                <a:path w="323850" h="315595">
                  <a:moveTo>
                    <a:pt x="221194" y="163687"/>
                  </a:moveTo>
                  <a:lnTo>
                    <a:pt x="219412" y="169031"/>
                  </a:lnTo>
                  <a:lnTo>
                    <a:pt x="218830" y="174188"/>
                  </a:lnTo>
                  <a:lnTo>
                    <a:pt x="221194" y="163687"/>
                  </a:lnTo>
                  <a:close/>
                </a:path>
                <a:path w="323850" h="315595">
                  <a:moveTo>
                    <a:pt x="323118" y="163687"/>
                  </a:moveTo>
                  <a:lnTo>
                    <a:pt x="221194" y="163687"/>
                  </a:lnTo>
                  <a:lnTo>
                    <a:pt x="218830" y="174188"/>
                  </a:lnTo>
                  <a:lnTo>
                    <a:pt x="321955" y="174188"/>
                  </a:lnTo>
                  <a:lnTo>
                    <a:pt x="323118" y="163687"/>
                  </a:lnTo>
                  <a:close/>
                </a:path>
                <a:path w="323850" h="315595">
                  <a:moveTo>
                    <a:pt x="103764" y="163687"/>
                  </a:moveTo>
                  <a:lnTo>
                    <a:pt x="102584" y="163687"/>
                  </a:lnTo>
                  <a:lnTo>
                    <a:pt x="104367" y="169031"/>
                  </a:lnTo>
                  <a:lnTo>
                    <a:pt x="103764" y="163687"/>
                  </a:lnTo>
                  <a:close/>
                </a:path>
                <a:path w="323850" h="315595">
                  <a:moveTo>
                    <a:pt x="323154" y="152070"/>
                  </a:moveTo>
                  <a:lnTo>
                    <a:pt x="221325" y="152070"/>
                  </a:lnTo>
                  <a:lnTo>
                    <a:pt x="221325" y="163359"/>
                  </a:lnTo>
                  <a:lnTo>
                    <a:pt x="220052" y="163359"/>
                  </a:lnTo>
                  <a:lnTo>
                    <a:pt x="219412" y="169031"/>
                  </a:lnTo>
                  <a:lnTo>
                    <a:pt x="221194" y="163687"/>
                  </a:lnTo>
                  <a:lnTo>
                    <a:pt x="323118" y="163687"/>
                  </a:lnTo>
                  <a:lnTo>
                    <a:pt x="323154" y="163359"/>
                  </a:lnTo>
                  <a:lnTo>
                    <a:pt x="221325" y="163359"/>
                  </a:lnTo>
                  <a:lnTo>
                    <a:pt x="220689" y="157714"/>
                  </a:lnTo>
                  <a:lnTo>
                    <a:pt x="323779" y="157714"/>
                  </a:lnTo>
                  <a:lnTo>
                    <a:pt x="323154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90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90" y="157714"/>
                  </a:moveTo>
                  <a:lnTo>
                    <a:pt x="102453" y="163359"/>
                  </a:lnTo>
                  <a:lnTo>
                    <a:pt x="103727" y="163359"/>
                  </a:lnTo>
                  <a:lnTo>
                    <a:pt x="103090" y="157714"/>
                  </a:lnTo>
                  <a:close/>
                </a:path>
                <a:path w="323850" h="315595">
                  <a:moveTo>
                    <a:pt x="221325" y="152070"/>
                  </a:moveTo>
                  <a:lnTo>
                    <a:pt x="220689" y="157714"/>
                  </a:lnTo>
                  <a:lnTo>
                    <a:pt x="221325" y="163359"/>
                  </a:lnTo>
                  <a:lnTo>
                    <a:pt x="221325" y="152070"/>
                  </a:lnTo>
                  <a:close/>
                </a:path>
                <a:path w="323850" h="315595">
                  <a:moveTo>
                    <a:pt x="103727" y="152070"/>
                  </a:moveTo>
                  <a:lnTo>
                    <a:pt x="102453" y="152070"/>
                  </a:lnTo>
                  <a:lnTo>
                    <a:pt x="103090" y="157714"/>
                  </a:lnTo>
                  <a:lnTo>
                    <a:pt x="103727" y="152070"/>
                  </a:lnTo>
                  <a:close/>
                </a:path>
                <a:path w="323850" h="315595">
                  <a:moveTo>
                    <a:pt x="321955" y="141241"/>
                  </a:moveTo>
                  <a:lnTo>
                    <a:pt x="218830" y="141241"/>
                  </a:lnTo>
                  <a:lnTo>
                    <a:pt x="221194" y="151742"/>
                  </a:lnTo>
                  <a:lnTo>
                    <a:pt x="220015" y="151742"/>
                  </a:lnTo>
                  <a:lnTo>
                    <a:pt x="220689" y="157714"/>
                  </a:lnTo>
                  <a:lnTo>
                    <a:pt x="221325" y="152070"/>
                  </a:lnTo>
                  <a:lnTo>
                    <a:pt x="323154" y="152070"/>
                  </a:lnTo>
                  <a:lnTo>
                    <a:pt x="323118" y="151742"/>
                  </a:lnTo>
                  <a:lnTo>
                    <a:pt x="221194" y="151742"/>
                  </a:lnTo>
                  <a:lnTo>
                    <a:pt x="219412" y="146398"/>
                  </a:lnTo>
                  <a:lnTo>
                    <a:pt x="322526" y="146398"/>
                  </a:lnTo>
                  <a:lnTo>
                    <a:pt x="321955" y="141241"/>
                  </a:lnTo>
                  <a:close/>
                </a:path>
                <a:path w="323850" h="315595">
                  <a:moveTo>
                    <a:pt x="104949" y="141241"/>
                  </a:moveTo>
                  <a:lnTo>
                    <a:pt x="102584" y="151742"/>
                  </a:lnTo>
                  <a:lnTo>
                    <a:pt x="104367" y="146398"/>
                  </a:lnTo>
                  <a:lnTo>
                    <a:pt x="104949" y="141241"/>
                  </a:lnTo>
                  <a:close/>
                </a:path>
                <a:path w="323850" h="315595">
                  <a:moveTo>
                    <a:pt x="104367" y="146398"/>
                  </a:moveTo>
                  <a:lnTo>
                    <a:pt x="102584" y="151742"/>
                  </a:lnTo>
                  <a:lnTo>
                    <a:pt x="103764" y="151742"/>
                  </a:lnTo>
                  <a:lnTo>
                    <a:pt x="104367" y="146398"/>
                  </a:lnTo>
                  <a:close/>
                </a:path>
                <a:path w="323850" h="315595">
                  <a:moveTo>
                    <a:pt x="218830" y="141241"/>
                  </a:moveTo>
                  <a:lnTo>
                    <a:pt x="219412" y="146398"/>
                  </a:lnTo>
                  <a:lnTo>
                    <a:pt x="221194" y="151742"/>
                  </a:lnTo>
                  <a:lnTo>
                    <a:pt x="218830" y="141241"/>
                  </a:lnTo>
                  <a:close/>
                </a:path>
                <a:path w="323850" h="315595">
                  <a:moveTo>
                    <a:pt x="106087" y="141241"/>
                  </a:moveTo>
                  <a:lnTo>
                    <a:pt x="104949" y="141241"/>
                  </a:lnTo>
                  <a:lnTo>
                    <a:pt x="104367" y="146398"/>
                  </a:lnTo>
                  <a:lnTo>
                    <a:pt x="106087" y="141241"/>
                  </a:lnTo>
                  <a:close/>
                </a:path>
                <a:path w="323850" h="315595">
                  <a:moveTo>
                    <a:pt x="215913" y="135908"/>
                  </a:moveTo>
                  <a:lnTo>
                    <a:pt x="219412" y="146398"/>
                  </a:lnTo>
                  <a:lnTo>
                    <a:pt x="218830" y="141241"/>
                  </a:lnTo>
                  <a:lnTo>
                    <a:pt x="321955" y="141241"/>
                  </a:lnTo>
                  <a:lnTo>
                    <a:pt x="321831" y="140125"/>
                  </a:lnTo>
                  <a:lnTo>
                    <a:pt x="218304" y="140125"/>
                  </a:lnTo>
                  <a:lnTo>
                    <a:pt x="215913" y="135908"/>
                  </a:lnTo>
                  <a:close/>
                </a:path>
                <a:path w="323850" h="315595">
                  <a:moveTo>
                    <a:pt x="109480" y="131068"/>
                  </a:moveTo>
                  <a:lnTo>
                    <a:pt x="105474" y="140125"/>
                  </a:lnTo>
                  <a:lnTo>
                    <a:pt x="107866" y="135908"/>
                  </a:lnTo>
                  <a:lnTo>
                    <a:pt x="109480" y="131068"/>
                  </a:lnTo>
                  <a:close/>
                </a:path>
                <a:path w="323850" h="315595">
                  <a:moveTo>
                    <a:pt x="107866" y="135908"/>
                  </a:moveTo>
                  <a:lnTo>
                    <a:pt x="105474" y="140125"/>
                  </a:lnTo>
                  <a:lnTo>
                    <a:pt x="106459" y="140125"/>
                  </a:lnTo>
                  <a:lnTo>
                    <a:pt x="107866" y="135908"/>
                  </a:lnTo>
                  <a:close/>
                </a:path>
                <a:path w="323850" h="315595">
                  <a:moveTo>
                    <a:pt x="214298" y="131068"/>
                  </a:moveTo>
                  <a:lnTo>
                    <a:pt x="215913" y="135908"/>
                  </a:lnTo>
                  <a:lnTo>
                    <a:pt x="218304" y="140125"/>
                  </a:lnTo>
                  <a:lnTo>
                    <a:pt x="214298" y="131068"/>
                  </a:lnTo>
                  <a:close/>
                </a:path>
                <a:path w="323850" h="315595">
                  <a:moveTo>
                    <a:pt x="319242" y="121945"/>
                  </a:moveTo>
                  <a:lnTo>
                    <a:pt x="207993" y="121945"/>
                  </a:lnTo>
                  <a:lnTo>
                    <a:pt x="214542" y="131068"/>
                  </a:lnTo>
                  <a:lnTo>
                    <a:pt x="214298" y="131068"/>
                  </a:lnTo>
                  <a:lnTo>
                    <a:pt x="218304" y="140125"/>
                  </a:lnTo>
                  <a:lnTo>
                    <a:pt x="321831" y="140125"/>
                  </a:lnTo>
                  <a:lnTo>
                    <a:pt x="320101" y="124504"/>
                  </a:lnTo>
                  <a:lnTo>
                    <a:pt x="319286" y="122076"/>
                  </a:lnTo>
                  <a:lnTo>
                    <a:pt x="319242" y="121945"/>
                  </a:lnTo>
                  <a:close/>
                </a:path>
                <a:path w="323850" h="315595">
                  <a:moveTo>
                    <a:pt x="112961" y="126924"/>
                  </a:moveTo>
                  <a:lnTo>
                    <a:pt x="109224" y="131068"/>
                  </a:lnTo>
                  <a:lnTo>
                    <a:pt x="109480" y="131068"/>
                  </a:lnTo>
                  <a:lnTo>
                    <a:pt x="107866" y="135908"/>
                  </a:lnTo>
                  <a:lnTo>
                    <a:pt x="112961" y="126924"/>
                  </a:lnTo>
                  <a:close/>
                </a:path>
                <a:path w="323850" h="315595">
                  <a:moveTo>
                    <a:pt x="210817" y="126924"/>
                  </a:moveTo>
                  <a:lnTo>
                    <a:pt x="215913" y="135908"/>
                  </a:lnTo>
                  <a:lnTo>
                    <a:pt x="214298" y="131068"/>
                  </a:lnTo>
                  <a:lnTo>
                    <a:pt x="214554" y="131068"/>
                  </a:lnTo>
                  <a:lnTo>
                    <a:pt x="210817" y="126924"/>
                  </a:lnTo>
                  <a:close/>
                </a:path>
                <a:path w="323850" h="315595">
                  <a:moveTo>
                    <a:pt x="115711" y="122076"/>
                  </a:moveTo>
                  <a:lnTo>
                    <a:pt x="109236" y="131068"/>
                  </a:lnTo>
                  <a:lnTo>
                    <a:pt x="112961" y="126924"/>
                  </a:lnTo>
                  <a:lnTo>
                    <a:pt x="115711" y="122076"/>
                  </a:lnTo>
                  <a:close/>
                </a:path>
                <a:path w="323850" h="315595">
                  <a:moveTo>
                    <a:pt x="208088" y="122076"/>
                  </a:moveTo>
                  <a:lnTo>
                    <a:pt x="210817" y="126924"/>
                  </a:lnTo>
                  <a:lnTo>
                    <a:pt x="214554" y="131068"/>
                  </a:lnTo>
                  <a:lnTo>
                    <a:pt x="208088" y="122076"/>
                  </a:lnTo>
                  <a:close/>
                </a:path>
                <a:path w="323850" h="315595">
                  <a:moveTo>
                    <a:pt x="116351" y="121945"/>
                  </a:moveTo>
                  <a:lnTo>
                    <a:pt x="115785" y="121945"/>
                  </a:lnTo>
                  <a:lnTo>
                    <a:pt x="112961" y="126924"/>
                  </a:lnTo>
                  <a:lnTo>
                    <a:pt x="117333" y="122076"/>
                  </a:lnTo>
                  <a:lnTo>
                    <a:pt x="116179" y="122076"/>
                  </a:lnTo>
                  <a:lnTo>
                    <a:pt x="116351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817" y="126924"/>
                  </a:lnTo>
                  <a:lnTo>
                    <a:pt x="208068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93" y="119238"/>
                  </a:moveTo>
                  <a:lnTo>
                    <a:pt x="116321" y="121945"/>
                  </a:lnTo>
                  <a:lnTo>
                    <a:pt x="116179" y="122076"/>
                  </a:lnTo>
                  <a:lnTo>
                    <a:pt x="117333" y="122076"/>
                  </a:lnTo>
                  <a:lnTo>
                    <a:pt x="119893" y="119238"/>
                  </a:lnTo>
                  <a:close/>
                </a:path>
                <a:path w="323850" h="315595">
                  <a:moveTo>
                    <a:pt x="317149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68" y="122076"/>
                  </a:lnTo>
                  <a:lnTo>
                    <a:pt x="207993" y="121945"/>
                  </a:lnTo>
                  <a:lnTo>
                    <a:pt x="319242" y="121945"/>
                  </a:lnTo>
                  <a:lnTo>
                    <a:pt x="317149" y="115710"/>
                  </a:lnTo>
                  <a:close/>
                </a:path>
                <a:path w="323850" h="315595">
                  <a:moveTo>
                    <a:pt x="123075" y="115710"/>
                  </a:moveTo>
                  <a:lnTo>
                    <a:pt x="116321" y="121945"/>
                  </a:lnTo>
                  <a:lnTo>
                    <a:pt x="119893" y="119238"/>
                  </a:lnTo>
                  <a:lnTo>
                    <a:pt x="123075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510" y="115710"/>
                  </a:moveTo>
                  <a:lnTo>
                    <a:pt x="123075" y="115710"/>
                  </a:lnTo>
                  <a:lnTo>
                    <a:pt x="119893" y="119238"/>
                  </a:lnTo>
                  <a:lnTo>
                    <a:pt x="124510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49" y="115710"/>
                  </a:lnTo>
                  <a:lnTo>
                    <a:pt x="316708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26" y="109278"/>
                  </a:moveTo>
                  <a:lnTo>
                    <a:pt x="124717" y="114397"/>
                  </a:lnTo>
                  <a:lnTo>
                    <a:pt x="129052" y="112238"/>
                  </a:lnTo>
                  <a:lnTo>
                    <a:pt x="132926" y="109278"/>
                  </a:lnTo>
                  <a:close/>
                </a:path>
                <a:path w="323850" h="315595">
                  <a:moveTo>
                    <a:pt x="129052" y="112238"/>
                  </a:moveTo>
                  <a:lnTo>
                    <a:pt x="124717" y="114397"/>
                  </a:lnTo>
                  <a:lnTo>
                    <a:pt x="126228" y="114397"/>
                  </a:lnTo>
                  <a:lnTo>
                    <a:pt x="129052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90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708" y="114397"/>
                  </a:lnTo>
                  <a:lnTo>
                    <a:pt x="314990" y="109278"/>
                  </a:lnTo>
                  <a:close/>
                </a:path>
                <a:path w="323850" h="315595">
                  <a:moveTo>
                    <a:pt x="134998" y="109278"/>
                  </a:moveTo>
                  <a:lnTo>
                    <a:pt x="132926" y="109278"/>
                  </a:lnTo>
                  <a:lnTo>
                    <a:pt x="129052" y="112238"/>
                  </a:lnTo>
                  <a:lnTo>
                    <a:pt x="134998" y="109278"/>
                  </a:lnTo>
                  <a:close/>
                </a:path>
                <a:path w="323850" h="315595">
                  <a:moveTo>
                    <a:pt x="184492" y="107142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90" y="109278"/>
                  </a:lnTo>
                  <a:lnTo>
                    <a:pt x="314703" y="108424"/>
                  </a:lnTo>
                  <a:lnTo>
                    <a:pt x="188882" y="108424"/>
                  </a:lnTo>
                  <a:lnTo>
                    <a:pt x="184492" y="107142"/>
                  </a:lnTo>
                  <a:close/>
                </a:path>
                <a:path w="323850" h="315595">
                  <a:moveTo>
                    <a:pt x="143434" y="105077"/>
                  </a:moveTo>
                  <a:lnTo>
                    <a:pt x="134897" y="108424"/>
                  </a:lnTo>
                  <a:lnTo>
                    <a:pt x="139287" y="107142"/>
                  </a:lnTo>
                  <a:lnTo>
                    <a:pt x="143434" y="105077"/>
                  </a:lnTo>
                  <a:close/>
                </a:path>
                <a:path w="323850" h="315595">
                  <a:moveTo>
                    <a:pt x="139287" y="107142"/>
                  </a:moveTo>
                  <a:lnTo>
                    <a:pt x="134897" y="108424"/>
                  </a:lnTo>
                  <a:lnTo>
                    <a:pt x="136712" y="108424"/>
                  </a:lnTo>
                  <a:lnTo>
                    <a:pt x="139287" y="107142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492" y="107142"/>
                  </a:lnTo>
                  <a:lnTo>
                    <a:pt x="18888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9" y="105077"/>
                  </a:moveTo>
                  <a:lnTo>
                    <a:pt x="180344" y="105077"/>
                  </a:lnTo>
                  <a:lnTo>
                    <a:pt x="188882" y="108424"/>
                  </a:lnTo>
                  <a:lnTo>
                    <a:pt x="314703" y="108424"/>
                  </a:lnTo>
                  <a:lnTo>
                    <a:pt x="313579" y="105077"/>
                  </a:lnTo>
                  <a:close/>
                </a:path>
                <a:path w="323850" h="315595">
                  <a:moveTo>
                    <a:pt x="146359" y="105077"/>
                  </a:moveTo>
                  <a:lnTo>
                    <a:pt x="143434" y="105077"/>
                  </a:lnTo>
                  <a:lnTo>
                    <a:pt x="139287" y="107142"/>
                  </a:lnTo>
                  <a:lnTo>
                    <a:pt x="146359" y="105077"/>
                  </a:lnTo>
                  <a:close/>
                </a:path>
                <a:path w="323850" h="315595">
                  <a:moveTo>
                    <a:pt x="173374" y="103896"/>
                  </a:moveTo>
                  <a:lnTo>
                    <a:pt x="184492" y="107142"/>
                  </a:lnTo>
                  <a:lnTo>
                    <a:pt x="180344" y="105077"/>
                  </a:lnTo>
                  <a:lnTo>
                    <a:pt x="313579" y="105077"/>
                  </a:lnTo>
                  <a:lnTo>
                    <a:pt x="313337" y="104355"/>
                  </a:lnTo>
                  <a:lnTo>
                    <a:pt x="178308" y="104355"/>
                  </a:lnTo>
                  <a:lnTo>
                    <a:pt x="173374" y="103896"/>
                  </a:lnTo>
                  <a:close/>
                </a:path>
                <a:path w="323850" h="315595">
                  <a:moveTo>
                    <a:pt x="155125" y="102517"/>
                  </a:moveTo>
                  <a:lnTo>
                    <a:pt x="145470" y="104355"/>
                  </a:lnTo>
                  <a:lnTo>
                    <a:pt x="150405" y="103896"/>
                  </a:lnTo>
                  <a:lnTo>
                    <a:pt x="155125" y="102517"/>
                  </a:lnTo>
                  <a:close/>
                </a:path>
                <a:path w="323850" h="315595">
                  <a:moveTo>
                    <a:pt x="150405" y="103896"/>
                  </a:moveTo>
                  <a:lnTo>
                    <a:pt x="145470" y="104355"/>
                  </a:lnTo>
                  <a:lnTo>
                    <a:pt x="148832" y="104355"/>
                  </a:lnTo>
                  <a:lnTo>
                    <a:pt x="150405" y="103896"/>
                  </a:lnTo>
                  <a:close/>
                </a:path>
                <a:path w="323850" h="315595">
                  <a:moveTo>
                    <a:pt x="168654" y="102517"/>
                  </a:moveTo>
                  <a:lnTo>
                    <a:pt x="173374" y="103896"/>
                  </a:lnTo>
                  <a:lnTo>
                    <a:pt x="178308" y="104355"/>
                  </a:lnTo>
                  <a:lnTo>
                    <a:pt x="168654" y="102517"/>
                  </a:lnTo>
                  <a:close/>
                </a:path>
                <a:path w="323850" h="315595">
                  <a:moveTo>
                    <a:pt x="312720" y="102517"/>
                  </a:moveTo>
                  <a:lnTo>
                    <a:pt x="168654" y="102517"/>
                  </a:lnTo>
                  <a:lnTo>
                    <a:pt x="178308" y="104355"/>
                  </a:lnTo>
                  <a:lnTo>
                    <a:pt x="313337" y="104355"/>
                  </a:lnTo>
                  <a:lnTo>
                    <a:pt x="312824" y="102826"/>
                  </a:lnTo>
                  <a:lnTo>
                    <a:pt x="312720" y="102517"/>
                  </a:lnTo>
                  <a:close/>
                </a:path>
                <a:path w="323850" h="315595">
                  <a:moveTo>
                    <a:pt x="158570" y="102517"/>
                  </a:moveTo>
                  <a:lnTo>
                    <a:pt x="155125" y="102517"/>
                  </a:lnTo>
                  <a:lnTo>
                    <a:pt x="150405" y="103896"/>
                  </a:lnTo>
                  <a:lnTo>
                    <a:pt x="161889" y="102826"/>
                  </a:lnTo>
                  <a:lnTo>
                    <a:pt x="158570" y="102517"/>
                  </a:lnTo>
                  <a:close/>
                </a:path>
                <a:path w="323850" h="315595">
                  <a:moveTo>
                    <a:pt x="312676" y="102386"/>
                  </a:moveTo>
                  <a:lnTo>
                    <a:pt x="166618" y="102386"/>
                  </a:lnTo>
                  <a:lnTo>
                    <a:pt x="161889" y="102826"/>
                  </a:lnTo>
                  <a:lnTo>
                    <a:pt x="173374" y="103896"/>
                  </a:lnTo>
                  <a:lnTo>
                    <a:pt x="168654" y="102517"/>
                  </a:lnTo>
                  <a:lnTo>
                    <a:pt x="312720" y="102517"/>
                  </a:lnTo>
                  <a:lnTo>
                    <a:pt x="312676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61" y="102386"/>
                  </a:lnTo>
                  <a:lnTo>
                    <a:pt x="161889" y="102826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50690" y="3774056"/>
            <a:ext cx="196314" cy="19618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95024" y="4094003"/>
            <a:ext cx="195916" cy="19618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97369" y="4719572"/>
            <a:ext cx="195916" cy="19618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97369" y="5388117"/>
            <a:ext cx="195916" cy="19618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50690" y="4165633"/>
            <a:ext cx="196314" cy="196186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95024" y="4547660"/>
            <a:ext cx="195916" cy="196186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7016034" y="5359546"/>
            <a:ext cx="196357" cy="191352"/>
            <a:chOff x="11569452" y="8838702"/>
            <a:chExt cx="323850" cy="315595"/>
          </a:xfrm>
        </p:grpSpPr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20669" y="8889764"/>
              <a:ext cx="220665" cy="21264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569452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76" y="0"/>
                  </a:moveTo>
                  <a:lnTo>
                    <a:pt x="101704" y="11420"/>
                  </a:lnTo>
                  <a:lnTo>
                    <a:pt x="50177" y="43579"/>
                  </a:lnTo>
                  <a:lnTo>
                    <a:pt x="13883" y="93985"/>
                  </a:lnTo>
                  <a:lnTo>
                    <a:pt x="0" y="157714"/>
                  </a:lnTo>
                  <a:lnTo>
                    <a:pt x="3690" y="190924"/>
                  </a:lnTo>
                  <a:lnTo>
                    <a:pt x="29465" y="248878"/>
                  </a:lnTo>
                  <a:lnTo>
                    <a:pt x="74528" y="290423"/>
                  </a:lnTo>
                  <a:lnTo>
                    <a:pt x="131042" y="312607"/>
                  </a:lnTo>
                  <a:lnTo>
                    <a:pt x="161876" y="315429"/>
                  </a:lnTo>
                  <a:lnTo>
                    <a:pt x="192711" y="312607"/>
                  </a:lnTo>
                  <a:lnTo>
                    <a:pt x="249224" y="290423"/>
                  </a:lnTo>
                  <a:lnTo>
                    <a:pt x="294291" y="248878"/>
                  </a:lnTo>
                  <a:lnTo>
                    <a:pt x="312675" y="213043"/>
                  </a:lnTo>
                  <a:lnTo>
                    <a:pt x="157134" y="213043"/>
                  </a:lnTo>
                  <a:lnTo>
                    <a:pt x="158546" y="212911"/>
                  </a:lnTo>
                  <a:lnTo>
                    <a:pt x="155085" y="212911"/>
                  </a:lnTo>
                  <a:lnTo>
                    <a:pt x="145438" y="211074"/>
                  </a:lnTo>
                  <a:lnTo>
                    <a:pt x="148802" y="211074"/>
                  </a:lnTo>
                  <a:lnTo>
                    <a:pt x="146334" y="210352"/>
                  </a:lnTo>
                  <a:lnTo>
                    <a:pt x="143408" y="210352"/>
                  </a:lnTo>
                  <a:lnTo>
                    <a:pt x="134890" y="207004"/>
                  </a:lnTo>
                  <a:lnTo>
                    <a:pt x="136686" y="207004"/>
                  </a:lnTo>
                  <a:lnTo>
                    <a:pt x="134972" y="206151"/>
                  </a:lnTo>
                  <a:lnTo>
                    <a:pt x="132900" y="206151"/>
                  </a:lnTo>
                  <a:lnTo>
                    <a:pt x="124691" y="201032"/>
                  </a:lnTo>
                  <a:lnTo>
                    <a:pt x="126201" y="201032"/>
                  </a:lnTo>
                  <a:lnTo>
                    <a:pt x="124484" y="199719"/>
                  </a:lnTo>
                  <a:lnTo>
                    <a:pt x="123049" y="199719"/>
                  </a:lnTo>
                  <a:lnTo>
                    <a:pt x="116295" y="193484"/>
                  </a:lnTo>
                  <a:lnTo>
                    <a:pt x="115798" y="193484"/>
                  </a:lnTo>
                  <a:lnTo>
                    <a:pt x="115724" y="193353"/>
                  </a:lnTo>
                  <a:lnTo>
                    <a:pt x="109257" y="184427"/>
                  </a:lnTo>
                  <a:lnTo>
                    <a:pt x="109529" y="184427"/>
                  </a:lnTo>
                  <a:lnTo>
                    <a:pt x="105454" y="175238"/>
                  </a:lnTo>
                  <a:lnTo>
                    <a:pt x="106457" y="175238"/>
                  </a:lnTo>
                  <a:lnTo>
                    <a:pt x="106107" y="174188"/>
                  </a:lnTo>
                  <a:lnTo>
                    <a:pt x="104916" y="174188"/>
                  </a:lnTo>
                  <a:lnTo>
                    <a:pt x="102604" y="163687"/>
                  </a:lnTo>
                  <a:lnTo>
                    <a:pt x="103747" y="163687"/>
                  </a:lnTo>
                  <a:lnTo>
                    <a:pt x="103710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10" y="152070"/>
                  </a:lnTo>
                  <a:lnTo>
                    <a:pt x="103747" y="151742"/>
                  </a:lnTo>
                  <a:lnTo>
                    <a:pt x="102604" y="151742"/>
                  </a:lnTo>
                  <a:lnTo>
                    <a:pt x="104916" y="141241"/>
                  </a:lnTo>
                  <a:lnTo>
                    <a:pt x="106107" y="141241"/>
                  </a:lnTo>
                  <a:lnTo>
                    <a:pt x="106479" y="140125"/>
                  </a:lnTo>
                  <a:lnTo>
                    <a:pt x="105454" y="140125"/>
                  </a:lnTo>
                  <a:lnTo>
                    <a:pt x="109500" y="131068"/>
                  </a:lnTo>
                  <a:lnTo>
                    <a:pt x="109210" y="131068"/>
                  </a:lnTo>
                  <a:lnTo>
                    <a:pt x="115704" y="122076"/>
                  </a:lnTo>
                  <a:lnTo>
                    <a:pt x="115798" y="121945"/>
                  </a:lnTo>
                  <a:lnTo>
                    <a:pt x="116295" y="121945"/>
                  </a:lnTo>
                  <a:lnTo>
                    <a:pt x="123049" y="115710"/>
                  </a:lnTo>
                  <a:lnTo>
                    <a:pt x="124484" y="115710"/>
                  </a:lnTo>
                  <a:lnTo>
                    <a:pt x="126201" y="114397"/>
                  </a:lnTo>
                  <a:lnTo>
                    <a:pt x="124691" y="114397"/>
                  </a:lnTo>
                  <a:lnTo>
                    <a:pt x="132900" y="109278"/>
                  </a:lnTo>
                  <a:lnTo>
                    <a:pt x="134972" y="109278"/>
                  </a:lnTo>
                  <a:lnTo>
                    <a:pt x="136686" y="108424"/>
                  </a:lnTo>
                  <a:lnTo>
                    <a:pt x="134890" y="108424"/>
                  </a:lnTo>
                  <a:lnTo>
                    <a:pt x="143408" y="105077"/>
                  </a:lnTo>
                  <a:lnTo>
                    <a:pt x="146334" y="105077"/>
                  </a:lnTo>
                  <a:lnTo>
                    <a:pt x="148802" y="104355"/>
                  </a:lnTo>
                  <a:lnTo>
                    <a:pt x="145438" y="104355"/>
                  </a:lnTo>
                  <a:lnTo>
                    <a:pt x="155085" y="102517"/>
                  </a:lnTo>
                  <a:lnTo>
                    <a:pt x="158546" y="102517"/>
                  </a:lnTo>
                  <a:lnTo>
                    <a:pt x="157134" y="102386"/>
                  </a:lnTo>
                  <a:lnTo>
                    <a:pt x="312675" y="102386"/>
                  </a:lnTo>
                  <a:lnTo>
                    <a:pt x="294291" y="66551"/>
                  </a:lnTo>
                  <a:lnTo>
                    <a:pt x="249224" y="25005"/>
                  </a:lnTo>
                  <a:lnTo>
                    <a:pt x="192711" y="2822"/>
                  </a:lnTo>
                  <a:lnTo>
                    <a:pt x="161876" y="0"/>
                  </a:lnTo>
                  <a:close/>
                </a:path>
                <a:path w="323850" h="315595">
                  <a:moveTo>
                    <a:pt x="161876" y="212602"/>
                  </a:moveTo>
                  <a:lnTo>
                    <a:pt x="157134" y="213043"/>
                  </a:lnTo>
                  <a:lnTo>
                    <a:pt x="166618" y="213043"/>
                  </a:lnTo>
                  <a:lnTo>
                    <a:pt x="161876" y="212602"/>
                  </a:lnTo>
                  <a:close/>
                </a:path>
                <a:path w="323850" h="315595">
                  <a:moveTo>
                    <a:pt x="173382" y="211532"/>
                  </a:moveTo>
                  <a:lnTo>
                    <a:pt x="161876" y="212602"/>
                  </a:lnTo>
                  <a:lnTo>
                    <a:pt x="166618" y="213043"/>
                  </a:lnTo>
                  <a:lnTo>
                    <a:pt x="312675" y="213043"/>
                  </a:lnTo>
                  <a:lnTo>
                    <a:pt x="312719" y="212911"/>
                  </a:lnTo>
                  <a:lnTo>
                    <a:pt x="168667" y="212911"/>
                  </a:lnTo>
                  <a:lnTo>
                    <a:pt x="173382" y="211532"/>
                  </a:lnTo>
                  <a:close/>
                </a:path>
                <a:path w="323850" h="315595">
                  <a:moveTo>
                    <a:pt x="145438" y="211074"/>
                  </a:moveTo>
                  <a:lnTo>
                    <a:pt x="155085" y="212911"/>
                  </a:lnTo>
                  <a:lnTo>
                    <a:pt x="150370" y="211532"/>
                  </a:lnTo>
                  <a:lnTo>
                    <a:pt x="145438" y="211074"/>
                  </a:lnTo>
                  <a:close/>
                </a:path>
                <a:path w="323850" h="315595">
                  <a:moveTo>
                    <a:pt x="150370" y="211532"/>
                  </a:moveTo>
                  <a:lnTo>
                    <a:pt x="155085" y="212911"/>
                  </a:lnTo>
                  <a:lnTo>
                    <a:pt x="158546" y="212911"/>
                  </a:lnTo>
                  <a:lnTo>
                    <a:pt x="161876" y="212602"/>
                  </a:lnTo>
                  <a:lnTo>
                    <a:pt x="150370" y="211532"/>
                  </a:lnTo>
                  <a:close/>
                </a:path>
                <a:path w="323850" h="315595">
                  <a:moveTo>
                    <a:pt x="178315" y="211074"/>
                  </a:moveTo>
                  <a:lnTo>
                    <a:pt x="173382" y="211532"/>
                  </a:lnTo>
                  <a:lnTo>
                    <a:pt x="168667" y="212911"/>
                  </a:lnTo>
                  <a:lnTo>
                    <a:pt x="178315" y="211074"/>
                  </a:lnTo>
                  <a:close/>
                </a:path>
                <a:path w="323850" h="315595">
                  <a:moveTo>
                    <a:pt x="313332" y="211074"/>
                  </a:moveTo>
                  <a:lnTo>
                    <a:pt x="178315" y="211074"/>
                  </a:lnTo>
                  <a:lnTo>
                    <a:pt x="168667" y="212911"/>
                  </a:lnTo>
                  <a:lnTo>
                    <a:pt x="312719" y="212911"/>
                  </a:lnTo>
                  <a:lnTo>
                    <a:pt x="313332" y="211074"/>
                  </a:lnTo>
                  <a:close/>
                </a:path>
                <a:path w="323850" h="315595">
                  <a:moveTo>
                    <a:pt x="148802" y="211074"/>
                  </a:moveTo>
                  <a:lnTo>
                    <a:pt x="145438" y="211074"/>
                  </a:lnTo>
                  <a:lnTo>
                    <a:pt x="150370" y="211532"/>
                  </a:lnTo>
                  <a:lnTo>
                    <a:pt x="148802" y="211074"/>
                  </a:lnTo>
                  <a:close/>
                </a:path>
                <a:path w="323850" h="315595">
                  <a:moveTo>
                    <a:pt x="184510" y="208277"/>
                  </a:moveTo>
                  <a:lnTo>
                    <a:pt x="173382" y="211532"/>
                  </a:lnTo>
                  <a:lnTo>
                    <a:pt x="178315" y="211074"/>
                  </a:lnTo>
                  <a:lnTo>
                    <a:pt x="313332" y="211074"/>
                  </a:lnTo>
                  <a:lnTo>
                    <a:pt x="313573" y="210352"/>
                  </a:lnTo>
                  <a:lnTo>
                    <a:pt x="180344" y="210352"/>
                  </a:lnTo>
                  <a:lnTo>
                    <a:pt x="184510" y="208277"/>
                  </a:lnTo>
                  <a:close/>
                </a:path>
                <a:path w="323850" h="315595">
                  <a:moveTo>
                    <a:pt x="134890" y="207004"/>
                  </a:moveTo>
                  <a:lnTo>
                    <a:pt x="143408" y="210352"/>
                  </a:lnTo>
                  <a:lnTo>
                    <a:pt x="139242" y="208277"/>
                  </a:lnTo>
                  <a:lnTo>
                    <a:pt x="134890" y="207004"/>
                  </a:lnTo>
                  <a:close/>
                </a:path>
                <a:path w="323850" h="315595">
                  <a:moveTo>
                    <a:pt x="139242" y="208277"/>
                  </a:moveTo>
                  <a:lnTo>
                    <a:pt x="143408" y="210352"/>
                  </a:lnTo>
                  <a:lnTo>
                    <a:pt x="146334" y="210352"/>
                  </a:lnTo>
                  <a:lnTo>
                    <a:pt x="139242" y="208277"/>
                  </a:lnTo>
                  <a:close/>
                </a:path>
                <a:path w="323850" h="315595">
                  <a:moveTo>
                    <a:pt x="188862" y="207004"/>
                  </a:moveTo>
                  <a:lnTo>
                    <a:pt x="184510" y="208277"/>
                  </a:lnTo>
                  <a:lnTo>
                    <a:pt x="180344" y="210352"/>
                  </a:lnTo>
                  <a:lnTo>
                    <a:pt x="188862" y="207004"/>
                  </a:lnTo>
                  <a:close/>
                </a:path>
                <a:path w="323850" h="315595">
                  <a:moveTo>
                    <a:pt x="314691" y="207004"/>
                  </a:moveTo>
                  <a:lnTo>
                    <a:pt x="188862" y="207004"/>
                  </a:lnTo>
                  <a:lnTo>
                    <a:pt x="180344" y="210352"/>
                  </a:lnTo>
                  <a:lnTo>
                    <a:pt x="313573" y="210352"/>
                  </a:lnTo>
                  <a:lnTo>
                    <a:pt x="314691" y="207004"/>
                  </a:lnTo>
                  <a:close/>
                </a:path>
                <a:path w="323850" h="315595">
                  <a:moveTo>
                    <a:pt x="136686" y="207004"/>
                  </a:moveTo>
                  <a:lnTo>
                    <a:pt x="134890" y="207004"/>
                  </a:lnTo>
                  <a:lnTo>
                    <a:pt x="139242" y="208277"/>
                  </a:lnTo>
                  <a:lnTo>
                    <a:pt x="136686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510" y="208277"/>
                  </a:lnTo>
                  <a:lnTo>
                    <a:pt x="188862" y="207004"/>
                  </a:lnTo>
                  <a:lnTo>
                    <a:pt x="314691" y="207004"/>
                  </a:lnTo>
                  <a:lnTo>
                    <a:pt x="314976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691" y="201032"/>
                  </a:moveTo>
                  <a:lnTo>
                    <a:pt x="132900" y="206151"/>
                  </a:lnTo>
                  <a:lnTo>
                    <a:pt x="129026" y="203190"/>
                  </a:lnTo>
                  <a:lnTo>
                    <a:pt x="124691" y="201032"/>
                  </a:lnTo>
                  <a:close/>
                </a:path>
                <a:path w="323850" h="315595">
                  <a:moveTo>
                    <a:pt x="129026" y="203190"/>
                  </a:moveTo>
                  <a:lnTo>
                    <a:pt x="132900" y="206151"/>
                  </a:lnTo>
                  <a:lnTo>
                    <a:pt x="134972" y="206151"/>
                  </a:lnTo>
                  <a:lnTo>
                    <a:pt x="129026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686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76" y="206151"/>
                  </a:lnTo>
                  <a:lnTo>
                    <a:pt x="316686" y="201032"/>
                  </a:lnTo>
                  <a:close/>
                </a:path>
                <a:path w="323850" h="315595">
                  <a:moveTo>
                    <a:pt x="126201" y="201032"/>
                  </a:moveTo>
                  <a:lnTo>
                    <a:pt x="124691" y="201032"/>
                  </a:lnTo>
                  <a:lnTo>
                    <a:pt x="129026" y="203190"/>
                  </a:lnTo>
                  <a:lnTo>
                    <a:pt x="126201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686" y="201032"/>
                  </a:lnTo>
                  <a:lnTo>
                    <a:pt x="317125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25" y="193484"/>
                  </a:moveTo>
                  <a:lnTo>
                    <a:pt x="123049" y="199719"/>
                  </a:lnTo>
                  <a:lnTo>
                    <a:pt x="119867" y="196191"/>
                  </a:lnTo>
                  <a:lnTo>
                    <a:pt x="116325" y="193484"/>
                  </a:lnTo>
                  <a:close/>
                </a:path>
                <a:path w="323850" h="315595">
                  <a:moveTo>
                    <a:pt x="119867" y="196191"/>
                  </a:moveTo>
                  <a:lnTo>
                    <a:pt x="123049" y="199719"/>
                  </a:lnTo>
                  <a:lnTo>
                    <a:pt x="124484" y="199719"/>
                  </a:lnTo>
                  <a:lnTo>
                    <a:pt x="119867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49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25" y="199719"/>
                  </a:lnTo>
                  <a:lnTo>
                    <a:pt x="319207" y="193484"/>
                  </a:lnTo>
                  <a:lnTo>
                    <a:pt x="207954" y="193484"/>
                  </a:lnTo>
                  <a:lnTo>
                    <a:pt x="208049" y="193353"/>
                  </a:lnTo>
                  <a:close/>
                </a:path>
                <a:path w="323850" h="315595">
                  <a:moveTo>
                    <a:pt x="117307" y="193353"/>
                  </a:moveTo>
                  <a:lnTo>
                    <a:pt x="116153" y="193353"/>
                  </a:lnTo>
                  <a:lnTo>
                    <a:pt x="119867" y="196191"/>
                  </a:lnTo>
                  <a:lnTo>
                    <a:pt x="117426" y="193484"/>
                  </a:lnTo>
                  <a:lnTo>
                    <a:pt x="117307" y="193353"/>
                  </a:lnTo>
                  <a:close/>
                </a:path>
                <a:path w="323850" h="315595">
                  <a:moveTo>
                    <a:pt x="210708" y="188626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28" y="193353"/>
                  </a:lnTo>
                  <a:lnTo>
                    <a:pt x="210708" y="188626"/>
                  </a:lnTo>
                  <a:close/>
                </a:path>
                <a:path w="323850" h="315595">
                  <a:moveTo>
                    <a:pt x="113044" y="188626"/>
                  </a:moveTo>
                  <a:lnTo>
                    <a:pt x="115704" y="193353"/>
                  </a:lnTo>
                  <a:lnTo>
                    <a:pt x="115798" y="193484"/>
                  </a:lnTo>
                  <a:lnTo>
                    <a:pt x="116295" y="193484"/>
                  </a:lnTo>
                  <a:lnTo>
                    <a:pt x="116153" y="193353"/>
                  </a:lnTo>
                  <a:lnTo>
                    <a:pt x="117307" y="193353"/>
                  </a:lnTo>
                  <a:lnTo>
                    <a:pt x="113044" y="188626"/>
                  </a:lnTo>
                  <a:close/>
                </a:path>
                <a:path w="323850" h="315595">
                  <a:moveTo>
                    <a:pt x="321805" y="175238"/>
                  </a:moveTo>
                  <a:lnTo>
                    <a:pt x="218298" y="175238"/>
                  </a:lnTo>
                  <a:lnTo>
                    <a:pt x="214223" y="184427"/>
                  </a:lnTo>
                  <a:lnTo>
                    <a:pt x="214495" y="184427"/>
                  </a:lnTo>
                  <a:lnTo>
                    <a:pt x="208028" y="193353"/>
                  </a:lnTo>
                  <a:lnTo>
                    <a:pt x="207954" y="193484"/>
                  </a:lnTo>
                  <a:lnTo>
                    <a:pt x="319207" y="193484"/>
                  </a:lnTo>
                  <a:lnTo>
                    <a:pt x="320062" y="190924"/>
                  </a:lnTo>
                  <a:lnTo>
                    <a:pt x="321805" y="175238"/>
                  </a:lnTo>
                  <a:close/>
                </a:path>
                <a:path w="323850" h="315595">
                  <a:moveTo>
                    <a:pt x="109257" y="184427"/>
                  </a:moveTo>
                  <a:lnTo>
                    <a:pt x="115704" y="193353"/>
                  </a:lnTo>
                  <a:lnTo>
                    <a:pt x="113044" y="188626"/>
                  </a:lnTo>
                  <a:lnTo>
                    <a:pt x="109257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08" y="188626"/>
                  </a:lnTo>
                  <a:lnTo>
                    <a:pt x="20802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90" y="179535"/>
                  </a:moveTo>
                  <a:lnTo>
                    <a:pt x="109522" y="184427"/>
                  </a:lnTo>
                  <a:lnTo>
                    <a:pt x="109257" y="184427"/>
                  </a:lnTo>
                  <a:lnTo>
                    <a:pt x="113044" y="188626"/>
                  </a:lnTo>
                  <a:lnTo>
                    <a:pt x="107890" y="179535"/>
                  </a:lnTo>
                  <a:close/>
                </a:path>
                <a:path w="323850" h="315595">
                  <a:moveTo>
                    <a:pt x="215862" y="179535"/>
                  </a:moveTo>
                  <a:lnTo>
                    <a:pt x="210708" y="188626"/>
                  </a:lnTo>
                  <a:lnTo>
                    <a:pt x="214495" y="184427"/>
                  </a:lnTo>
                  <a:lnTo>
                    <a:pt x="214230" y="184427"/>
                  </a:lnTo>
                  <a:lnTo>
                    <a:pt x="215862" y="179535"/>
                  </a:lnTo>
                  <a:close/>
                </a:path>
                <a:path w="323850" h="315595">
                  <a:moveTo>
                    <a:pt x="105454" y="175238"/>
                  </a:moveTo>
                  <a:lnTo>
                    <a:pt x="109529" y="184427"/>
                  </a:lnTo>
                  <a:lnTo>
                    <a:pt x="107890" y="179535"/>
                  </a:lnTo>
                  <a:lnTo>
                    <a:pt x="105454" y="175238"/>
                  </a:lnTo>
                  <a:close/>
                </a:path>
                <a:path w="323850" h="315595">
                  <a:moveTo>
                    <a:pt x="218298" y="175238"/>
                  </a:moveTo>
                  <a:lnTo>
                    <a:pt x="215862" y="179535"/>
                  </a:lnTo>
                  <a:lnTo>
                    <a:pt x="214230" y="184427"/>
                  </a:lnTo>
                  <a:lnTo>
                    <a:pt x="218298" y="175238"/>
                  </a:lnTo>
                  <a:close/>
                </a:path>
                <a:path w="323850" h="315595">
                  <a:moveTo>
                    <a:pt x="106457" y="175238"/>
                  </a:moveTo>
                  <a:lnTo>
                    <a:pt x="105454" y="175238"/>
                  </a:lnTo>
                  <a:lnTo>
                    <a:pt x="107890" y="179535"/>
                  </a:lnTo>
                  <a:lnTo>
                    <a:pt x="106457" y="175238"/>
                  </a:lnTo>
                  <a:close/>
                </a:path>
                <a:path w="323850" h="315595">
                  <a:moveTo>
                    <a:pt x="219433" y="168829"/>
                  </a:moveTo>
                  <a:lnTo>
                    <a:pt x="215862" y="179535"/>
                  </a:lnTo>
                  <a:lnTo>
                    <a:pt x="218298" y="175238"/>
                  </a:lnTo>
                  <a:lnTo>
                    <a:pt x="321805" y="175238"/>
                  </a:lnTo>
                  <a:lnTo>
                    <a:pt x="321922" y="174188"/>
                  </a:lnTo>
                  <a:lnTo>
                    <a:pt x="218836" y="174188"/>
                  </a:lnTo>
                  <a:lnTo>
                    <a:pt x="219433" y="168829"/>
                  </a:lnTo>
                  <a:close/>
                </a:path>
                <a:path w="323850" h="315595">
                  <a:moveTo>
                    <a:pt x="102604" y="163687"/>
                  </a:moveTo>
                  <a:lnTo>
                    <a:pt x="104916" y="174188"/>
                  </a:lnTo>
                  <a:lnTo>
                    <a:pt x="104319" y="168829"/>
                  </a:lnTo>
                  <a:lnTo>
                    <a:pt x="102604" y="163687"/>
                  </a:lnTo>
                  <a:close/>
                </a:path>
                <a:path w="323850" h="315595">
                  <a:moveTo>
                    <a:pt x="104319" y="168829"/>
                  </a:moveTo>
                  <a:lnTo>
                    <a:pt x="104916" y="174188"/>
                  </a:lnTo>
                  <a:lnTo>
                    <a:pt x="106107" y="174188"/>
                  </a:lnTo>
                  <a:lnTo>
                    <a:pt x="104319" y="168829"/>
                  </a:lnTo>
                  <a:close/>
                </a:path>
                <a:path w="323850" h="315595">
                  <a:moveTo>
                    <a:pt x="221148" y="163687"/>
                  </a:moveTo>
                  <a:lnTo>
                    <a:pt x="219433" y="168829"/>
                  </a:lnTo>
                  <a:lnTo>
                    <a:pt x="218836" y="174188"/>
                  </a:lnTo>
                  <a:lnTo>
                    <a:pt x="221148" y="163687"/>
                  </a:lnTo>
                  <a:close/>
                </a:path>
                <a:path w="323850" h="315595">
                  <a:moveTo>
                    <a:pt x="323089" y="163687"/>
                  </a:moveTo>
                  <a:lnTo>
                    <a:pt x="221148" y="163687"/>
                  </a:lnTo>
                  <a:lnTo>
                    <a:pt x="218836" y="174188"/>
                  </a:lnTo>
                  <a:lnTo>
                    <a:pt x="321922" y="174188"/>
                  </a:lnTo>
                  <a:lnTo>
                    <a:pt x="323089" y="163687"/>
                  </a:lnTo>
                  <a:close/>
                </a:path>
                <a:path w="323850" h="315595">
                  <a:moveTo>
                    <a:pt x="103747" y="163687"/>
                  </a:moveTo>
                  <a:lnTo>
                    <a:pt x="102604" y="163687"/>
                  </a:lnTo>
                  <a:lnTo>
                    <a:pt x="104319" y="168829"/>
                  </a:lnTo>
                  <a:lnTo>
                    <a:pt x="103747" y="163687"/>
                  </a:lnTo>
                  <a:close/>
                </a:path>
                <a:path w="323850" h="315595">
                  <a:moveTo>
                    <a:pt x="323125" y="152070"/>
                  </a:moveTo>
                  <a:lnTo>
                    <a:pt x="221299" y="152070"/>
                  </a:lnTo>
                  <a:lnTo>
                    <a:pt x="221299" y="163359"/>
                  </a:lnTo>
                  <a:lnTo>
                    <a:pt x="220042" y="163359"/>
                  </a:lnTo>
                  <a:lnTo>
                    <a:pt x="219433" y="168829"/>
                  </a:lnTo>
                  <a:lnTo>
                    <a:pt x="221148" y="163687"/>
                  </a:lnTo>
                  <a:lnTo>
                    <a:pt x="323089" y="163687"/>
                  </a:lnTo>
                  <a:lnTo>
                    <a:pt x="323125" y="163359"/>
                  </a:lnTo>
                  <a:lnTo>
                    <a:pt x="221299" y="163359"/>
                  </a:lnTo>
                  <a:lnTo>
                    <a:pt x="220671" y="157714"/>
                  </a:lnTo>
                  <a:lnTo>
                    <a:pt x="323753" y="157714"/>
                  </a:lnTo>
                  <a:lnTo>
                    <a:pt x="323125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82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82" y="157714"/>
                  </a:moveTo>
                  <a:lnTo>
                    <a:pt x="102453" y="163359"/>
                  </a:lnTo>
                  <a:lnTo>
                    <a:pt x="103710" y="163359"/>
                  </a:lnTo>
                  <a:lnTo>
                    <a:pt x="103082" y="157714"/>
                  </a:lnTo>
                  <a:close/>
                </a:path>
                <a:path w="323850" h="315595">
                  <a:moveTo>
                    <a:pt x="221299" y="152070"/>
                  </a:moveTo>
                  <a:lnTo>
                    <a:pt x="220671" y="157714"/>
                  </a:lnTo>
                  <a:lnTo>
                    <a:pt x="221299" y="163359"/>
                  </a:lnTo>
                  <a:lnTo>
                    <a:pt x="221299" y="152070"/>
                  </a:lnTo>
                  <a:close/>
                </a:path>
                <a:path w="323850" h="315595">
                  <a:moveTo>
                    <a:pt x="103710" y="152070"/>
                  </a:moveTo>
                  <a:lnTo>
                    <a:pt x="102453" y="152070"/>
                  </a:lnTo>
                  <a:lnTo>
                    <a:pt x="103082" y="157714"/>
                  </a:lnTo>
                  <a:lnTo>
                    <a:pt x="103710" y="152070"/>
                  </a:lnTo>
                  <a:close/>
                </a:path>
                <a:path w="323850" h="315595">
                  <a:moveTo>
                    <a:pt x="321922" y="141241"/>
                  </a:moveTo>
                  <a:lnTo>
                    <a:pt x="218836" y="141241"/>
                  </a:lnTo>
                  <a:lnTo>
                    <a:pt x="221148" y="151742"/>
                  </a:lnTo>
                  <a:lnTo>
                    <a:pt x="220006" y="151742"/>
                  </a:lnTo>
                  <a:lnTo>
                    <a:pt x="220671" y="157714"/>
                  </a:lnTo>
                  <a:lnTo>
                    <a:pt x="221299" y="152070"/>
                  </a:lnTo>
                  <a:lnTo>
                    <a:pt x="323125" y="152070"/>
                  </a:lnTo>
                  <a:lnTo>
                    <a:pt x="323089" y="151742"/>
                  </a:lnTo>
                  <a:lnTo>
                    <a:pt x="221148" y="151742"/>
                  </a:lnTo>
                  <a:lnTo>
                    <a:pt x="219433" y="146600"/>
                  </a:lnTo>
                  <a:lnTo>
                    <a:pt x="322518" y="146600"/>
                  </a:lnTo>
                  <a:lnTo>
                    <a:pt x="321922" y="141241"/>
                  </a:lnTo>
                  <a:close/>
                </a:path>
                <a:path w="323850" h="315595">
                  <a:moveTo>
                    <a:pt x="104916" y="141241"/>
                  </a:moveTo>
                  <a:lnTo>
                    <a:pt x="102604" y="151742"/>
                  </a:lnTo>
                  <a:lnTo>
                    <a:pt x="104319" y="146600"/>
                  </a:lnTo>
                  <a:lnTo>
                    <a:pt x="104916" y="141241"/>
                  </a:lnTo>
                  <a:close/>
                </a:path>
                <a:path w="323850" h="315595">
                  <a:moveTo>
                    <a:pt x="104319" y="146600"/>
                  </a:moveTo>
                  <a:lnTo>
                    <a:pt x="102604" y="151742"/>
                  </a:lnTo>
                  <a:lnTo>
                    <a:pt x="103747" y="151742"/>
                  </a:lnTo>
                  <a:lnTo>
                    <a:pt x="104319" y="146600"/>
                  </a:lnTo>
                  <a:close/>
                </a:path>
                <a:path w="323850" h="315595">
                  <a:moveTo>
                    <a:pt x="218836" y="141241"/>
                  </a:moveTo>
                  <a:lnTo>
                    <a:pt x="219433" y="146600"/>
                  </a:lnTo>
                  <a:lnTo>
                    <a:pt x="221148" y="151742"/>
                  </a:lnTo>
                  <a:lnTo>
                    <a:pt x="218836" y="141241"/>
                  </a:lnTo>
                  <a:close/>
                </a:path>
                <a:path w="323850" h="315595">
                  <a:moveTo>
                    <a:pt x="106107" y="141241"/>
                  </a:moveTo>
                  <a:lnTo>
                    <a:pt x="104916" y="141241"/>
                  </a:lnTo>
                  <a:lnTo>
                    <a:pt x="104319" y="146600"/>
                  </a:lnTo>
                  <a:lnTo>
                    <a:pt x="106107" y="141241"/>
                  </a:lnTo>
                  <a:close/>
                </a:path>
                <a:path w="323850" h="315595">
                  <a:moveTo>
                    <a:pt x="215822" y="135773"/>
                  </a:moveTo>
                  <a:lnTo>
                    <a:pt x="219433" y="146600"/>
                  </a:lnTo>
                  <a:lnTo>
                    <a:pt x="218836" y="141241"/>
                  </a:lnTo>
                  <a:lnTo>
                    <a:pt x="321922" y="141241"/>
                  </a:lnTo>
                  <a:lnTo>
                    <a:pt x="321798" y="140125"/>
                  </a:lnTo>
                  <a:lnTo>
                    <a:pt x="218298" y="140125"/>
                  </a:lnTo>
                  <a:lnTo>
                    <a:pt x="215822" y="135773"/>
                  </a:lnTo>
                  <a:close/>
                </a:path>
                <a:path w="323850" h="315595">
                  <a:moveTo>
                    <a:pt x="109500" y="131068"/>
                  </a:moveTo>
                  <a:lnTo>
                    <a:pt x="105454" y="140125"/>
                  </a:lnTo>
                  <a:lnTo>
                    <a:pt x="107931" y="135773"/>
                  </a:lnTo>
                  <a:lnTo>
                    <a:pt x="109500" y="131068"/>
                  </a:lnTo>
                  <a:close/>
                </a:path>
                <a:path w="323850" h="315595">
                  <a:moveTo>
                    <a:pt x="107931" y="135773"/>
                  </a:moveTo>
                  <a:lnTo>
                    <a:pt x="105454" y="140125"/>
                  </a:lnTo>
                  <a:lnTo>
                    <a:pt x="106479" y="140125"/>
                  </a:lnTo>
                  <a:lnTo>
                    <a:pt x="107931" y="135773"/>
                  </a:lnTo>
                  <a:close/>
                </a:path>
                <a:path w="323850" h="315595">
                  <a:moveTo>
                    <a:pt x="214252" y="131068"/>
                  </a:moveTo>
                  <a:lnTo>
                    <a:pt x="215822" y="135773"/>
                  </a:lnTo>
                  <a:lnTo>
                    <a:pt x="218298" y="140125"/>
                  </a:lnTo>
                  <a:lnTo>
                    <a:pt x="214252" y="131068"/>
                  </a:lnTo>
                  <a:close/>
                </a:path>
                <a:path w="323850" h="315595">
                  <a:moveTo>
                    <a:pt x="319207" y="121945"/>
                  </a:moveTo>
                  <a:lnTo>
                    <a:pt x="207954" y="121945"/>
                  </a:lnTo>
                  <a:lnTo>
                    <a:pt x="214543" y="131068"/>
                  </a:lnTo>
                  <a:lnTo>
                    <a:pt x="214252" y="131068"/>
                  </a:lnTo>
                  <a:lnTo>
                    <a:pt x="218298" y="140125"/>
                  </a:lnTo>
                  <a:lnTo>
                    <a:pt x="321798" y="140125"/>
                  </a:lnTo>
                  <a:lnTo>
                    <a:pt x="320062" y="124504"/>
                  </a:lnTo>
                  <a:lnTo>
                    <a:pt x="319251" y="122076"/>
                  </a:lnTo>
                  <a:lnTo>
                    <a:pt x="319207" y="121945"/>
                  </a:lnTo>
                  <a:close/>
                </a:path>
                <a:path w="323850" h="315595">
                  <a:moveTo>
                    <a:pt x="113017" y="126833"/>
                  </a:moveTo>
                  <a:lnTo>
                    <a:pt x="109198" y="131068"/>
                  </a:lnTo>
                  <a:lnTo>
                    <a:pt x="109500" y="131068"/>
                  </a:lnTo>
                  <a:lnTo>
                    <a:pt x="107931" y="135773"/>
                  </a:lnTo>
                  <a:lnTo>
                    <a:pt x="113017" y="126833"/>
                  </a:lnTo>
                  <a:close/>
                </a:path>
                <a:path w="323850" h="315595">
                  <a:moveTo>
                    <a:pt x="210735" y="126833"/>
                  </a:moveTo>
                  <a:lnTo>
                    <a:pt x="215822" y="135773"/>
                  </a:lnTo>
                  <a:lnTo>
                    <a:pt x="214252" y="131068"/>
                  </a:lnTo>
                  <a:lnTo>
                    <a:pt x="214554" y="131068"/>
                  </a:lnTo>
                  <a:lnTo>
                    <a:pt x="210735" y="126833"/>
                  </a:lnTo>
                  <a:close/>
                </a:path>
                <a:path w="323850" h="315595">
                  <a:moveTo>
                    <a:pt x="115724" y="122076"/>
                  </a:moveTo>
                  <a:lnTo>
                    <a:pt x="109210" y="131068"/>
                  </a:lnTo>
                  <a:lnTo>
                    <a:pt x="113017" y="126833"/>
                  </a:lnTo>
                  <a:lnTo>
                    <a:pt x="115724" y="122076"/>
                  </a:lnTo>
                  <a:close/>
                </a:path>
                <a:path w="323850" h="315595">
                  <a:moveTo>
                    <a:pt x="208049" y="122076"/>
                  </a:moveTo>
                  <a:lnTo>
                    <a:pt x="210735" y="126833"/>
                  </a:lnTo>
                  <a:lnTo>
                    <a:pt x="214554" y="131068"/>
                  </a:lnTo>
                  <a:lnTo>
                    <a:pt x="208049" y="122076"/>
                  </a:lnTo>
                  <a:close/>
                </a:path>
                <a:path w="323850" h="315595">
                  <a:moveTo>
                    <a:pt x="116325" y="121945"/>
                  </a:moveTo>
                  <a:lnTo>
                    <a:pt x="115798" y="121945"/>
                  </a:lnTo>
                  <a:lnTo>
                    <a:pt x="113017" y="126833"/>
                  </a:lnTo>
                  <a:lnTo>
                    <a:pt x="117307" y="122076"/>
                  </a:lnTo>
                  <a:lnTo>
                    <a:pt x="116153" y="122076"/>
                  </a:lnTo>
                  <a:lnTo>
                    <a:pt x="116325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735" y="126833"/>
                  </a:lnTo>
                  <a:lnTo>
                    <a:pt x="208029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67" y="119238"/>
                  </a:moveTo>
                  <a:lnTo>
                    <a:pt x="116295" y="121945"/>
                  </a:lnTo>
                  <a:lnTo>
                    <a:pt x="116153" y="122076"/>
                  </a:lnTo>
                  <a:lnTo>
                    <a:pt x="117307" y="122076"/>
                  </a:lnTo>
                  <a:lnTo>
                    <a:pt x="119867" y="119238"/>
                  </a:lnTo>
                  <a:close/>
                </a:path>
                <a:path w="323850" h="315595">
                  <a:moveTo>
                    <a:pt x="317125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29" y="122076"/>
                  </a:lnTo>
                  <a:lnTo>
                    <a:pt x="207954" y="121945"/>
                  </a:lnTo>
                  <a:lnTo>
                    <a:pt x="319207" y="121945"/>
                  </a:lnTo>
                  <a:lnTo>
                    <a:pt x="317125" y="115710"/>
                  </a:lnTo>
                  <a:close/>
                </a:path>
                <a:path w="323850" h="315595">
                  <a:moveTo>
                    <a:pt x="123049" y="115710"/>
                  </a:moveTo>
                  <a:lnTo>
                    <a:pt x="116295" y="121945"/>
                  </a:lnTo>
                  <a:lnTo>
                    <a:pt x="119867" y="119238"/>
                  </a:lnTo>
                  <a:lnTo>
                    <a:pt x="123049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484" y="115710"/>
                  </a:moveTo>
                  <a:lnTo>
                    <a:pt x="123049" y="115710"/>
                  </a:lnTo>
                  <a:lnTo>
                    <a:pt x="119867" y="119238"/>
                  </a:lnTo>
                  <a:lnTo>
                    <a:pt x="124484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25" y="115710"/>
                  </a:lnTo>
                  <a:lnTo>
                    <a:pt x="316686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00" y="109278"/>
                  </a:moveTo>
                  <a:lnTo>
                    <a:pt x="124691" y="114397"/>
                  </a:lnTo>
                  <a:lnTo>
                    <a:pt x="129026" y="112238"/>
                  </a:lnTo>
                  <a:lnTo>
                    <a:pt x="132900" y="109278"/>
                  </a:lnTo>
                  <a:close/>
                </a:path>
                <a:path w="323850" h="315595">
                  <a:moveTo>
                    <a:pt x="129026" y="112238"/>
                  </a:moveTo>
                  <a:lnTo>
                    <a:pt x="124691" y="114397"/>
                  </a:lnTo>
                  <a:lnTo>
                    <a:pt x="126201" y="114397"/>
                  </a:lnTo>
                  <a:lnTo>
                    <a:pt x="129026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76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686" y="114397"/>
                  </a:lnTo>
                  <a:lnTo>
                    <a:pt x="314976" y="109278"/>
                  </a:lnTo>
                  <a:close/>
                </a:path>
                <a:path w="323850" h="315595">
                  <a:moveTo>
                    <a:pt x="134972" y="109278"/>
                  </a:moveTo>
                  <a:lnTo>
                    <a:pt x="132900" y="109278"/>
                  </a:lnTo>
                  <a:lnTo>
                    <a:pt x="129026" y="112238"/>
                  </a:lnTo>
                  <a:lnTo>
                    <a:pt x="134972" y="109278"/>
                  </a:lnTo>
                  <a:close/>
                </a:path>
                <a:path w="323850" h="315595">
                  <a:moveTo>
                    <a:pt x="184510" y="107151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76" y="109278"/>
                  </a:lnTo>
                  <a:lnTo>
                    <a:pt x="314691" y="108424"/>
                  </a:lnTo>
                  <a:lnTo>
                    <a:pt x="188862" y="108424"/>
                  </a:lnTo>
                  <a:lnTo>
                    <a:pt x="184510" y="107151"/>
                  </a:lnTo>
                  <a:close/>
                </a:path>
                <a:path w="323850" h="315595">
                  <a:moveTo>
                    <a:pt x="143408" y="105077"/>
                  </a:moveTo>
                  <a:lnTo>
                    <a:pt x="134890" y="108424"/>
                  </a:lnTo>
                  <a:lnTo>
                    <a:pt x="139242" y="107151"/>
                  </a:lnTo>
                  <a:lnTo>
                    <a:pt x="143408" y="105077"/>
                  </a:lnTo>
                  <a:close/>
                </a:path>
                <a:path w="323850" h="315595">
                  <a:moveTo>
                    <a:pt x="139242" y="107151"/>
                  </a:moveTo>
                  <a:lnTo>
                    <a:pt x="134890" y="108424"/>
                  </a:lnTo>
                  <a:lnTo>
                    <a:pt x="136686" y="108424"/>
                  </a:lnTo>
                  <a:lnTo>
                    <a:pt x="139242" y="107151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510" y="107151"/>
                  </a:lnTo>
                  <a:lnTo>
                    <a:pt x="18886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3" y="105077"/>
                  </a:moveTo>
                  <a:lnTo>
                    <a:pt x="180344" y="105077"/>
                  </a:lnTo>
                  <a:lnTo>
                    <a:pt x="188862" y="108424"/>
                  </a:lnTo>
                  <a:lnTo>
                    <a:pt x="314691" y="108424"/>
                  </a:lnTo>
                  <a:lnTo>
                    <a:pt x="313573" y="105077"/>
                  </a:lnTo>
                  <a:close/>
                </a:path>
                <a:path w="323850" h="315595">
                  <a:moveTo>
                    <a:pt x="146334" y="105077"/>
                  </a:moveTo>
                  <a:lnTo>
                    <a:pt x="143408" y="105077"/>
                  </a:lnTo>
                  <a:lnTo>
                    <a:pt x="139242" y="107151"/>
                  </a:lnTo>
                  <a:lnTo>
                    <a:pt x="146334" y="105077"/>
                  </a:lnTo>
                  <a:close/>
                </a:path>
                <a:path w="323850" h="315595">
                  <a:moveTo>
                    <a:pt x="173382" y="103897"/>
                  </a:moveTo>
                  <a:lnTo>
                    <a:pt x="184510" y="107151"/>
                  </a:lnTo>
                  <a:lnTo>
                    <a:pt x="180344" y="105077"/>
                  </a:lnTo>
                  <a:lnTo>
                    <a:pt x="313573" y="105077"/>
                  </a:lnTo>
                  <a:lnTo>
                    <a:pt x="313332" y="104355"/>
                  </a:lnTo>
                  <a:lnTo>
                    <a:pt x="178315" y="104355"/>
                  </a:lnTo>
                  <a:lnTo>
                    <a:pt x="173382" y="103897"/>
                  </a:lnTo>
                  <a:close/>
                </a:path>
                <a:path w="323850" h="315595">
                  <a:moveTo>
                    <a:pt x="155085" y="102517"/>
                  </a:moveTo>
                  <a:lnTo>
                    <a:pt x="145438" y="104355"/>
                  </a:lnTo>
                  <a:lnTo>
                    <a:pt x="150370" y="103897"/>
                  </a:lnTo>
                  <a:lnTo>
                    <a:pt x="155085" y="102517"/>
                  </a:lnTo>
                  <a:close/>
                </a:path>
                <a:path w="323850" h="315595">
                  <a:moveTo>
                    <a:pt x="150370" y="103897"/>
                  </a:moveTo>
                  <a:lnTo>
                    <a:pt x="145438" y="104355"/>
                  </a:lnTo>
                  <a:lnTo>
                    <a:pt x="148802" y="104355"/>
                  </a:lnTo>
                  <a:lnTo>
                    <a:pt x="150370" y="103897"/>
                  </a:lnTo>
                  <a:close/>
                </a:path>
                <a:path w="323850" h="315595">
                  <a:moveTo>
                    <a:pt x="168667" y="102517"/>
                  </a:moveTo>
                  <a:lnTo>
                    <a:pt x="173382" y="103897"/>
                  </a:lnTo>
                  <a:lnTo>
                    <a:pt x="178315" y="104355"/>
                  </a:lnTo>
                  <a:lnTo>
                    <a:pt x="168667" y="102517"/>
                  </a:lnTo>
                  <a:close/>
                </a:path>
                <a:path w="323850" h="315595">
                  <a:moveTo>
                    <a:pt x="312719" y="102517"/>
                  </a:moveTo>
                  <a:lnTo>
                    <a:pt x="168667" y="102517"/>
                  </a:lnTo>
                  <a:lnTo>
                    <a:pt x="178315" y="104355"/>
                  </a:lnTo>
                  <a:lnTo>
                    <a:pt x="313332" y="104355"/>
                  </a:lnTo>
                  <a:lnTo>
                    <a:pt x="312822" y="102827"/>
                  </a:lnTo>
                  <a:lnTo>
                    <a:pt x="312719" y="102517"/>
                  </a:lnTo>
                  <a:close/>
                </a:path>
                <a:path w="323850" h="315595">
                  <a:moveTo>
                    <a:pt x="158546" y="102517"/>
                  </a:moveTo>
                  <a:lnTo>
                    <a:pt x="155085" y="102517"/>
                  </a:lnTo>
                  <a:lnTo>
                    <a:pt x="150370" y="103897"/>
                  </a:lnTo>
                  <a:lnTo>
                    <a:pt x="161876" y="102827"/>
                  </a:lnTo>
                  <a:lnTo>
                    <a:pt x="158546" y="102517"/>
                  </a:lnTo>
                  <a:close/>
                </a:path>
                <a:path w="323850" h="315595">
                  <a:moveTo>
                    <a:pt x="312675" y="102386"/>
                  </a:moveTo>
                  <a:lnTo>
                    <a:pt x="166618" y="102386"/>
                  </a:lnTo>
                  <a:lnTo>
                    <a:pt x="161876" y="102827"/>
                  </a:lnTo>
                  <a:lnTo>
                    <a:pt x="173382" y="103897"/>
                  </a:lnTo>
                  <a:lnTo>
                    <a:pt x="168667" y="102517"/>
                  </a:lnTo>
                  <a:lnTo>
                    <a:pt x="312719" y="102517"/>
                  </a:lnTo>
                  <a:lnTo>
                    <a:pt x="312675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34" y="102386"/>
                  </a:lnTo>
                  <a:lnTo>
                    <a:pt x="161876" y="102827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59" name="object 5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57728" y="6238127"/>
            <a:ext cx="196314" cy="196186"/>
          </a:xfrm>
          <a:prstGeom prst="rect">
            <a:avLst/>
          </a:prstGeom>
        </p:spPr>
      </p:pic>
      <p:sp>
        <p:nvSpPr>
          <p:cNvPr id="61" name="Text 5">
            <a:extLst>
              <a:ext uri="{FF2B5EF4-FFF2-40B4-BE49-F238E27FC236}">
                <a16:creationId xmlns:a16="http://schemas.microsoft.com/office/drawing/2014/main" id="{47E8CF78-B145-7208-7449-D95FDC408644}"/>
              </a:ext>
            </a:extLst>
          </p:cNvPr>
          <p:cNvSpPr/>
          <p:nvPr/>
        </p:nvSpPr>
        <p:spPr>
          <a:xfrm>
            <a:off x="1170628" y="1712485"/>
            <a:ext cx="6115281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Supports many ML frameworks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Works well on the happy path; weaker for edge cases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Can also save environment and pre/post-processing code</a:t>
            </a:r>
          </a:p>
        </p:txBody>
      </p:sp>
    </p:spTree>
    <p:extLst>
      <p:ext uri="{BB962C8B-B14F-4D97-AF65-F5344CB8AC3E}">
        <p14:creationId xmlns:p14="http://schemas.microsoft.com/office/powerpoint/2010/main" val="313029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0800" y="6425216"/>
            <a:ext cx="201102" cy="152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87" y="343870"/>
            <a:ext cx="1938659" cy="6886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1409700"/>
            <a:ext cx="4814780" cy="3608761"/>
          </a:xfrm>
          <a:prstGeom prst="rect">
            <a:avLst/>
          </a:prstGeom>
        </p:spPr>
        <p:txBody>
          <a:bodyPr vert="horz" wrap="none" lIns="0" tIns="7700" rIns="0" bIns="0" rtlCol="0">
            <a:spAutoFit/>
          </a:bodyPr>
          <a:lstStyle/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torch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my_module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SimpleModel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model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SimpleModel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model.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eval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example_input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torch.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randn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  <a:r>
              <a:rPr lang="en-US" sz="1300" kern="1200" spc="-40" dirty="0">
                <a:solidFill>
                  <a:srgbClr val="4776D5"/>
                </a:solidFill>
                <a:latin typeface="Monaco"/>
                <a:cs typeface="Monaco"/>
              </a:rPr>
              <a:t>1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300" kern="1200" spc="-40" dirty="0">
                <a:solidFill>
                  <a:srgbClr val="4776D5"/>
                </a:solidFill>
                <a:latin typeface="Monaco"/>
                <a:cs typeface="Monaco"/>
              </a:rPr>
              <a:t>10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torch.onnx.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export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model,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(example_input,),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"model.onnx"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input_names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[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"features"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],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output_names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[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"logits"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],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dynamic_shapes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{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"features"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: {</a:t>
            </a:r>
            <a:r>
              <a:rPr lang="en-US" sz="1300" kern="1200" spc="-40" dirty="0">
                <a:solidFill>
                  <a:srgbClr val="4776D5"/>
                </a:solidFill>
                <a:latin typeface="Monaco"/>
                <a:cs typeface="Monaco"/>
              </a:rPr>
              <a:t>0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: 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"batch_size"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}},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dynamo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=True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verify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=True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670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4706" y="6425216"/>
            <a:ext cx="210243" cy="152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87" y="343870"/>
            <a:ext cx="1938659" cy="6886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6482" y="1304947"/>
            <a:ext cx="6895224" cy="2923415"/>
          </a:xfrm>
          <a:custGeom>
            <a:avLst/>
            <a:gdLst/>
            <a:ahLst/>
            <a:cxnLst/>
            <a:rect l="l" t="t" r="r" b="b"/>
            <a:pathLst>
              <a:path w="11372215" h="4821555">
                <a:moveTo>
                  <a:pt x="11186711" y="0"/>
                </a:moveTo>
                <a:lnTo>
                  <a:pt x="184966" y="0"/>
                </a:lnTo>
                <a:lnTo>
                  <a:pt x="135784" y="6607"/>
                </a:lnTo>
                <a:lnTo>
                  <a:pt x="91597" y="25254"/>
                </a:lnTo>
                <a:lnTo>
                  <a:pt x="54164" y="54180"/>
                </a:lnTo>
                <a:lnTo>
                  <a:pt x="25246" y="91620"/>
                </a:lnTo>
                <a:lnTo>
                  <a:pt x="6605" y="135813"/>
                </a:lnTo>
                <a:lnTo>
                  <a:pt x="0" y="184997"/>
                </a:lnTo>
                <a:lnTo>
                  <a:pt x="0" y="4636242"/>
                </a:lnTo>
                <a:lnTo>
                  <a:pt x="6605" y="4685426"/>
                </a:lnTo>
                <a:lnTo>
                  <a:pt x="25246" y="4729619"/>
                </a:lnTo>
                <a:lnTo>
                  <a:pt x="54164" y="4767059"/>
                </a:lnTo>
                <a:lnTo>
                  <a:pt x="91597" y="4795985"/>
                </a:lnTo>
                <a:lnTo>
                  <a:pt x="135784" y="4814632"/>
                </a:lnTo>
                <a:lnTo>
                  <a:pt x="184966" y="4821240"/>
                </a:lnTo>
                <a:lnTo>
                  <a:pt x="11186711" y="4821240"/>
                </a:lnTo>
                <a:lnTo>
                  <a:pt x="11235894" y="4814632"/>
                </a:lnTo>
                <a:lnTo>
                  <a:pt x="11280088" y="4795985"/>
                </a:lnTo>
                <a:lnTo>
                  <a:pt x="11317528" y="4767059"/>
                </a:lnTo>
                <a:lnTo>
                  <a:pt x="11346453" y="4729619"/>
                </a:lnTo>
                <a:lnTo>
                  <a:pt x="11365101" y="4685426"/>
                </a:lnTo>
                <a:lnTo>
                  <a:pt x="11371708" y="4636242"/>
                </a:lnTo>
                <a:lnTo>
                  <a:pt x="11371708" y="184997"/>
                </a:lnTo>
                <a:lnTo>
                  <a:pt x="11365101" y="135813"/>
                </a:lnTo>
                <a:lnTo>
                  <a:pt x="11346453" y="91620"/>
                </a:lnTo>
                <a:lnTo>
                  <a:pt x="11317528" y="54180"/>
                </a:lnTo>
                <a:lnTo>
                  <a:pt x="11280088" y="25254"/>
                </a:lnTo>
                <a:lnTo>
                  <a:pt x="11235894" y="6607"/>
                </a:lnTo>
                <a:lnTo>
                  <a:pt x="11186711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98" y="1405492"/>
            <a:ext cx="4249240" cy="1851811"/>
          </a:xfrm>
          <a:prstGeom prst="rect">
            <a:avLst/>
          </a:prstGeom>
        </p:spPr>
        <p:txBody>
          <a:bodyPr vert="horz" wrap="none" lIns="0" tIns="50822" rIns="0" bIns="0" rtlCol="0">
            <a:spAutoFit/>
          </a:bodyPr>
          <a:lstStyle/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onnxruntime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as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ort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session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ort.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InferenceSession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  <a:r>
              <a:rPr lang="en-US" sz="1300" kern="1200" spc="-40" dirty="0">
                <a:solidFill>
                  <a:srgbClr val="C86764"/>
                </a:solidFill>
                <a:latin typeface="Monaco"/>
                <a:cs typeface="Monaco"/>
              </a:rPr>
              <a:t>"model.onnx"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input_name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session.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get_inputs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()[</a:t>
            </a:r>
            <a:r>
              <a:rPr lang="en-US" sz="1300" kern="1200" spc="-40" dirty="0">
                <a:solidFill>
                  <a:srgbClr val="4776D5"/>
                </a:solidFill>
                <a:latin typeface="Monaco"/>
                <a:cs typeface="Monaco"/>
              </a:rPr>
              <a:t>0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].name</a:t>
            </a:r>
          </a:p>
          <a:p>
            <a:pPr marL="7700" algn="l" defTabSz="457109" rtl="0">
              <a:spcBef>
                <a:spcPts val="10"/>
              </a:spcBef>
            </a:pPr>
            <a:endParaRPr lang="en-US" sz="1300"/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outputs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session.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run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300" kern="1200" spc="-40" dirty="0">
                <a:solidFill>
                  <a:srgbClr val="994BC3"/>
                </a:solidFill>
                <a:latin typeface="Monaco"/>
                <a:cs typeface="Monaco"/>
              </a:rPr>
              <a:t>None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, {input_name: example_input.</a:t>
            </a: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numpy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()}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10"/>
              </a:spcBef>
            </a:pPr>
            <a:r>
              <a:rPr lang="en-US" sz="1300" kern="1200" spc="-40" dirty="0">
                <a:solidFill>
                  <a:srgbClr val="0C959B"/>
                </a:solidFill>
                <a:latin typeface="Monaco"/>
                <a:cs typeface="Monaco"/>
              </a:rPr>
              <a:t>print</a:t>
            </a:r>
            <a:r>
              <a:rPr lang="en-US" sz="1300" kern="1200" spc="-40" dirty="0">
                <a:solidFill>
                  <a:srgbClr val="403E52"/>
                </a:solidFill>
                <a:latin typeface="Monaco"/>
                <a:cs typeface="Monaco"/>
              </a:rPr>
              <a:t>(outputs)</a:t>
            </a:r>
          </a:p>
        </p:txBody>
      </p:sp>
    </p:spTree>
    <p:extLst>
      <p:ext uri="{BB962C8B-B14F-4D97-AF65-F5344CB8AC3E}">
        <p14:creationId xmlns:p14="http://schemas.microsoft.com/office/powerpoint/2010/main" val="147499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611770" y="176799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45" y="161099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9380" y="2390385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40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45" y="139941"/>
                </a:lnTo>
                <a:lnTo>
                  <a:pt x="0" y="139941"/>
                </a:lnTo>
                <a:lnTo>
                  <a:pt x="0" y="161086"/>
                </a:lnTo>
                <a:lnTo>
                  <a:pt x="362445" y="161086"/>
                </a:lnTo>
                <a:lnTo>
                  <a:pt x="235305" y="288544"/>
                </a:lnTo>
                <a:lnTo>
                  <a:pt x="247764" y="301040"/>
                </a:lnTo>
                <a:lnTo>
                  <a:pt x="252666" y="301040"/>
                </a:lnTo>
                <a:lnTo>
                  <a:pt x="395401" y="157988"/>
                </a:lnTo>
                <a:lnTo>
                  <a:pt x="395401" y="14304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1627" y="2973156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96"/>
                </a:lnTo>
                <a:lnTo>
                  <a:pt x="362445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58" y="161099"/>
                </a:lnTo>
                <a:lnTo>
                  <a:pt x="235305" y="288569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945" y="6425216"/>
            <a:ext cx="211385" cy="15235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87" y="343870"/>
            <a:ext cx="1938659" cy="688623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7111595" y="4313668"/>
            <a:ext cx="0" cy="713047"/>
          </a:xfrm>
          <a:custGeom>
            <a:avLst/>
            <a:gdLst/>
            <a:ahLst/>
            <a:cxnLst/>
            <a:rect l="l" t="t" r="r" b="b"/>
            <a:pathLst>
              <a:path h="1176020">
                <a:moveTo>
                  <a:pt x="0" y="0"/>
                </a:moveTo>
                <a:lnTo>
                  <a:pt x="0" y="117554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11595" y="5419237"/>
            <a:ext cx="0" cy="1434949"/>
          </a:xfrm>
          <a:custGeom>
            <a:avLst/>
            <a:gdLst/>
            <a:ahLst/>
            <a:cxnLst/>
            <a:rect l="l" t="t" r="r" b="b"/>
            <a:pathLst>
              <a:path h="2366645">
                <a:moveTo>
                  <a:pt x="0" y="2366575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58076" y="4313668"/>
            <a:ext cx="0" cy="1133867"/>
          </a:xfrm>
          <a:custGeom>
            <a:avLst/>
            <a:gdLst/>
            <a:ahLst/>
            <a:cxnLst/>
            <a:rect l="l" t="t" r="r" b="b"/>
            <a:pathLst>
              <a:path h="1870075">
                <a:moveTo>
                  <a:pt x="0" y="0"/>
                </a:moveTo>
                <a:lnTo>
                  <a:pt x="0" y="1870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58076" y="6348397"/>
            <a:ext cx="0" cy="505909"/>
          </a:xfrm>
          <a:custGeom>
            <a:avLst/>
            <a:gdLst/>
            <a:ahLst/>
            <a:cxnLst/>
            <a:rect l="l" t="t" r="r" b="b"/>
            <a:pathLst>
              <a:path h="834390">
                <a:moveTo>
                  <a:pt x="0" y="834121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646543" y="4347096"/>
            <a:ext cx="0" cy="1618986"/>
          </a:xfrm>
          <a:custGeom>
            <a:avLst/>
            <a:gdLst/>
            <a:ahLst/>
            <a:cxnLst/>
            <a:rect l="l" t="t" r="r" b="b"/>
            <a:pathLst>
              <a:path h="2670175">
                <a:moveTo>
                  <a:pt x="0" y="0"/>
                </a:moveTo>
                <a:lnTo>
                  <a:pt x="0" y="2669930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902210" y="4313668"/>
            <a:ext cx="0" cy="2540710"/>
          </a:xfrm>
          <a:custGeom>
            <a:avLst/>
            <a:gdLst/>
            <a:ahLst/>
            <a:cxnLst/>
            <a:rect l="l" t="t" r="r" b="b"/>
            <a:pathLst>
              <a:path h="4190365">
                <a:moveTo>
                  <a:pt x="0" y="0"/>
                </a:moveTo>
                <a:lnTo>
                  <a:pt x="0" y="418997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60422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297716" y="3630796"/>
            <a:ext cx="0" cy="1218571"/>
          </a:xfrm>
          <a:custGeom>
            <a:avLst/>
            <a:gdLst/>
            <a:ahLst/>
            <a:cxnLst/>
            <a:rect l="l" t="t" r="r" b="b"/>
            <a:pathLst>
              <a:path h="2009775">
                <a:moveTo>
                  <a:pt x="0" y="0"/>
                </a:moveTo>
                <a:lnTo>
                  <a:pt x="0" y="20096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297716" y="5426758"/>
            <a:ext cx="0" cy="424671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233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995370" y="3874338"/>
            <a:ext cx="0" cy="276056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4767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995370" y="4656776"/>
            <a:ext cx="0" cy="1762981"/>
          </a:xfrm>
          <a:custGeom>
            <a:avLst/>
            <a:gdLst/>
            <a:ahLst/>
            <a:cxnLst/>
            <a:rect l="l" t="t" r="r" b="b"/>
            <a:pathLst>
              <a:path h="2907665">
                <a:moveTo>
                  <a:pt x="0" y="2907388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204556" y="3630796"/>
            <a:ext cx="0" cy="2220763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29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553384" y="3945968"/>
            <a:ext cx="0" cy="1428019"/>
          </a:xfrm>
          <a:custGeom>
            <a:avLst/>
            <a:gdLst/>
            <a:ahLst/>
            <a:cxnLst/>
            <a:rect l="l" t="t" r="r" b="b"/>
            <a:pathLst>
              <a:path h="2355215">
                <a:moveTo>
                  <a:pt x="0" y="0"/>
                </a:moveTo>
                <a:lnTo>
                  <a:pt x="0" y="2354894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99863" y="5373792"/>
            <a:ext cx="0" cy="1127322"/>
          </a:xfrm>
          <a:custGeom>
            <a:avLst/>
            <a:gdLst/>
            <a:ahLst/>
            <a:cxnLst/>
            <a:rect l="l" t="t" r="r" b="b"/>
            <a:pathLst>
              <a:path h="1859279">
                <a:moveTo>
                  <a:pt x="0" y="0"/>
                </a:moveTo>
                <a:lnTo>
                  <a:pt x="0" y="18587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506903" y="3630796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  <a:prstDash val="sysDot"/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855729" y="3826584"/>
            <a:ext cx="0" cy="2851032"/>
          </a:xfrm>
          <a:custGeom>
            <a:avLst/>
            <a:gdLst/>
            <a:ahLst/>
            <a:cxnLst/>
            <a:rect l="l" t="t" r="r" b="b"/>
            <a:pathLst>
              <a:path h="4702175">
                <a:moveTo>
                  <a:pt x="0" y="0"/>
                </a:moveTo>
                <a:lnTo>
                  <a:pt x="0" y="470191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809249" y="3874338"/>
            <a:ext cx="0" cy="2349743"/>
          </a:xfrm>
          <a:custGeom>
            <a:avLst/>
            <a:gdLst/>
            <a:ahLst/>
            <a:cxnLst/>
            <a:rect l="l" t="t" r="r" b="b"/>
            <a:pathLst>
              <a:path h="3875404">
                <a:moveTo>
                  <a:pt x="0" y="0"/>
                </a:moveTo>
                <a:lnTo>
                  <a:pt x="0" y="3874942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948691" y="4084453"/>
            <a:ext cx="0" cy="2139525"/>
          </a:xfrm>
          <a:custGeom>
            <a:avLst/>
            <a:gdLst/>
            <a:ahLst/>
            <a:cxnLst/>
            <a:rect l="l" t="t" r="r" b="b"/>
            <a:pathLst>
              <a:path h="3528695">
                <a:moveTo>
                  <a:pt x="0" y="0"/>
                </a:moveTo>
                <a:lnTo>
                  <a:pt x="0" y="3528403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251037" y="3630796"/>
            <a:ext cx="0" cy="256805"/>
          </a:xfrm>
          <a:custGeom>
            <a:avLst/>
            <a:gdLst/>
            <a:ahLst/>
            <a:cxnLst/>
            <a:rect l="l" t="t" r="r" b="b"/>
            <a:pathLst>
              <a:path h="423545">
                <a:moveTo>
                  <a:pt x="0" y="0"/>
                </a:moveTo>
                <a:lnTo>
                  <a:pt x="0" y="423001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251037" y="4235512"/>
            <a:ext cx="0" cy="1988600"/>
          </a:xfrm>
          <a:custGeom>
            <a:avLst/>
            <a:gdLst/>
            <a:ahLst/>
            <a:cxnLst/>
            <a:rect l="l" t="t" r="r" b="b"/>
            <a:pathLst>
              <a:path h="3279775">
                <a:moveTo>
                  <a:pt x="0" y="3279262"/>
                </a:moveTo>
                <a:lnTo>
                  <a:pt x="0" y="0"/>
                </a:lnTo>
              </a:path>
            </a:pathLst>
          </a:custGeom>
          <a:ln w="15762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6035" y="4920135"/>
            <a:ext cx="196298" cy="19618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8057728" y="5359546"/>
            <a:ext cx="196357" cy="191352"/>
            <a:chOff x="13287506" y="8838702"/>
            <a:chExt cx="323850" cy="315595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38733" y="8889764"/>
              <a:ext cx="220669" cy="21264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287506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89" y="0"/>
                  </a:moveTo>
                  <a:lnTo>
                    <a:pt x="101731" y="11420"/>
                  </a:lnTo>
                  <a:lnTo>
                    <a:pt x="50175" y="43579"/>
                  </a:lnTo>
                  <a:lnTo>
                    <a:pt x="13923" y="93985"/>
                  </a:lnTo>
                  <a:lnTo>
                    <a:pt x="0" y="157714"/>
                  </a:lnTo>
                  <a:lnTo>
                    <a:pt x="3677" y="190924"/>
                  </a:lnTo>
                  <a:lnTo>
                    <a:pt x="29488" y="248878"/>
                  </a:lnTo>
                  <a:lnTo>
                    <a:pt x="74541" y="290423"/>
                  </a:lnTo>
                  <a:lnTo>
                    <a:pt x="131022" y="312607"/>
                  </a:lnTo>
                  <a:lnTo>
                    <a:pt x="161889" y="315429"/>
                  </a:lnTo>
                  <a:lnTo>
                    <a:pt x="192757" y="312607"/>
                  </a:lnTo>
                  <a:lnTo>
                    <a:pt x="249238" y="290423"/>
                  </a:lnTo>
                  <a:lnTo>
                    <a:pt x="294291" y="248878"/>
                  </a:lnTo>
                  <a:lnTo>
                    <a:pt x="312676" y="213043"/>
                  </a:lnTo>
                  <a:lnTo>
                    <a:pt x="157161" y="213043"/>
                  </a:lnTo>
                  <a:lnTo>
                    <a:pt x="158570" y="212911"/>
                  </a:lnTo>
                  <a:lnTo>
                    <a:pt x="155125" y="212911"/>
                  </a:lnTo>
                  <a:lnTo>
                    <a:pt x="145470" y="211074"/>
                  </a:lnTo>
                  <a:lnTo>
                    <a:pt x="148832" y="211074"/>
                  </a:lnTo>
                  <a:lnTo>
                    <a:pt x="146359" y="210352"/>
                  </a:lnTo>
                  <a:lnTo>
                    <a:pt x="143434" y="210352"/>
                  </a:lnTo>
                  <a:lnTo>
                    <a:pt x="134897" y="207004"/>
                  </a:lnTo>
                  <a:lnTo>
                    <a:pt x="136712" y="207004"/>
                  </a:lnTo>
                  <a:lnTo>
                    <a:pt x="134998" y="206151"/>
                  </a:lnTo>
                  <a:lnTo>
                    <a:pt x="132926" y="206151"/>
                  </a:lnTo>
                  <a:lnTo>
                    <a:pt x="124717" y="201032"/>
                  </a:lnTo>
                  <a:lnTo>
                    <a:pt x="126228" y="201032"/>
                  </a:lnTo>
                  <a:lnTo>
                    <a:pt x="124510" y="199719"/>
                  </a:lnTo>
                  <a:lnTo>
                    <a:pt x="123075" y="199719"/>
                  </a:lnTo>
                  <a:lnTo>
                    <a:pt x="116321" y="193484"/>
                  </a:lnTo>
                  <a:lnTo>
                    <a:pt x="115785" y="193484"/>
                  </a:lnTo>
                  <a:lnTo>
                    <a:pt x="115711" y="193353"/>
                  </a:lnTo>
                  <a:lnTo>
                    <a:pt x="109283" y="184427"/>
                  </a:lnTo>
                  <a:lnTo>
                    <a:pt x="109509" y="184427"/>
                  </a:lnTo>
                  <a:lnTo>
                    <a:pt x="105474" y="175238"/>
                  </a:lnTo>
                  <a:lnTo>
                    <a:pt x="106437" y="175238"/>
                  </a:lnTo>
                  <a:lnTo>
                    <a:pt x="106087" y="174188"/>
                  </a:lnTo>
                  <a:lnTo>
                    <a:pt x="104949" y="174188"/>
                  </a:lnTo>
                  <a:lnTo>
                    <a:pt x="102584" y="163687"/>
                  </a:lnTo>
                  <a:lnTo>
                    <a:pt x="103764" y="163687"/>
                  </a:lnTo>
                  <a:lnTo>
                    <a:pt x="103727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27" y="152070"/>
                  </a:lnTo>
                  <a:lnTo>
                    <a:pt x="103764" y="151742"/>
                  </a:lnTo>
                  <a:lnTo>
                    <a:pt x="102584" y="151742"/>
                  </a:lnTo>
                  <a:lnTo>
                    <a:pt x="104949" y="141241"/>
                  </a:lnTo>
                  <a:lnTo>
                    <a:pt x="106087" y="141241"/>
                  </a:lnTo>
                  <a:lnTo>
                    <a:pt x="106459" y="140125"/>
                  </a:lnTo>
                  <a:lnTo>
                    <a:pt x="105474" y="140125"/>
                  </a:lnTo>
                  <a:lnTo>
                    <a:pt x="109480" y="131068"/>
                  </a:lnTo>
                  <a:lnTo>
                    <a:pt x="109236" y="131068"/>
                  </a:lnTo>
                  <a:lnTo>
                    <a:pt x="115691" y="122076"/>
                  </a:lnTo>
                  <a:lnTo>
                    <a:pt x="115785" y="121945"/>
                  </a:lnTo>
                  <a:lnTo>
                    <a:pt x="116321" y="121945"/>
                  </a:lnTo>
                  <a:lnTo>
                    <a:pt x="123075" y="115710"/>
                  </a:lnTo>
                  <a:lnTo>
                    <a:pt x="124510" y="115710"/>
                  </a:lnTo>
                  <a:lnTo>
                    <a:pt x="126228" y="114397"/>
                  </a:lnTo>
                  <a:lnTo>
                    <a:pt x="124717" y="114397"/>
                  </a:lnTo>
                  <a:lnTo>
                    <a:pt x="132926" y="109278"/>
                  </a:lnTo>
                  <a:lnTo>
                    <a:pt x="134998" y="109278"/>
                  </a:lnTo>
                  <a:lnTo>
                    <a:pt x="136712" y="108424"/>
                  </a:lnTo>
                  <a:lnTo>
                    <a:pt x="134897" y="108424"/>
                  </a:lnTo>
                  <a:lnTo>
                    <a:pt x="143434" y="105077"/>
                  </a:lnTo>
                  <a:lnTo>
                    <a:pt x="146359" y="105077"/>
                  </a:lnTo>
                  <a:lnTo>
                    <a:pt x="148832" y="104355"/>
                  </a:lnTo>
                  <a:lnTo>
                    <a:pt x="145470" y="104355"/>
                  </a:lnTo>
                  <a:lnTo>
                    <a:pt x="155125" y="102517"/>
                  </a:lnTo>
                  <a:lnTo>
                    <a:pt x="158570" y="102517"/>
                  </a:lnTo>
                  <a:lnTo>
                    <a:pt x="157161" y="102386"/>
                  </a:lnTo>
                  <a:lnTo>
                    <a:pt x="312676" y="102386"/>
                  </a:lnTo>
                  <a:lnTo>
                    <a:pt x="294291" y="66551"/>
                  </a:lnTo>
                  <a:lnTo>
                    <a:pt x="249238" y="25005"/>
                  </a:lnTo>
                  <a:lnTo>
                    <a:pt x="192757" y="2822"/>
                  </a:lnTo>
                  <a:lnTo>
                    <a:pt x="161889" y="0"/>
                  </a:lnTo>
                  <a:close/>
                </a:path>
                <a:path w="323850" h="315595">
                  <a:moveTo>
                    <a:pt x="161889" y="212602"/>
                  </a:moveTo>
                  <a:lnTo>
                    <a:pt x="157161" y="213043"/>
                  </a:lnTo>
                  <a:lnTo>
                    <a:pt x="166618" y="213043"/>
                  </a:lnTo>
                  <a:lnTo>
                    <a:pt x="161889" y="212602"/>
                  </a:lnTo>
                  <a:close/>
                </a:path>
                <a:path w="323850" h="315595">
                  <a:moveTo>
                    <a:pt x="173374" y="211533"/>
                  </a:moveTo>
                  <a:lnTo>
                    <a:pt x="161889" y="212602"/>
                  </a:lnTo>
                  <a:lnTo>
                    <a:pt x="166618" y="213043"/>
                  </a:lnTo>
                  <a:lnTo>
                    <a:pt x="312676" y="213043"/>
                  </a:lnTo>
                  <a:lnTo>
                    <a:pt x="312720" y="212911"/>
                  </a:lnTo>
                  <a:lnTo>
                    <a:pt x="168654" y="212911"/>
                  </a:lnTo>
                  <a:lnTo>
                    <a:pt x="173374" y="211533"/>
                  </a:lnTo>
                  <a:close/>
                </a:path>
                <a:path w="323850" h="315595">
                  <a:moveTo>
                    <a:pt x="145470" y="211074"/>
                  </a:moveTo>
                  <a:lnTo>
                    <a:pt x="155125" y="212911"/>
                  </a:lnTo>
                  <a:lnTo>
                    <a:pt x="150405" y="211533"/>
                  </a:lnTo>
                  <a:lnTo>
                    <a:pt x="145470" y="211074"/>
                  </a:lnTo>
                  <a:close/>
                </a:path>
                <a:path w="323850" h="315595">
                  <a:moveTo>
                    <a:pt x="150405" y="211533"/>
                  </a:moveTo>
                  <a:lnTo>
                    <a:pt x="155125" y="212911"/>
                  </a:lnTo>
                  <a:lnTo>
                    <a:pt x="158570" y="212911"/>
                  </a:lnTo>
                  <a:lnTo>
                    <a:pt x="161889" y="212602"/>
                  </a:lnTo>
                  <a:lnTo>
                    <a:pt x="150405" y="211533"/>
                  </a:lnTo>
                  <a:close/>
                </a:path>
                <a:path w="323850" h="315595">
                  <a:moveTo>
                    <a:pt x="178308" y="211074"/>
                  </a:moveTo>
                  <a:lnTo>
                    <a:pt x="173374" y="211533"/>
                  </a:lnTo>
                  <a:lnTo>
                    <a:pt x="168654" y="212911"/>
                  </a:lnTo>
                  <a:lnTo>
                    <a:pt x="178308" y="211074"/>
                  </a:lnTo>
                  <a:close/>
                </a:path>
                <a:path w="323850" h="315595">
                  <a:moveTo>
                    <a:pt x="313337" y="211074"/>
                  </a:moveTo>
                  <a:lnTo>
                    <a:pt x="178308" y="211074"/>
                  </a:lnTo>
                  <a:lnTo>
                    <a:pt x="168654" y="212911"/>
                  </a:lnTo>
                  <a:lnTo>
                    <a:pt x="312720" y="212911"/>
                  </a:lnTo>
                  <a:lnTo>
                    <a:pt x="313337" y="211074"/>
                  </a:lnTo>
                  <a:close/>
                </a:path>
                <a:path w="323850" h="315595">
                  <a:moveTo>
                    <a:pt x="148832" y="211074"/>
                  </a:moveTo>
                  <a:lnTo>
                    <a:pt x="145470" y="211074"/>
                  </a:lnTo>
                  <a:lnTo>
                    <a:pt x="150405" y="211533"/>
                  </a:lnTo>
                  <a:lnTo>
                    <a:pt x="148832" y="211074"/>
                  </a:lnTo>
                  <a:close/>
                </a:path>
                <a:path w="323850" h="315595">
                  <a:moveTo>
                    <a:pt x="184492" y="208286"/>
                  </a:moveTo>
                  <a:lnTo>
                    <a:pt x="173374" y="211533"/>
                  </a:lnTo>
                  <a:lnTo>
                    <a:pt x="178308" y="211074"/>
                  </a:lnTo>
                  <a:lnTo>
                    <a:pt x="313337" y="211074"/>
                  </a:lnTo>
                  <a:lnTo>
                    <a:pt x="313579" y="210352"/>
                  </a:lnTo>
                  <a:lnTo>
                    <a:pt x="180344" y="210352"/>
                  </a:lnTo>
                  <a:lnTo>
                    <a:pt x="184492" y="208286"/>
                  </a:lnTo>
                  <a:close/>
                </a:path>
                <a:path w="323850" h="315595">
                  <a:moveTo>
                    <a:pt x="134897" y="207004"/>
                  </a:moveTo>
                  <a:lnTo>
                    <a:pt x="143434" y="210352"/>
                  </a:lnTo>
                  <a:lnTo>
                    <a:pt x="139287" y="208286"/>
                  </a:lnTo>
                  <a:lnTo>
                    <a:pt x="134897" y="207004"/>
                  </a:lnTo>
                  <a:close/>
                </a:path>
                <a:path w="323850" h="315595">
                  <a:moveTo>
                    <a:pt x="139287" y="208286"/>
                  </a:moveTo>
                  <a:lnTo>
                    <a:pt x="143434" y="210352"/>
                  </a:lnTo>
                  <a:lnTo>
                    <a:pt x="146359" y="210352"/>
                  </a:lnTo>
                  <a:lnTo>
                    <a:pt x="139287" y="208286"/>
                  </a:lnTo>
                  <a:close/>
                </a:path>
                <a:path w="323850" h="315595">
                  <a:moveTo>
                    <a:pt x="188882" y="207004"/>
                  </a:moveTo>
                  <a:lnTo>
                    <a:pt x="184492" y="208286"/>
                  </a:lnTo>
                  <a:lnTo>
                    <a:pt x="180344" y="210352"/>
                  </a:lnTo>
                  <a:lnTo>
                    <a:pt x="188882" y="207004"/>
                  </a:lnTo>
                  <a:close/>
                </a:path>
                <a:path w="323850" h="315595">
                  <a:moveTo>
                    <a:pt x="314703" y="207004"/>
                  </a:moveTo>
                  <a:lnTo>
                    <a:pt x="188882" y="207004"/>
                  </a:lnTo>
                  <a:lnTo>
                    <a:pt x="180344" y="210352"/>
                  </a:lnTo>
                  <a:lnTo>
                    <a:pt x="313579" y="210352"/>
                  </a:lnTo>
                  <a:lnTo>
                    <a:pt x="314703" y="207004"/>
                  </a:lnTo>
                  <a:close/>
                </a:path>
                <a:path w="323850" h="315595">
                  <a:moveTo>
                    <a:pt x="136712" y="207004"/>
                  </a:moveTo>
                  <a:lnTo>
                    <a:pt x="134897" y="207004"/>
                  </a:lnTo>
                  <a:lnTo>
                    <a:pt x="139287" y="208286"/>
                  </a:lnTo>
                  <a:lnTo>
                    <a:pt x="136712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492" y="208286"/>
                  </a:lnTo>
                  <a:lnTo>
                    <a:pt x="188882" y="207004"/>
                  </a:lnTo>
                  <a:lnTo>
                    <a:pt x="314703" y="207004"/>
                  </a:lnTo>
                  <a:lnTo>
                    <a:pt x="314990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717" y="201032"/>
                  </a:moveTo>
                  <a:lnTo>
                    <a:pt x="132926" y="206151"/>
                  </a:lnTo>
                  <a:lnTo>
                    <a:pt x="129052" y="203190"/>
                  </a:lnTo>
                  <a:lnTo>
                    <a:pt x="124717" y="201032"/>
                  </a:lnTo>
                  <a:close/>
                </a:path>
                <a:path w="323850" h="315595">
                  <a:moveTo>
                    <a:pt x="129052" y="203190"/>
                  </a:moveTo>
                  <a:lnTo>
                    <a:pt x="132926" y="206151"/>
                  </a:lnTo>
                  <a:lnTo>
                    <a:pt x="134998" y="206151"/>
                  </a:lnTo>
                  <a:lnTo>
                    <a:pt x="129052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708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90" y="206151"/>
                  </a:lnTo>
                  <a:lnTo>
                    <a:pt x="316708" y="201032"/>
                  </a:lnTo>
                  <a:close/>
                </a:path>
                <a:path w="323850" h="315595">
                  <a:moveTo>
                    <a:pt x="126228" y="201032"/>
                  </a:moveTo>
                  <a:lnTo>
                    <a:pt x="124717" y="201032"/>
                  </a:lnTo>
                  <a:lnTo>
                    <a:pt x="129052" y="203190"/>
                  </a:lnTo>
                  <a:lnTo>
                    <a:pt x="126228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708" y="201032"/>
                  </a:lnTo>
                  <a:lnTo>
                    <a:pt x="317149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51" y="193484"/>
                  </a:moveTo>
                  <a:lnTo>
                    <a:pt x="123075" y="199719"/>
                  </a:lnTo>
                  <a:lnTo>
                    <a:pt x="119893" y="196191"/>
                  </a:lnTo>
                  <a:lnTo>
                    <a:pt x="116351" y="193484"/>
                  </a:lnTo>
                  <a:close/>
                </a:path>
                <a:path w="323850" h="315595">
                  <a:moveTo>
                    <a:pt x="119893" y="196191"/>
                  </a:moveTo>
                  <a:lnTo>
                    <a:pt x="123075" y="199719"/>
                  </a:lnTo>
                  <a:lnTo>
                    <a:pt x="124510" y="199719"/>
                  </a:lnTo>
                  <a:lnTo>
                    <a:pt x="119893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88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49" y="199719"/>
                  </a:lnTo>
                  <a:lnTo>
                    <a:pt x="319242" y="193484"/>
                  </a:lnTo>
                  <a:lnTo>
                    <a:pt x="207993" y="193484"/>
                  </a:lnTo>
                  <a:lnTo>
                    <a:pt x="208088" y="193353"/>
                  </a:lnTo>
                  <a:close/>
                </a:path>
                <a:path w="323850" h="315595">
                  <a:moveTo>
                    <a:pt x="117333" y="193353"/>
                  </a:moveTo>
                  <a:lnTo>
                    <a:pt x="116179" y="193353"/>
                  </a:lnTo>
                  <a:lnTo>
                    <a:pt x="119893" y="196191"/>
                  </a:lnTo>
                  <a:lnTo>
                    <a:pt x="117452" y="193484"/>
                  </a:lnTo>
                  <a:lnTo>
                    <a:pt x="117333" y="193353"/>
                  </a:lnTo>
                  <a:close/>
                </a:path>
                <a:path w="323850" h="315595">
                  <a:moveTo>
                    <a:pt x="210790" y="188535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68" y="193353"/>
                  </a:lnTo>
                  <a:lnTo>
                    <a:pt x="210790" y="188535"/>
                  </a:lnTo>
                  <a:close/>
                </a:path>
                <a:path w="323850" h="315595">
                  <a:moveTo>
                    <a:pt x="112988" y="188535"/>
                  </a:moveTo>
                  <a:lnTo>
                    <a:pt x="115691" y="193353"/>
                  </a:lnTo>
                  <a:lnTo>
                    <a:pt x="115785" y="193484"/>
                  </a:lnTo>
                  <a:lnTo>
                    <a:pt x="116321" y="193484"/>
                  </a:lnTo>
                  <a:lnTo>
                    <a:pt x="116179" y="193353"/>
                  </a:lnTo>
                  <a:lnTo>
                    <a:pt x="117333" y="193353"/>
                  </a:lnTo>
                  <a:lnTo>
                    <a:pt x="112988" y="188535"/>
                  </a:lnTo>
                  <a:close/>
                </a:path>
                <a:path w="323850" h="315595">
                  <a:moveTo>
                    <a:pt x="321838" y="175238"/>
                  </a:moveTo>
                  <a:lnTo>
                    <a:pt x="218304" y="175238"/>
                  </a:lnTo>
                  <a:lnTo>
                    <a:pt x="214269" y="184427"/>
                  </a:lnTo>
                  <a:lnTo>
                    <a:pt x="214495" y="184427"/>
                  </a:lnTo>
                  <a:lnTo>
                    <a:pt x="208068" y="193353"/>
                  </a:lnTo>
                  <a:lnTo>
                    <a:pt x="207993" y="193484"/>
                  </a:lnTo>
                  <a:lnTo>
                    <a:pt x="319242" y="193484"/>
                  </a:lnTo>
                  <a:lnTo>
                    <a:pt x="320101" y="190924"/>
                  </a:lnTo>
                  <a:lnTo>
                    <a:pt x="321838" y="175238"/>
                  </a:lnTo>
                  <a:close/>
                </a:path>
                <a:path w="323850" h="315595">
                  <a:moveTo>
                    <a:pt x="109283" y="184427"/>
                  </a:moveTo>
                  <a:lnTo>
                    <a:pt x="115691" y="193353"/>
                  </a:lnTo>
                  <a:lnTo>
                    <a:pt x="112988" y="188535"/>
                  </a:lnTo>
                  <a:lnTo>
                    <a:pt x="109283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90" y="188535"/>
                  </a:lnTo>
                  <a:lnTo>
                    <a:pt x="20806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25" y="179398"/>
                  </a:moveTo>
                  <a:lnTo>
                    <a:pt x="109502" y="184427"/>
                  </a:lnTo>
                  <a:lnTo>
                    <a:pt x="109283" y="184427"/>
                  </a:lnTo>
                  <a:lnTo>
                    <a:pt x="112988" y="188535"/>
                  </a:lnTo>
                  <a:lnTo>
                    <a:pt x="107825" y="179398"/>
                  </a:lnTo>
                  <a:close/>
                </a:path>
                <a:path w="323850" h="315595">
                  <a:moveTo>
                    <a:pt x="215954" y="179398"/>
                  </a:moveTo>
                  <a:lnTo>
                    <a:pt x="210790" y="188535"/>
                  </a:lnTo>
                  <a:lnTo>
                    <a:pt x="214495" y="184427"/>
                  </a:lnTo>
                  <a:lnTo>
                    <a:pt x="214276" y="184427"/>
                  </a:lnTo>
                  <a:lnTo>
                    <a:pt x="215954" y="179398"/>
                  </a:lnTo>
                  <a:close/>
                </a:path>
                <a:path w="323850" h="315595">
                  <a:moveTo>
                    <a:pt x="105474" y="175238"/>
                  </a:moveTo>
                  <a:lnTo>
                    <a:pt x="109509" y="184427"/>
                  </a:lnTo>
                  <a:lnTo>
                    <a:pt x="107825" y="179398"/>
                  </a:lnTo>
                  <a:lnTo>
                    <a:pt x="105474" y="175238"/>
                  </a:lnTo>
                  <a:close/>
                </a:path>
                <a:path w="323850" h="315595">
                  <a:moveTo>
                    <a:pt x="218304" y="175238"/>
                  </a:moveTo>
                  <a:lnTo>
                    <a:pt x="215954" y="179398"/>
                  </a:lnTo>
                  <a:lnTo>
                    <a:pt x="214276" y="184427"/>
                  </a:lnTo>
                  <a:lnTo>
                    <a:pt x="218304" y="175238"/>
                  </a:lnTo>
                  <a:close/>
                </a:path>
                <a:path w="323850" h="315595">
                  <a:moveTo>
                    <a:pt x="106437" y="175238"/>
                  </a:moveTo>
                  <a:lnTo>
                    <a:pt x="105474" y="175238"/>
                  </a:lnTo>
                  <a:lnTo>
                    <a:pt x="107825" y="179398"/>
                  </a:lnTo>
                  <a:lnTo>
                    <a:pt x="106437" y="175238"/>
                  </a:lnTo>
                  <a:close/>
                </a:path>
                <a:path w="323850" h="315595">
                  <a:moveTo>
                    <a:pt x="219412" y="169031"/>
                  </a:moveTo>
                  <a:lnTo>
                    <a:pt x="215954" y="179398"/>
                  </a:lnTo>
                  <a:lnTo>
                    <a:pt x="218304" y="175238"/>
                  </a:lnTo>
                  <a:lnTo>
                    <a:pt x="321838" y="175238"/>
                  </a:lnTo>
                  <a:lnTo>
                    <a:pt x="321955" y="174188"/>
                  </a:lnTo>
                  <a:lnTo>
                    <a:pt x="218830" y="174188"/>
                  </a:lnTo>
                  <a:lnTo>
                    <a:pt x="219412" y="169031"/>
                  </a:lnTo>
                  <a:close/>
                </a:path>
                <a:path w="323850" h="315595">
                  <a:moveTo>
                    <a:pt x="102584" y="163687"/>
                  </a:moveTo>
                  <a:lnTo>
                    <a:pt x="104949" y="174188"/>
                  </a:lnTo>
                  <a:lnTo>
                    <a:pt x="104367" y="169031"/>
                  </a:lnTo>
                  <a:lnTo>
                    <a:pt x="102584" y="163687"/>
                  </a:lnTo>
                  <a:close/>
                </a:path>
                <a:path w="323850" h="315595">
                  <a:moveTo>
                    <a:pt x="104367" y="169031"/>
                  </a:moveTo>
                  <a:lnTo>
                    <a:pt x="104949" y="174188"/>
                  </a:lnTo>
                  <a:lnTo>
                    <a:pt x="106087" y="174188"/>
                  </a:lnTo>
                  <a:lnTo>
                    <a:pt x="104367" y="169031"/>
                  </a:lnTo>
                  <a:close/>
                </a:path>
                <a:path w="323850" h="315595">
                  <a:moveTo>
                    <a:pt x="221194" y="163687"/>
                  </a:moveTo>
                  <a:lnTo>
                    <a:pt x="219412" y="169031"/>
                  </a:lnTo>
                  <a:lnTo>
                    <a:pt x="218830" y="174188"/>
                  </a:lnTo>
                  <a:lnTo>
                    <a:pt x="221194" y="163687"/>
                  </a:lnTo>
                  <a:close/>
                </a:path>
                <a:path w="323850" h="315595">
                  <a:moveTo>
                    <a:pt x="323118" y="163687"/>
                  </a:moveTo>
                  <a:lnTo>
                    <a:pt x="221194" y="163687"/>
                  </a:lnTo>
                  <a:lnTo>
                    <a:pt x="218830" y="174188"/>
                  </a:lnTo>
                  <a:lnTo>
                    <a:pt x="321955" y="174188"/>
                  </a:lnTo>
                  <a:lnTo>
                    <a:pt x="323118" y="163687"/>
                  </a:lnTo>
                  <a:close/>
                </a:path>
                <a:path w="323850" h="315595">
                  <a:moveTo>
                    <a:pt x="103764" y="163687"/>
                  </a:moveTo>
                  <a:lnTo>
                    <a:pt x="102584" y="163687"/>
                  </a:lnTo>
                  <a:lnTo>
                    <a:pt x="104367" y="169031"/>
                  </a:lnTo>
                  <a:lnTo>
                    <a:pt x="103764" y="163687"/>
                  </a:lnTo>
                  <a:close/>
                </a:path>
                <a:path w="323850" h="315595">
                  <a:moveTo>
                    <a:pt x="323154" y="152070"/>
                  </a:moveTo>
                  <a:lnTo>
                    <a:pt x="221325" y="152070"/>
                  </a:lnTo>
                  <a:lnTo>
                    <a:pt x="221325" y="163359"/>
                  </a:lnTo>
                  <a:lnTo>
                    <a:pt x="220052" y="163359"/>
                  </a:lnTo>
                  <a:lnTo>
                    <a:pt x="219412" y="169031"/>
                  </a:lnTo>
                  <a:lnTo>
                    <a:pt x="221194" y="163687"/>
                  </a:lnTo>
                  <a:lnTo>
                    <a:pt x="323118" y="163687"/>
                  </a:lnTo>
                  <a:lnTo>
                    <a:pt x="323154" y="163359"/>
                  </a:lnTo>
                  <a:lnTo>
                    <a:pt x="221325" y="163359"/>
                  </a:lnTo>
                  <a:lnTo>
                    <a:pt x="220689" y="157714"/>
                  </a:lnTo>
                  <a:lnTo>
                    <a:pt x="323779" y="157714"/>
                  </a:lnTo>
                  <a:lnTo>
                    <a:pt x="323154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90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90" y="157714"/>
                  </a:moveTo>
                  <a:lnTo>
                    <a:pt x="102453" y="163359"/>
                  </a:lnTo>
                  <a:lnTo>
                    <a:pt x="103727" y="163359"/>
                  </a:lnTo>
                  <a:lnTo>
                    <a:pt x="103090" y="157714"/>
                  </a:lnTo>
                  <a:close/>
                </a:path>
                <a:path w="323850" h="315595">
                  <a:moveTo>
                    <a:pt x="221325" y="152070"/>
                  </a:moveTo>
                  <a:lnTo>
                    <a:pt x="220689" y="157714"/>
                  </a:lnTo>
                  <a:lnTo>
                    <a:pt x="221325" y="163359"/>
                  </a:lnTo>
                  <a:lnTo>
                    <a:pt x="221325" y="152070"/>
                  </a:lnTo>
                  <a:close/>
                </a:path>
                <a:path w="323850" h="315595">
                  <a:moveTo>
                    <a:pt x="103727" y="152070"/>
                  </a:moveTo>
                  <a:lnTo>
                    <a:pt x="102453" y="152070"/>
                  </a:lnTo>
                  <a:lnTo>
                    <a:pt x="103090" y="157714"/>
                  </a:lnTo>
                  <a:lnTo>
                    <a:pt x="103727" y="152070"/>
                  </a:lnTo>
                  <a:close/>
                </a:path>
                <a:path w="323850" h="315595">
                  <a:moveTo>
                    <a:pt x="321955" y="141241"/>
                  </a:moveTo>
                  <a:lnTo>
                    <a:pt x="218830" y="141241"/>
                  </a:lnTo>
                  <a:lnTo>
                    <a:pt x="221194" y="151742"/>
                  </a:lnTo>
                  <a:lnTo>
                    <a:pt x="220015" y="151742"/>
                  </a:lnTo>
                  <a:lnTo>
                    <a:pt x="220689" y="157714"/>
                  </a:lnTo>
                  <a:lnTo>
                    <a:pt x="221325" y="152070"/>
                  </a:lnTo>
                  <a:lnTo>
                    <a:pt x="323154" y="152070"/>
                  </a:lnTo>
                  <a:lnTo>
                    <a:pt x="323118" y="151742"/>
                  </a:lnTo>
                  <a:lnTo>
                    <a:pt x="221194" y="151742"/>
                  </a:lnTo>
                  <a:lnTo>
                    <a:pt x="219412" y="146398"/>
                  </a:lnTo>
                  <a:lnTo>
                    <a:pt x="322526" y="146398"/>
                  </a:lnTo>
                  <a:lnTo>
                    <a:pt x="321955" y="141241"/>
                  </a:lnTo>
                  <a:close/>
                </a:path>
                <a:path w="323850" h="315595">
                  <a:moveTo>
                    <a:pt x="104949" y="141241"/>
                  </a:moveTo>
                  <a:lnTo>
                    <a:pt x="102584" y="151742"/>
                  </a:lnTo>
                  <a:lnTo>
                    <a:pt x="104367" y="146398"/>
                  </a:lnTo>
                  <a:lnTo>
                    <a:pt x="104949" y="141241"/>
                  </a:lnTo>
                  <a:close/>
                </a:path>
                <a:path w="323850" h="315595">
                  <a:moveTo>
                    <a:pt x="104367" y="146398"/>
                  </a:moveTo>
                  <a:lnTo>
                    <a:pt x="102584" y="151742"/>
                  </a:lnTo>
                  <a:lnTo>
                    <a:pt x="103764" y="151742"/>
                  </a:lnTo>
                  <a:lnTo>
                    <a:pt x="104367" y="146398"/>
                  </a:lnTo>
                  <a:close/>
                </a:path>
                <a:path w="323850" h="315595">
                  <a:moveTo>
                    <a:pt x="218830" y="141241"/>
                  </a:moveTo>
                  <a:lnTo>
                    <a:pt x="219412" y="146398"/>
                  </a:lnTo>
                  <a:lnTo>
                    <a:pt x="221194" y="151742"/>
                  </a:lnTo>
                  <a:lnTo>
                    <a:pt x="218830" y="141241"/>
                  </a:lnTo>
                  <a:close/>
                </a:path>
                <a:path w="323850" h="315595">
                  <a:moveTo>
                    <a:pt x="106087" y="141241"/>
                  </a:moveTo>
                  <a:lnTo>
                    <a:pt x="104949" y="141241"/>
                  </a:lnTo>
                  <a:lnTo>
                    <a:pt x="104367" y="146398"/>
                  </a:lnTo>
                  <a:lnTo>
                    <a:pt x="106087" y="141241"/>
                  </a:lnTo>
                  <a:close/>
                </a:path>
                <a:path w="323850" h="315595">
                  <a:moveTo>
                    <a:pt x="215913" y="135908"/>
                  </a:moveTo>
                  <a:lnTo>
                    <a:pt x="219412" y="146398"/>
                  </a:lnTo>
                  <a:lnTo>
                    <a:pt x="218830" y="141241"/>
                  </a:lnTo>
                  <a:lnTo>
                    <a:pt x="321955" y="141241"/>
                  </a:lnTo>
                  <a:lnTo>
                    <a:pt x="321831" y="140125"/>
                  </a:lnTo>
                  <a:lnTo>
                    <a:pt x="218304" y="140125"/>
                  </a:lnTo>
                  <a:lnTo>
                    <a:pt x="215913" y="135908"/>
                  </a:lnTo>
                  <a:close/>
                </a:path>
                <a:path w="323850" h="315595">
                  <a:moveTo>
                    <a:pt x="109480" y="131068"/>
                  </a:moveTo>
                  <a:lnTo>
                    <a:pt x="105474" y="140125"/>
                  </a:lnTo>
                  <a:lnTo>
                    <a:pt x="107866" y="135908"/>
                  </a:lnTo>
                  <a:lnTo>
                    <a:pt x="109480" y="131068"/>
                  </a:lnTo>
                  <a:close/>
                </a:path>
                <a:path w="323850" h="315595">
                  <a:moveTo>
                    <a:pt x="107866" y="135908"/>
                  </a:moveTo>
                  <a:lnTo>
                    <a:pt x="105474" y="140125"/>
                  </a:lnTo>
                  <a:lnTo>
                    <a:pt x="106459" y="140125"/>
                  </a:lnTo>
                  <a:lnTo>
                    <a:pt x="107866" y="135908"/>
                  </a:lnTo>
                  <a:close/>
                </a:path>
                <a:path w="323850" h="315595">
                  <a:moveTo>
                    <a:pt x="214298" y="131068"/>
                  </a:moveTo>
                  <a:lnTo>
                    <a:pt x="215913" y="135908"/>
                  </a:lnTo>
                  <a:lnTo>
                    <a:pt x="218304" y="140125"/>
                  </a:lnTo>
                  <a:lnTo>
                    <a:pt x="214298" y="131068"/>
                  </a:lnTo>
                  <a:close/>
                </a:path>
                <a:path w="323850" h="315595">
                  <a:moveTo>
                    <a:pt x="319242" y="121945"/>
                  </a:moveTo>
                  <a:lnTo>
                    <a:pt x="207993" y="121945"/>
                  </a:lnTo>
                  <a:lnTo>
                    <a:pt x="214542" y="131068"/>
                  </a:lnTo>
                  <a:lnTo>
                    <a:pt x="214298" y="131068"/>
                  </a:lnTo>
                  <a:lnTo>
                    <a:pt x="218304" y="140125"/>
                  </a:lnTo>
                  <a:lnTo>
                    <a:pt x="321831" y="140125"/>
                  </a:lnTo>
                  <a:lnTo>
                    <a:pt x="320101" y="124504"/>
                  </a:lnTo>
                  <a:lnTo>
                    <a:pt x="319286" y="122076"/>
                  </a:lnTo>
                  <a:lnTo>
                    <a:pt x="319242" y="121945"/>
                  </a:lnTo>
                  <a:close/>
                </a:path>
                <a:path w="323850" h="315595">
                  <a:moveTo>
                    <a:pt x="112961" y="126924"/>
                  </a:moveTo>
                  <a:lnTo>
                    <a:pt x="109224" y="131068"/>
                  </a:lnTo>
                  <a:lnTo>
                    <a:pt x="109480" y="131068"/>
                  </a:lnTo>
                  <a:lnTo>
                    <a:pt x="107866" y="135908"/>
                  </a:lnTo>
                  <a:lnTo>
                    <a:pt x="112961" y="126924"/>
                  </a:lnTo>
                  <a:close/>
                </a:path>
                <a:path w="323850" h="315595">
                  <a:moveTo>
                    <a:pt x="210817" y="126924"/>
                  </a:moveTo>
                  <a:lnTo>
                    <a:pt x="215913" y="135908"/>
                  </a:lnTo>
                  <a:lnTo>
                    <a:pt x="214298" y="131068"/>
                  </a:lnTo>
                  <a:lnTo>
                    <a:pt x="214554" y="131068"/>
                  </a:lnTo>
                  <a:lnTo>
                    <a:pt x="210817" y="126924"/>
                  </a:lnTo>
                  <a:close/>
                </a:path>
                <a:path w="323850" h="315595">
                  <a:moveTo>
                    <a:pt x="115711" y="122076"/>
                  </a:moveTo>
                  <a:lnTo>
                    <a:pt x="109236" y="131068"/>
                  </a:lnTo>
                  <a:lnTo>
                    <a:pt x="112961" y="126924"/>
                  </a:lnTo>
                  <a:lnTo>
                    <a:pt x="115711" y="122076"/>
                  </a:lnTo>
                  <a:close/>
                </a:path>
                <a:path w="323850" h="315595">
                  <a:moveTo>
                    <a:pt x="208088" y="122076"/>
                  </a:moveTo>
                  <a:lnTo>
                    <a:pt x="210817" y="126924"/>
                  </a:lnTo>
                  <a:lnTo>
                    <a:pt x="214554" y="131068"/>
                  </a:lnTo>
                  <a:lnTo>
                    <a:pt x="208088" y="122076"/>
                  </a:lnTo>
                  <a:close/>
                </a:path>
                <a:path w="323850" h="315595">
                  <a:moveTo>
                    <a:pt x="116351" y="121945"/>
                  </a:moveTo>
                  <a:lnTo>
                    <a:pt x="115785" y="121945"/>
                  </a:lnTo>
                  <a:lnTo>
                    <a:pt x="112961" y="126924"/>
                  </a:lnTo>
                  <a:lnTo>
                    <a:pt x="117333" y="122076"/>
                  </a:lnTo>
                  <a:lnTo>
                    <a:pt x="116179" y="122076"/>
                  </a:lnTo>
                  <a:lnTo>
                    <a:pt x="116351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817" y="126924"/>
                  </a:lnTo>
                  <a:lnTo>
                    <a:pt x="208068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93" y="119238"/>
                  </a:moveTo>
                  <a:lnTo>
                    <a:pt x="116321" y="121945"/>
                  </a:lnTo>
                  <a:lnTo>
                    <a:pt x="116179" y="122076"/>
                  </a:lnTo>
                  <a:lnTo>
                    <a:pt x="117333" y="122076"/>
                  </a:lnTo>
                  <a:lnTo>
                    <a:pt x="119893" y="119238"/>
                  </a:lnTo>
                  <a:close/>
                </a:path>
                <a:path w="323850" h="315595">
                  <a:moveTo>
                    <a:pt x="317149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68" y="122076"/>
                  </a:lnTo>
                  <a:lnTo>
                    <a:pt x="207993" y="121945"/>
                  </a:lnTo>
                  <a:lnTo>
                    <a:pt x="319242" y="121945"/>
                  </a:lnTo>
                  <a:lnTo>
                    <a:pt x="317149" y="115710"/>
                  </a:lnTo>
                  <a:close/>
                </a:path>
                <a:path w="323850" h="315595">
                  <a:moveTo>
                    <a:pt x="123075" y="115710"/>
                  </a:moveTo>
                  <a:lnTo>
                    <a:pt x="116321" y="121945"/>
                  </a:lnTo>
                  <a:lnTo>
                    <a:pt x="119893" y="119238"/>
                  </a:lnTo>
                  <a:lnTo>
                    <a:pt x="123075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510" y="115710"/>
                  </a:moveTo>
                  <a:lnTo>
                    <a:pt x="123075" y="115710"/>
                  </a:lnTo>
                  <a:lnTo>
                    <a:pt x="119893" y="119238"/>
                  </a:lnTo>
                  <a:lnTo>
                    <a:pt x="124510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49" y="115710"/>
                  </a:lnTo>
                  <a:lnTo>
                    <a:pt x="316708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26" y="109278"/>
                  </a:moveTo>
                  <a:lnTo>
                    <a:pt x="124717" y="114397"/>
                  </a:lnTo>
                  <a:lnTo>
                    <a:pt x="129052" y="112238"/>
                  </a:lnTo>
                  <a:lnTo>
                    <a:pt x="132926" y="109278"/>
                  </a:lnTo>
                  <a:close/>
                </a:path>
                <a:path w="323850" h="315595">
                  <a:moveTo>
                    <a:pt x="129052" y="112238"/>
                  </a:moveTo>
                  <a:lnTo>
                    <a:pt x="124717" y="114397"/>
                  </a:lnTo>
                  <a:lnTo>
                    <a:pt x="126228" y="114397"/>
                  </a:lnTo>
                  <a:lnTo>
                    <a:pt x="129052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90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708" y="114397"/>
                  </a:lnTo>
                  <a:lnTo>
                    <a:pt x="314990" y="109278"/>
                  </a:lnTo>
                  <a:close/>
                </a:path>
                <a:path w="323850" h="315595">
                  <a:moveTo>
                    <a:pt x="134998" y="109278"/>
                  </a:moveTo>
                  <a:lnTo>
                    <a:pt x="132926" y="109278"/>
                  </a:lnTo>
                  <a:lnTo>
                    <a:pt x="129052" y="112238"/>
                  </a:lnTo>
                  <a:lnTo>
                    <a:pt x="134998" y="109278"/>
                  </a:lnTo>
                  <a:close/>
                </a:path>
                <a:path w="323850" h="315595">
                  <a:moveTo>
                    <a:pt x="184492" y="107142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90" y="109278"/>
                  </a:lnTo>
                  <a:lnTo>
                    <a:pt x="314703" y="108424"/>
                  </a:lnTo>
                  <a:lnTo>
                    <a:pt x="188882" y="108424"/>
                  </a:lnTo>
                  <a:lnTo>
                    <a:pt x="184492" y="107142"/>
                  </a:lnTo>
                  <a:close/>
                </a:path>
                <a:path w="323850" h="315595">
                  <a:moveTo>
                    <a:pt x="143434" y="105077"/>
                  </a:moveTo>
                  <a:lnTo>
                    <a:pt x="134897" y="108424"/>
                  </a:lnTo>
                  <a:lnTo>
                    <a:pt x="139287" y="107142"/>
                  </a:lnTo>
                  <a:lnTo>
                    <a:pt x="143434" y="105077"/>
                  </a:lnTo>
                  <a:close/>
                </a:path>
                <a:path w="323850" h="315595">
                  <a:moveTo>
                    <a:pt x="139287" y="107142"/>
                  </a:moveTo>
                  <a:lnTo>
                    <a:pt x="134897" y="108424"/>
                  </a:lnTo>
                  <a:lnTo>
                    <a:pt x="136712" y="108424"/>
                  </a:lnTo>
                  <a:lnTo>
                    <a:pt x="139287" y="107142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492" y="107142"/>
                  </a:lnTo>
                  <a:lnTo>
                    <a:pt x="18888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9" y="105077"/>
                  </a:moveTo>
                  <a:lnTo>
                    <a:pt x="180344" y="105077"/>
                  </a:lnTo>
                  <a:lnTo>
                    <a:pt x="188882" y="108424"/>
                  </a:lnTo>
                  <a:lnTo>
                    <a:pt x="314703" y="108424"/>
                  </a:lnTo>
                  <a:lnTo>
                    <a:pt x="313579" y="105077"/>
                  </a:lnTo>
                  <a:close/>
                </a:path>
                <a:path w="323850" h="315595">
                  <a:moveTo>
                    <a:pt x="146359" y="105077"/>
                  </a:moveTo>
                  <a:lnTo>
                    <a:pt x="143434" y="105077"/>
                  </a:lnTo>
                  <a:lnTo>
                    <a:pt x="139287" y="107142"/>
                  </a:lnTo>
                  <a:lnTo>
                    <a:pt x="146359" y="105077"/>
                  </a:lnTo>
                  <a:close/>
                </a:path>
                <a:path w="323850" h="315595">
                  <a:moveTo>
                    <a:pt x="173374" y="103896"/>
                  </a:moveTo>
                  <a:lnTo>
                    <a:pt x="184492" y="107142"/>
                  </a:lnTo>
                  <a:lnTo>
                    <a:pt x="180344" y="105077"/>
                  </a:lnTo>
                  <a:lnTo>
                    <a:pt x="313579" y="105077"/>
                  </a:lnTo>
                  <a:lnTo>
                    <a:pt x="313337" y="104355"/>
                  </a:lnTo>
                  <a:lnTo>
                    <a:pt x="178308" y="104355"/>
                  </a:lnTo>
                  <a:lnTo>
                    <a:pt x="173374" y="103896"/>
                  </a:lnTo>
                  <a:close/>
                </a:path>
                <a:path w="323850" h="315595">
                  <a:moveTo>
                    <a:pt x="155125" y="102517"/>
                  </a:moveTo>
                  <a:lnTo>
                    <a:pt x="145470" y="104355"/>
                  </a:lnTo>
                  <a:lnTo>
                    <a:pt x="150405" y="103896"/>
                  </a:lnTo>
                  <a:lnTo>
                    <a:pt x="155125" y="102517"/>
                  </a:lnTo>
                  <a:close/>
                </a:path>
                <a:path w="323850" h="315595">
                  <a:moveTo>
                    <a:pt x="150405" y="103896"/>
                  </a:moveTo>
                  <a:lnTo>
                    <a:pt x="145470" y="104355"/>
                  </a:lnTo>
                  <a:lnTo>
                    <a:pt x="148832" y="104355"/>
                  </a:lnTo>
                  <a:lnTo>
                    <a:pt x="150405" y="103896"/>
                  </a:lnTo>
                  <a:close/>
                </a:path>
                <a:path w="323850" h="315595">
                  <a:moveTo>
                    <a:pt x="168654" y="102517"/>
                  </a:moveTo>
                  <a:lnTo>
                    <a:pt x="173374" y="103896"/>
                  </a:lnTo>
                  <a:lnTo>
                    <a:pt x="178308" y="104355"/>
                  </a:lnTo>
                  <a:lnTo>
                    <a:pt x="168654" y="102517"/>
                  </a:lnTo>
                  <a:close/>
                </a:path>
                <a:path w="323850" h="315595">
                  <a:moveTo>
                    <a:pt x="312720" y="102517"/>
                  </a:moveTo>
                  <a:lnTo>
                    <a:pt x="168654" y="102517"/>
                  </a:lnTo>
                  <a:lnTo>
                    <a:pt x="178308" y="104355"/>
                  </a:lnTo>
                  <a:lnTo>
                    <a:pt x="313337" y="104355"/>
                  </a:lnTo>
                  <a:lnTo>
                    <a:pt x="312824" y="102826"/>
                  </a:lnTo>
                  <a:lnTo>
                    <a:pt x="312720" y="102517"/>
                  </a:lnTo>
                  <a:close/>
                </a:path>
                <a:path w="323850" h="315595">
                  <a:moveTo>
                    <a:pt x="158570" y="102517"/>
                  </a:moveTo>
                  <a:lnTo>
                    <a:pt x="155125" y="102517"/>
                  </a:lnTo>
                  <a:lnTo>
                    <a:pt x="150405" y="103896"/>
                  </a:lnTo>
                  <a:lnTo>
                    <a:pt x="161889" y="102826"/>
                  </a:lnTo>
                  <a:lnTo>
                    <a:pt x="158570" y="102517"/>
                  </a:lnTo>
                  <a:close/>
                </a:path>
                <a:path w="323850" h="315595">
                  <a:moveTo>
                    <a:pt x="312676" y="102386"/>
                  </a:moveTo>
                  <a:lnTo>
                    <a:pt x="166618" y="102386"/>
                  </a:lnTo>
                  <a:lnTo>
                    <a:pt x="161889" y="102826"/>
                  </a:lnTo>
                  <a:lnTo>
                    <a:pt x="173374" y="103896"/>
                  </a:lnTo>
                  <a:lnTo>
                    <a:pt x="168654" y="102517"/>
                  </a:lnTo>
                  <a:lnTo>
                    <a:pt x="312720" y="102517"/>
                  </a:lnTo>
                  <a:lnTo>
                    <a:pt x="312676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61" y="102386"/>
                  </a:lnTo>
                  <a:lnTo>
                    <a:pt x="161889" y="102826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50690" y="3774056"/>
            <a:ext cx="196314" cy="196186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95024" y="4094003"/>
            <a:ext cx="195916" cy="19618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97369" y="4719572"/>
            <a:ext cx="195916" cy="19618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97369" y="5388117"/>
            <a:ext cx="195916" cy="19618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50690" y="4165633"/>
            <a:ext cx="196314" cy="19618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95024" y="4547660"/>
            <a:ext cx="195916" cy="19618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7016034" y="5359546"/>
            <a:ext cx="196357" cy="191352"/>
            <a:chOff x="11569452" y="8838702"/>
            <a:chExt cx="323850" cy="315595"/>
          </a:xfrm>
        </p:grpSpPr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20669" y="8889764"/>
              <a:ext cx="220665" cy="21264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1569452" y="8838702"/>
              <a:ext cx="323850" cy="315595"/>
            </a:xfrm>
            <a:custGeom>
              <a:avLst/>
              <a:gdLst/>
              <a:ahLst/>
              <a:cxnLst/>
              <a:rect l="l" t="t" r="r" b="b"/>
              <a:pathLst>
                <a:path w="323850" h="315595">
                  <a:moveTo>
                    <a:pt x="161876" y="0"/>
                  </a:moveTo>
                  <a:lnTo>
                    <a:pt x="101704" y="11420"/>
                  </a:lnTo>
                  <a:lnTo>
                    <a:pt x="50177" y="43579"/>
                  </a:lnTo>
                  <a:lnTo>
                    <a:pt x="13883" y="93985"/>
                  </a:lnTo>
                  <a:lnTo>
                    <a:pt x="0" y="157714"/>
                  </a:lnTo>
                  <a:lnTo>
                    <a:pt x="3690" y="190924"/>
                  </a:lnTo>
                  <a:lnTo>
                    <a:pt x="29465" y="248878"/>
                  </a:lnTo>
                  <a:lnTo>
                    <a:pt x="74528" y="290423"/>
                  </a:lnTo>
                  <a:lnTo>
                    <a:pt x="131042" y="312607"/>
                  </a:lnTo>
                  <a:lnTo>
                    <a:pt x="161876" y="315429"/>
                  </a:lnTo>
                  <a:lnTo>
                    <a:pt x="192711" y="312607"/>
                  </a:lnTo>
                  <a:lnTo>
                    <a:pt x="249224" y="290423"/>
                  </a:lnTo>
                  <a:lnTo>
                    <a:pt x="294291" y="248878"/>
                  </a:lnTo>
                  <a:lnTo>
                    <a:pt x="312675" y="213043"/>
                  </a:lnTo>
                  <a:lnTo>
                    <a:pt x="157134" y="213043"/>
                  </a:lnTo>
                  <a:lnTo>
                    <a:pt x="158546" y="212911"/>
                  </a:lnTo>
                  <a:lnTo>
                    <a:pt x="155085" y="212911"/>
                  </a:lnTo>
                  <a:lnTo>
                    <a:pt x="145438" y="211074"/>
                  </a:lnTo>
                  <a:lnTo>
                    <a:pt x="148802" y="211074"/>
                  </a:lnTo>
                  <a:lnTo>
                    <a:pt x="146334" y="210352"/>
                  </a:lnTo>
                  <a:lnTo>
                    <a:pt x="143408" y="210352"/>
                  </a:lnTo>
                  <a:lnTo>
                    <a:pt x="134890" y="207004"/>
                  </a:lnTo>
                  <a:lnTo>
                    <a:pt x="136686" y="207004"/>
                  </a:lnTo>
                  <a:lnTo>
                    <a:pt x="134972" y="206151"/>
                  </a:lnTo>
                  <a:lnTo>
                    <a:pt x="132900" y="206151"/>
                  </a:lnTo>
                  <a:lnTo>
                    <a:pt x="124691" y="201032"/>
                  </a:lnTo>
                  <a:lnTo>
                    <a:pt x="126201" y="201032"/>
                  </a:lnTo>
                  <a:lnTo>
                    <a:pt x="124484" y="199719"/>
                  </a:lnTo>
                  <a:lnTo>
                    <a:pt x="123049" y="199719"/>
                  </a:lnTo>
                  <a:lnTo>
                    <a:pt x="116295" y="193484"/>
                  </a:lnTo>
                  <a:lnTo>
                    <a:pt x="115798" y="193484"/>
                  </a:lnTo>
                  <a:lnTo>
                    <a:pt x="115724" y="193353"/>
                  </a:lnTo>
                  <a:lnTo>
                    <a:pt x="109257" y="184427"/>
                  </a:lnTo>
                  <a:lnTo>
                    <a:pt x="109529" y="184427"/>
                  </a:lnTo>
                  <a:lnTo>
                    <a:pt x="105454" y="175238"/>
                  </a:lnTo>
                  <a:lnTo>
                    <a:pt x="106457" y="175238"/>
                  </a:lnTo>
                  <a:lnTo>
                    <a:pt x="106107" y="174188"/>
                  </a:lnTo>
                  <a:lnTo>
                    <a:pt x="104916" y="174188"/>
                  </a:lnTo>
                  <a:lnTo>
                    <a:pt x="102604" y="163687"/>
                  </a:lnTo>
                  <a:lnTo>
                    <a:pt x="103747" y="163687"/>
                  </a:lnTo>
                  <a:lnTo>
                    <a:pt x="103710" y="163359"/>
                  </a:lnTo>
                  <a:lnTo>
                    <a:pt x="102453" y="163359"/>
                  </a:lnTo>
                  <a:lnTo>
                    <a:pt x="102453" y="152070"/>
                  </a:lnTo>
                  <a:lnTo>
                    <a:pt x="103710" y="152070"/>
                  </a:lnTo>
                  <a:lnTo>
                    <a:pt x="103747" y="151742"/>
                  </a:lnTo>
                  <a:lnTo>
                    <a:pt x="102604" y="151742"/>
                  </a:lnTo>
                  <a:lnTo>
                    <a:pt x="104916" y="141241"/>
                  </a:lnTo>
                  <a:lnTo>
                    <a:pt x="106107" y="141241"/>
                  </a:lnTo>
                  <a:lnTo>
                    <a:pt x="106479" y="140125"/>
                  </a:lnTo>
                  <a:lnTo>
                    <a:pt x="105454" y="140125"/>
                  </a:lnTo>
                  <a:lnTo>
                    <a:pt x="109500" y="131068"/>
                  </a:lnTo>
                  <a:lnTo>
                    <a:pt x="109210" y="131068"/>
                  </a:lnTo>
                  <a:lnTo>
                    <a:pt x="115704" y="122076"/>
                  </a:lnTo>
                  <a:lnTo>
                    <a:pt x="115798" y="121945"/>
                  </a:lnTo>
                  <a:lnTo>
                    <a:pt x="116295" y="121945"/>
                  </a:lnTo>
                  <a:lnTo>
                    <a:pt x="123049" y="115710"/>
                  </a:lnTo>
                  <a:lnTo>
                    <a:pt x="124484" y="115710"/>
                  </a:lnTo>
                  <a:lnTo>
                    <a:pt x="126201" y="114397"/>
                  </a:lnTo>
                  <a:lnTo>
                    <a:pt x="124691" y="114397"/>
                  </a:lnTo>
                  <a:lnTo>
                    <a:pt x="132900" y="109278"/>
                  </a:lnTo>
                  <a:lnTo>
                    <a:pt x="134972" y="109278"/>
                  </a:lnTo>
                  <a:lnTo>
                    <a:pt x="136686" y="108424"/>
                  </a:lnTo>
                  <a:lnTo>
                    <a:pt x="134890" y="108424"/>
                  </a:lnTo>
                  <a:lnTo>
                    <a:pt x="143408" y="105077"/>
                  </a:lnTo>
                  <a:lnTo>
                    <a:pt x="146334" y="105077"/>
                  </a:lnTo>
                  <a:lnTo>
                    <a:pt x="148802" y="104355"/>
                  </a:lnTo>
                  <a:lnTo>
                    <a:pt x="145438" y="104355"/>
                  </a:lnTo>
                  <a:lnTo>
                    <a:pt x="155085" y="102517"/>
                  </a:lnTo>
                  <a:lnTo>
                    <a:pt x="158546" y="102517"/>
                  </a:lnTo>
                  <a:lnTo>
                    <a:pt x="157134" y="102386"/>
                  </a:lnTo>
                  <a:lnTo>
                    <a:pt x="312675" y="102386"/>
                  </a:lnTo>
                  <a:lnTo>
                    <a:pt x="294291" y="66551"/>
                  </a:lnTo>
                  <a:lnTo>
                    <a:pt x="249224" y="25005"/>
                  </a:lnTo>
                  <a:lnTo>
                    <a:pt x="192711" y="2822"/>
                  </a:lnTo>
                  <a:lnTo>
                    <a:pt x="161876" y="0"/>
                  </a:lnTo>
                  <a:close/>
                </a:path>
                <a:path w="323850" h="315595">
                  <a:moveTo>
                    <a:pt x="161876" y="212602"/>
                  </a:moveTo>
                  <a:lnTo>
                    <a:pt x="157134" y="213043"/>
                  </a:lnTo>
                  <a:lnTo>
                    <a:pt x="166618" y="213043"/>
                  </a:lnTo>
                  <a:lnTo>
                    <a:pt x="161876" y="212602"/>
                  </a:lnTo>
                  <a:close/>
                </a:path>
                <a:path w="323850" h="315595">
                  <a:moveTo>
                    <a:pt x="173382" y="211532"/>
                  </a:moveTo>
                  <a:lnTo>
                    <a:pt x="161876" y="212602"/>
                  </a:lnTo>
                  <a:lnTo>
                    <a:pt x="166618" y="213043"/>
                  </a:lnTo>
                  <a:lnTo>
                    <a:pt x="312675" y="213043"/>
                  </a:lnTo>
                  <a:lnTo>
                    <a:pt x="312719" y="212911"/>
                  </a:lnTo>
                  <a:lnTo>
                    <a:pt x="168667" y="212911"/>
                  </a:lnTo>
                  <a:lnTo>
                    <a:pt x="173382" y="211532"/>
                  </a:lnTo>
                  <a:close/>
                </a:path>
                <a:path w="323850" h="315595">
                  <a:moveTo>
                    <a:pt x="145438" y="211074"/>
                  </a:moveTo>
                  <a:lnTo>
                    <a:pt x="155085" y="212911"/>
                  </a:lnTo>
                  <a:lnTo>
                    <a:pt x="150370" y="211532"/>
                  </a:lnTo>
                  <a:lnTo>
                    <a:pt x="145438" y="211074"/>
                  </a:lnTo>
                  <a:close/>
                </a:path>
                <a:path w="323850" h="315595">
                  <a:moveTo>
                    <a:pt x="150370" y="211532"/>
                  </a:moveTo>
                  <a:lnTo>
                    <a:pt x="155085" y="212911"/>
                  </a:lnTo>
                  <a:lnTo>
                    <a:pt x="158546" y="212911"/>
                  </a:lnTo>
                  <a:lnTo>
                    <a:pt x="161876" y="212602"/>
                  </a:lnTo>
                  <a:lnTo>
                    <a:pt x="150370" y="211532"/>
                  </a:lnTo>
                  <a:close/>
                </a:path>
                <a:path w="323850" h="315595">
                  <a:moveTo>
                    <a:pt x="178315" y="211074"/>
                  </a:moveTo>
                  <a:lnTo>
                    <a:pt x="173382" y="211532"/>
                  </a:lnTo>
                  <a:lnTo>
                    <a:pt x="168667" y="212911"/>
                  </a:lnTo>
                  <a:lnTo>
                    <a:pt x="178315" y="211074"/>
                  </a:lnTo>
                  <a:close/>
                </a:path>
                <a:path w="323850" h="315595">
                  <a:moveTo>
                    <a:pt x="313332" y="211074"/>
                  </a:moveTo>
                  <a:lnTo>
                    <a:pt x="178315" y="211074"/>
                  </a:lnTo>
                  <a:lnTo>
                    <a:pt x="168667" y="212911"/>
                  </a:lnTo>
                  <a:lnTo>
                    <a:pt x="312719" y="212911"/>
                  </a:lnTo>
                  <a:lnTo>
                    <a:pt x="313332" y="211074"/>
                  </a:lnTo>
                  <a:close/>
                </a:path>
                <a:path w="323850" h="315595">
                  <a:moveTo>
                    <a:pt x="148802" y="211074"/>
                  </a:moveTo>
                  <a:lnTo>
                    <a:pt x="145438" y="211074"/>
                  </a:lnTo>
                  <a:lnTo>
                    <a:pt x="150370" y="211532"/>
                  </a:lnTo>
                  <a:lnTo>
                    <a:pt x="148802" y="211074"/>
                  </a:lnTo>
                  <a:close/>
                </a:path>
                <a:path w="323850" h="315595">
                  <a:moveTo>
                    <a:pt x="184510" y="208277"/>
                  </a:moveTo>
                  <a:lnTo>
                    <a:pt x="173382" y="211532"/>
                  </a:lnTo>
                  <a:lnTo>
                    <a:pt x="178315" y="211074"/>
                  </a:lnTo>
                  <a:lnTo>
                    <a:pt x="313332" y="211074"/>
                  </a:lnTo>
                  <a:lnTo>
                    <a:pt x="313573" y="210352"/>
                  </a:lnTo>
                  <a:lnTo>
                    <a:pt x="180344" y="210352"/>
                  </a:lnTo>
                  <a:lnTo>
                    <a:pt x="184510" y="208277"/>
                  </a:lnTo>
                  <a:close/>
                </a:path>
                <a:path w="323850" h="315595">
                  <a:moveTo>
                    <a:pt x="134890" y="207004"/>
                  </a:moveTo>
                  <a:lnTo>
                    <a:pt x="143408" y="210352"/>
                  </a:lnTo>
                  <a:lnTo>
                    <a:pt x="139242" y="208277"/>
                  </a:lnTo>
                  <a:lnTo>
                    <a:pt x="134890" y="207004"/>
                  </a:lnTo>
                  <a:close/>
                </a:path>
                <a:path w="323850" h="315595">
                  <a:moveTo>
                    <a:pt x="139242" y="208277"/>
                  </a:moveTo>
                  <a:lnTo>
                    <a:pt x="143408" y="210352"/>
                  </a:lnTo>
                  <a:lnTo>
                    <a:pt x="146334" y="210352"/>
                  </a:lnTo>
                  <a:lnTo>
                    <a:pt x="139242" y="208277"/>
                  </a:lnTo>
                  <a:close/>
                </a:path>
                <a:path w="323850" h="315595">
                  <a:moveTo>
                    <a:pt x="188862" y="207004"/>
                  </a:moveTo>
                  <a:lnTo>
                    <a:pt x="184510" y="208277"/>
                  </a:lnTo>
                  <a:lnTo>
                    <a:pt x="180344" y="210352"/>
                  </a:lnTo>
                  <a:lnTo>
                    <a:pt x="188862" y="207004"/>
                  </a:lnTo>
                  <a:close/>
                </a:path>
                <a:path w="323850" h="315595">
                  <a:moveTo>
                    <a:pt x="314691" y="207004"/>
                  </a:moveTo>
                  <a:lnTo>
                    <a:pt x="188862" y="207004"/>
                  </a:lnTo>
                  <a:lnTo>
                    <a:pt x="180344" y="210352"/>
                  </a:lnTo>
                  <a:lnTo>
                    <a:pt x="313573" y="210352"/>
                  </a:lnTo>
                  <a:lnTo>
                    <a:pt x="314691" y="207004"/>
                  </a:lnTo>
                  <a:close/>
                </a:path>
                <a:path w="323850" h="315595">
                  <a:moveTo>
                    <a:pt x="136686" y="207004"/>
                  </a:moveTo>
                  <a:lnTo>
                    <a:pt x="134890" y="207004"/>
                  </a:lnTo>
                  <a:lnTo>
                    <a:pt x="139242" y="208277"/>
                  </a:lnTo>
                  <a:lnTo>
                    <a:pt x="136686" y="207004"/>
                  </a:lnTo>
                  <a:close/>
                </a:path>
                <a:path w="323850" h="315595">
                  <a:moveTo>
                    <a:pt x="194727" y="203190"/>
                  </a:moveTo>
                  <a:lnTo>
                    <a:pt x="184510" y="208277"/>
                  </a:lnTo>
                  <a:lnTo>
                    <a:pt x="188862" y="207004"/>
                  </a:lnTo>
                  <a:lnTo>
                    <a:pt x="314691" y="207004"/>
                  </a:lnTo>
                  <a:lnTo>
                    <a:pt x="314976" y="206151"/>
                  </a:lnTo>
                  <a:lnTo>
                    <a:pt x="190852" y="206151"/>
                  </a:lnTo>
                  <a:lnTo>
                    <a:pt x="194727" y="203190"/>
                  </a:lnTo>
                  <a:close/>
                </a:path>
                <a:path w="323850" h="315595">
                  <a:moveTo>
                    <a:pt x="124691" y="201032"/>
                  </a:moveTo>
                  <a:lnTo>
                    <a:pt x="132900" y="206151"/>
                  </a:lnTo>
                  <a:lnTo>
                    <a:pt x="129026" y="203190"/>
                  </a:lnTo>
                  <a:lnTo>
                    <a:pt x="124691" y="201032"/>
                  </a:lnTo>
                  <a:close/>
                </a:path>
                <a:path w="323850" h="315595">
                  <a:moveTo>
                    <a:pt x="129026" y="203190"/>
                  </a:moveTo>
                  <a:lnTo>
                    <a:pt x="132900" y="206151"/>
                  </a:lnTo>
                  <a:lnTo>
                    <a:pt x="134972" y="206151"/>
                  </a:lnTo>
                  <a:lnTo>
                    <a:pt x="129026" y="203190"/>
                  </a:lnTo>
                  <a:close/>
                </a:path>
                <a:path w="323850" h="315595">
                  <a:moveTo>
                    <a:pt x="199062" y="201032"/>
                  </a:moveTo>
                  <a:lnTo>
                    <a:pt x="194727" y="203190"/>
                  </a:lnTo>
                  <a:lnTo>
                    <a:pt x="190852" y="206151"/>
                  </a:lnTo>
                  <a:lnTo>
                    <a:pt x="199062" y="201032"/>
                  </a:lnTo>
                  <a:close/>
                </a:path>
                <a:path w="323850" h="315595">
                  <a:moveTo>
                    <a:pt x="316686" y="201032"/>
                  </a:moveTo>
                  <a:lnTo>
                    <a:pt x="199062" y="201032"/>
                  </a:lnTo>
                  <a:lnTo>
                    <a:pt x="190852" y="206151"/>
                  </a:lnTo>
                  <a:lnTo>
                    <a:pt x="314976" y="206151"/>
                  </a:lnTo>
                  <a:lnTo>
                    <a:pt x="316686" y="201032"/>
                  </a:lnTo>
                  <a:close/>
                </a:path>
                <a:path w="323850" h="315595">
                  <a:moveTo>
                    <a:pt x="126201" y="201032"/>
                  </a:moveTo>
                  <a:lnTo>
                    <a:pt x="124691" y="201032"/>
                  </a:lnTo>
                  <a:lnTo>
                    <a:pt x="129026" y="203190"/>
                  </a:lnTo>
                  <a:lnTo>
                    <a:pt x="126201" y="201032"/>
                  </a:lnTo>
                  <a:close/>
                </a:path>
                <a:path w="323850" h="315595">
                  <a:moveTo>
                    <a:pt x="203885" y="196191"/>
                  </a:moveTo>
                  <a:lnTo>
                    <a:pt x="194727" y="203190"/>
                  </a:lnTo>
                  <a:lnTo>
                    <a:pt x="199062" y="201032"/>
                  </a:lnTo>
                  <a:lnTo>
                    <a:pt x="316686" y="201032"/>
                  </a:lnTo>
                  <a:lnTo>
                    <a:pt x="317125" y="199719"/>
                  </a:lnTo>
                  <a:lnTo>
                    <a:pt x="200703" y="199719"/>
                  </a:lnTo>
                  <a:lnTo>
                    <a:pt x="203885" y="196191"/>
                  </a:lnTo>
                  <a:close/>
                </a:path>
                <a:path w="323850" h="315595">
                  <a:moveTo>
                    <a:pt x="116325" y="193484"/>
                  </a:moveTo>
                  <a:lnTo>
                    <a:pt x="123049" y="199719"/>
                  </a:lnTo>
                  <a:lnTo>
                    <a:pt x="119867" y="196191"/>
                  </a:lnTo>
                  <a:lnTo>
                    <a:pt x="116325" y="193484"/>
                  </a:lnTo>
                  <a:close/>
                </a:path>
                <a:path w="323850" h="315595">
                  <a:moveTo>
                    <a:pt x="119867" y="196191"/>
                  </a:moveTo>
                  <a:lnTo>
                    <a:pt x="123049" y="199719"/>
                  </a:lnTo>
                  <a:lnTo>
                    <a:pt x="124484" y="199719"/>
                  </a:lnTo>
                  <a:lnTo>
                    <a:pt x="119867" y="196191"/>
                  </a:lnTo>
                  <a:close/>
                </a:path>
                <a:path w="323850" h="315595">
                  <a:moveTo>
                    <a:pt x="207457" y="193484"/>
                  </a:moveTo>
                  <a:lnTo>
                    <a:pt x="203885" y="196191"/>
                  </a:lnTo>
                  <a:lnTo>
                    <a:pt x="200703" y="199719"/>
                  </a:lnTo>
                  <a:lnTo>
                    <a:pt x="207457" y="193484"/>
                  </a:lnTo>
                  <a:close/>
                </a:path>
                <a:path w="323850" h="315595">
                  <a:moveTo>
                    <a:pt x="208049" y="193353"/>
                  </a:moveTo>
                  <a:lnTo>
                    <a:pt x="207599" y="193353"/>
                  </a:lnTo>
                  <a:lnTo>
                    <a:pt x="200703" y="199719"/>
                  </a:lnTo>
                  <a:lnTo>
                    <a:pt x="317125" y="199719"/>
                  </a:lnTo>
                  <a:lnTo>
                    <a:pt x="319207" y="193484"/>
                  </a:lnTo>
                  <a:lnTo>
                    <a:pt x="207954" y="193484"/>
                  </a:lnTo>
                  <a:lnTo>
                    <a:pt x="208049" y="193353"/>
                  </a:lnTo>
                  <a:close/>
                </a:path>
                <a:path w="323850" h="315595">
                  <a:moveTo>
                    <a:pt x="117307" y="193353"/>
                  </a:moveTo>
                  <a:lnTo>
                    <a:pt x="116153" y="193353"/>
                  </a:lnTo>
                  <a:lnTo>
                    <a:pt x="119867" y="196191"/>
                  </a:lnTo>
                  <a:lnTo>
                    <a:pt x="117426" y="193484"/>
                  </a:lnTo>
                  <a:lnTo>
                    <a:pt x="117307" y="193353"/>
                  </a:lnTo>
                  <a:close/>
                </a:path>
                <a:path w="323850" h="315595">
                  <a:moveTo>
                    <a:pt x="210708" y="188626"/>
                  </a:moveTo>
                  <a:lnTo>
                    <a:pt x="203885" y="196191"/>
                  </a:lnTo>
                  <a:lnTo>
                    <a:pt x="207599" y="193353"/>
                  </a:lnTo>
                  <a:lnTo>
                    <a:pt x="208028" y="193353"/>
                  </a:lnTo>
                  <a:lnTo>
                    <a:pt x="210708" y="188626"/>
                  </a:lnTo>
                  <a:close/>
                </a:path>
                <a:path w="323850" h="315595">
                  <a:moveTo>
                    <a:pt x="113044" y="188626"/>
                  </a:moveTo>
                  <a:lnTo>
                    <a:pt x="115704" y="193353"/>
                  </a:lnTo>
                  <a:lnTo>
                    <a:pt x="115798" y="193484"/>
                  </a:lnTo>
                  <a:lnTo>
                    <a:pt x="116295" y="193484"/>
                  </a:lnTo>
                  <a:lnTo>
                    <a:pt x="116153" y="193353"/>
                  </a:lnTo>
                  <a:lnTo>
                    <a:pt x="117307" y="193353"/>
                  </a:lnTo>
                  <a:lnTo>
                    <a:pt x="113044" y="188626"/>
                  </a:lnTo>
                  <a:close/>
                </a:path>
                <a:path w="323850" h="315595">
                  <a:moveTo>
                    <a:pt x="321805" y="175238"/>
                  </a:moveTo>
                  <a:lnTo>
                    <a:pt x="218298" y="175238"/>
                  </a:lnTo>
                  <a:lnTo>
                    <a:pt x="214223" y="184427"/>
                  </a:lnTo>
                  <a:lnTo>
                    <a:pt x="214495" y="184427"/>
                  </a:lnTo>
                  <a:lnTo>
                    <a:pt x="208028" y="193353"/>
                  </a:lnTo>
                  <a:lnTo>
                    <a:pt x="207954" y="193484"/>
                  </a:lnTo>
                  <a:lnTo>
                    <a:pt x="319207" y="193484"/>
                  </a:lnTo>
                  <a:lnTo>
                    <a:pt x="320062" y="190924"/>
                  </a:lnTo>
                  <a:lnTo>
                    <a:pt x="321805" y="175238"/>
                  </a:lnTo>
                  <a:close/>
                </a:path>
                <a:path w="323850" h="315595">
                  <a:moveTo>
                    <a:pt x="109257" y="184427"/>
                  </a:moveTo>
                  <a:lnTo>
                    <a:pt x="115704" y="193353"/>
                  </a:lnTo>
                  <a:lnTo>
                    <a:pt x="113044" y="188626"/>
                  </a:lnTo>
                  <a:lnTo>
                    <a:pt x="109257" y="184427"/>
                  </a:lnTo>
                  <a:close/>
                </a:path>
                <a:path w="323850" h="315595">
                  <a:moveTo>
                    <a:pt x="214495" y="184427"/>
                  </a:moveTo>
                  <a:lnTo>
                    <a:pt x="210708" y="188626"/>
                  </a:lnTo>
                  <a:lnTo>
                    <a:pt x="208028" y="193353"/>
                  </a:lnTo>
                  <a:lnTo>
                    <a:pt x="214495" y="184427"/>
                  </a:lnTo>
                  <a:close/>
                </a:path>
                <a:path w="323850" h="315595">
                  <a:moveTo>
                    <a:pt x="107890" y="179535"/>
                  </a:moveTo>
                  <a:lnTo>
                    <a:pt x="109522" y="184427"/>
                  </a:lnTo>
                  <a:lnTo>
                    <a:pt x="109257" y="184427"/>
                  </a:lnTo>
                  <a:lnTo>
                    <a:pt x="113044" y="188626"/>
                  </a:lnTo>
                  <a:lnTo>
                    <a:pt x="107890" y="179535"/>
                  </a:lnTo>
                  <a:close/>
                </a:path>
                <a:path w="323850" h="315595">
                  <a:moveTo>
                    <a:pt x="215862" y="179535"/>
                  </a:moveTo>
                  <a:lnTo>
                    <a:pt x="210708" y="188626"/>
                  </a:lnTo>
                  <a:lnTo>
                    <a:pt x="214495" y="184427"/>
                  </a:lnTo>
                  <a:lnTo>
                    <a:pt x="214230" y="184427"/>
                  </a:lnTo>
                  <a:lnTo>
                    <a:pt x="215862" y="179535"/>
                  </a:lnTo>
                  <a:close/>
                </a:path>
                <a:path w="323850" h="315595">
                  <a:moveTo>
                    <a:pt x="105454" y="175238"/>
                  </a:moveTo>
                  <a:lnTo>
                    <a:pt x="109529" y="184427"/>
                  </a:lnTo>
                  <a:lnTo>
                    <a:pt x="107890" y="179535"/>
                  </a:lnTo>
                  <a:lnTo>
                    <a:pt x="105454" y="175238"/>
                  </a:lnTo>
                  <a:close/>
                </a:path>
                <a:path w="323850" h="315595">
                  <a:moveTo>
                    <a:pt x="218298" y="175238"/>
                  </a:moveTo>
                  <a:lnTo>
                    <a:pt x="215862" y="179535"/>
                  </a:lnTo>
                  <a:lnTo>
                    <a:pt x="214230" y="184427"/>
                  </a:lnTo>
                  <a:lnTo>
                    <a:pt x="218298" y="175238"/>
                  </a:lnTo>
                  <a:close/>
                </a:path>
                <a:path w="323850" h="315595">
                  <a:moveTo>
                    <a:pt x="106457" y="175238"/>
                  </a:moveTo>
                  <a:lnTo>
                    <a:pt x="105454" y="175238"/>
                  </a:lnTo>
                  <a:lnTo>
                    <a:pt x="107890" y="179535"/>
                  </a:lnTo>
                  <a:lnTo>
                    <a:pt x="106457" y="175238"/>
                  </a:lnTo>
                  <a:close/>
                </a:path>
                <a:path w="323850" h="315595">
                  <a:moveTo>
                    <a:pt x="219433" y="168829"/>
                  </a:moveTo>
                  <a:lnTo>
                    <a:pt x="215862" y="179535"/>
                  </a:lnTo>
                  <a:lnTo>
                    <a:pt x="218298" y="175238"/>
                  </a:lnTo>
                  <a:lnTo>
                    <a:pt x="321805" y="175238"/>
                  </a:lnTo>
                  <a:lnTo>
                    <a:pt x="321922" y="174188"/>
                  </a:lnTo>
                  <a:lnTo>
                    <a:pt x="218836" y="174188"/>
                  </a:lnTo>
                  <a:lnTo>
                    <a:pt x="219433" y="168829"/>
                  </a:lnTo>
                  <a:close/>
                </a:path>
                <a:path w="323850" h="315595">
                  <a:moveTo>
                    <a:pt x="102604" y="163687"/>
                  </a:moveTo>
                  <a:lnTo>
                    <a:pt x="104916" y="174188"/>
                  </a:lnTo>
                  <a:lnTo>
                    <a:pt x="104319" y="168829"/>
                  </a:lnTo>
                  <a:lnTo>
                    <a:pt x="102604" y="163687"/>
                  </a:lnTo>
                  <a:close/>
                </a:path>
                <a:path w="323850" h="315595">
                  <a:moveTo>
                    <a:pt x="104319" y="168829"/>
                  </a:moveTo>
                  <a:lnTo>
                    <a:pt x="104916" y="174188"/>
                  </a:lnTo>
                  <a:lnTo>
                    <a:pt x="106107" y="174188"/>
                  </a:lnTo>
                  <a:lnTo>
                    <a:pt x="104319" y="168829"/>
                  </a:lnTo>
                  <a:close/>
                </a:path>
                <a:path w="323850" h="315595">
                  <a:moveTo>
                    <a:pt x="221148" y="163687"/>
                  </a:moveTo>
                  <a:lnTo>
                    <a:pt x="219433" y="168829"/>
                  </a:lnTo>
                  <a:lnTo>
                    <a:pt x="218836" y="174188"/>
                  </a:lnTo>
                  <a:lnTo>
                    <a:pt x="221148" y="163687"/>
                  </a:lnTo>
                  <a:close/>
                </a:path>
                <a:path w="323850" h="315595">
                  <a:moveTo>
                    <a:pt x="323089" y="163687"/>
                  </a:moveTo>
                  <a:lnTo>
                    <a:pt x="221148" y="163687"/>
                  </a:lnTo>
                  <a:lnTo>
                    <a:pt x="218836" y="174188"/>
                  </a:lnTo>
                  <a:lnTo>
                    <a:pt x="321922" y="174188"/>
                  </a:lnTo>
                  <a:lnTo>
                    <a:pt x="323089" y="163687"/>
                  </a:lnTo>
                  <a:close/>
                </a:path>
                <a:path w="323850" h="315595">
                  <a:moveTo>
                    <a:pt x="103747" y="163687"/>
                  </a:moveTo>
                  <a:lnTo>
                    <a:pt x="102604" y="163687"/>
                  </a:lnTo>
                  <a:lnTo>
                    <a:pt x="104319" y="168829"/>
                  </a:lnTo>
                  <a:lnTo>
                    <a:pt x="103747" y="163687"/>
                  </a:lnTo>
                  <a:close/>
                </a:path>
                <a:path w="323850" h="315595">
                  <a:moveTo>
                    <a:pt x="323125" y="152070"/>
                  </a:moveTo>
                  <a:lnTo>
                    <a:pt x="221299" y="152070"/>
                  </a:lnTo>
                  <a:lnTo>
                    <a:pt x="221299" y="163359"/>
                  </a:lnTo>
                  <a:lnTo>
                    <a:pt x="220042" y="163359"/>
                  </a:lnTo>
                  <a:lnTo>
                    <a:pt x="219433" y="168829"/>
                  </a:lnTo>
                  <a:lnTo>
                    <a:pt x="221148" y="163687"/>
                  </a:lnTo>
                  <a:lnTo>
                    <a:pt x="323089" y="163687"/>
                  </a:lnTo>
                  <a:lnTo>
                    <a:pt x="323125" y="163359"/>
                  </a:lnTo>
                  <a:lnTo>
                    <a:pt x="221299" y="163359"/>
                  </a:lnTo>
                  <a:lnTo>
                    <a:pt x="220671" y="157714"/>
                  </a:lnTo>
                  <a:lnTo>
                    <a:pt x="323753" y="157714"/>
                  </a:lnTo>
                  <a:lnTo>
                    <a:pt x="323125" y="152070"/>
                  </a:lnTo>
                  <a:close/>
                </a:path>
                <a:path w="323850" h="315595">
                  <a:moveTo>
                    <a:pt x="102453" y="152070"/>
                  </a:moveTo>
                  <a:lnTo>
                    <a:pt x="102453" y="163359"/>
                  </a:lnTo>
                  <a:lnTo>
                    <a:pt x="103082" y="157714"/>
                  </a:lnTo>
                  <a:lnTo>
                    <a:pt x="102453" y="152070"/>
                  </a:lnTo>
                  <a:close/>
                </a:path>
                <a:path w="323850" h="315595">
                  <a:moveTo>
                    <a:pt x="103082" y="157714"/>
                  </a:moveTo>
                  <a:lnTo>
                    <a:pt x="102453" y="163359"/>
                  </a:lnTo>
                  <a:lnTo>
                    <a:pt x="103710" y="163359"/>
                  </a:lnTo>
                  <a:lnTo>
                    <a:pt x="103082" y="157714"/>
                  </a:lnTo>
                  <a:close/>
                </a:path>
                <a:path w="323850" h="315595">
                  <a:moveTo>
                    <a:pt x="221299" y="152070"/>
                  </a:moveTo>
                  <a:lnTo>
                    <a:pt x="220671" y="157714"/>
                  </a:lnTo>
                  <a:lnTo>
                    <a:pt x="221299" y="163359"/>
                  </a:lnTo>
                  <a:lnTo>
                    <a:pt x="221299" y="152070"/>
                  </a:lnTo>
                  <a:close/>
                </a:path>
                <a:path w="323850" h="315595">
                  <a:moveTo>
                    <a:pt x="103710" y="152070"/>
                  </a:moveTo>
                  <a:lnTo>
                    <a:pt x="102453" y="152070"/>
                  </a:lnTo>
                  <a:lnTo>
                    <a:pt x="103082" y="157714"/>
                  </a:lnTo>
                  <a:lnTo>
                    <a:pt x="103710" y="152070"/>
                  </a:lnTo>
                  <a:close/>
                </a:path>
                <a:path w="323850" h="315595">
                  <a:moveTo>
                    <a:pt x="321922" y="141241"/>
                  </a:moveTo>
                  <a:lnTo>
                    <a:pt x="218836" y="141241"/>
                  </a:lnTo>
                  <a:lnTo>
                    <a:pt x="221148" y="151742"/>
                  </a:lnTo>
                  <a:lnTo>
                    <a:pt x="220006" y="151742"/>
                  </a:lnTo>
                  <a:lnTo>
                    <a:pt x="220671" y="157714"/>
                  </a:lnTo>
                  <a:lnTo>
                    <a:pt x="221299" y="152070"/>
                  </a:lnTo>
                  <a:lnTo>
                    <a:pt x="323125" y="152070"/>
                  </a:lnTo>
                  <a:lnTo>
                    <a:pt x="323089" y="151742"/>
                  </a:lnTo>
                  <a:lnTo>
                    <a:pt x="221148" y="151742"/>
                  </a:lnTo>
                  <a:lnTo>
                    <a:pt x="219433" y="146600"/>
                  </a:lnTo>
                  <a:lnTo>
                    <a:pt x="322518" y="146600"/>
                  </a:lnTo>
                  <a:lnTo>
                    <a:pt x="321922" y="141241"/>
                  </a:lnTo>
                  <a:close/>
                </a:path>
                <a:path w="323850" h="315595">
                  <a:moveTo>
                    <a:pt x="104916" y="141241"/>
                  </a:moveTo>
                  <a:lnTo>
                    <a:pt x="102604" y="151742"/>
                  </a:lnTo>
                  <a:lnTo>
                    <a:pt x="104319" y="146600"/>
                  </a:lnTo>
                  <a:lnTo>
                    <a:pt x="104916" y="141241"/>
                  </a:lnTo>
                  <a:close/>
                </a:path>
                <a:path w="323850" h="315595">
                  <a:moveTo>
                    <a:pt x="104319" y="146600"/>
                  </a:moveTo>
                  <a:lnTo>
                    <a:pt x="102604" y="151742"/>
                  </a:lnTo>
                  <a:lnTo>
                    <a:pt x="103747" y="151742"/>
                  </a:lnTo>
                  <a:lnTo>
                    <a:pt x="104319" y="146600"/>
                  </a:lnTo>
                  <a:close/>
                </a:path>
                <a:path w="323850" h="315595">
                  <a:moveTo>
                    <a:pt x="218836" y="141241"/>
                  </a:moveTo>
                  <a:lnTo>
                    <a:pt x="219433" y="146600"/>
                  </a:lnTo>
                  <a:lnTo>
                    <a:pt x="221148" y="151742"/>
                  </a:lnTo>
                  <a:lnTo>
                    <a:pt x="218836" y="141241"/>
                  </a:lnTo>
                  <a:close/>
                </a:path>
                <a:path w="323850" h="315595">
                  <a:moveTo>
                    <a:pt x="106107" y="141241"/>
                  </a:moveTo>
                  <a:lnTo>
                    <a:pt x="104916" y="141241"/>
                  </a:lnTo>
                  <a:lnTo>
                    <a:pt x="104319" y="146600"/>
                  </a:lnTo>
                  <a:lnTo>
                    <a:pt x="106107" y="141241"/>
                  </a:lnTo>
                  <a:close/>
                </a:path>
                <a:path w="323850" h="315595">
                  <a:moveTo>
                    <a:pt x="215822" y="135773"/>
                  </a:moveTo>
                  <a:lnTo>
                    <a:pt x="219433" y="146600"/>
                  </a:lnTo>
                  <a:lnTo>
                    <a:pt x="218836" y="141241"/>
                  </a:lnTo>
                  <a:lnTo>
                    <a:pt x="321922" y="141241"/>
                  </a:lnTo>
                  <a:lnTo>
                    <a:pt x="321798" y="140125"/>
                  </a:lnTo>
                  <a:lnTo>
                    <a:pt x="218298" y="140125"/>
                  </a:lnTo>
                  <a:lnTo>
                    <a:pt x="215822" y="135773"/>
                  </a:lnTo>
                  <a:close/>
                </a:path>
                <a:path w="323850" h="315595">
                  <a:moveTo>
                    <a:pt x="109500" y="131068"/>
                  </a:moveTo>
                  <a:lnTo>
                    <a:pt x="105454" y="140125"/>
                  </a:lnTo>
                  <a:lnTo>
                    <a:pt x="107931" y="135773"/>
                  </a:lnTo>
                  <a:lnTo>
                    <a:pt x="109500" y="131068"/>
                  </a:lnTo>
                  <a:close/>
                </a:path>
                <a:path w="323850" h="315595">
                  <a:moveTo>
                    <a:pt x="107931" y="135773"/>
                  </a:moveTo>
                  <a:lnTo>
                    <a:pt x="105454" y="140125"/>
                  </a:lnTo>
                  <a:lnTo>
                    <a:pt x="106479" y="140125"/>
                  </a:lnTo>
                  <a:lnTo>
                    <a:pt x="107931" y="135773"/>
                  </a:lnTo>
                  <a:close/>
                </a:path>
                <a:path w="323850" h="315595">
                  <a:moveTo>
                    <a:pt x="214252" y="131068"/>
                  </a:moveTo>
                  <a:lnTo>
                    <a:pt x="215822" y="135773"/>
                  </a:lnTo>
                  <a:lnTo>
                    <a:pt x="218298" y="140125"/>
                  </a:lnTo>
                  <a:lnTo>
                    <a:pt x="214252" y="131068"/>
                  </a:lnTo>
                  <a:close/>
                </a:path>
                <a:path w="323850" h="315595">
                  <a:moveTo>
                    <a:pt x="319207" y="121945"/>
                  </a:moveTo>
                  <a:lnTo>
                    <a:pt x="207954" y="121945"/>
                  </a:lnTo>
                  <a:lnTo>
                    <a:pt x="214543" y="131068"/>
                  </a:lnTo>
                  <a:lnTo>
                    <a:pt x="214252" y="131068"/>
                  </a:lnTo>
                  <a:lnTo>
                    <a:pt x="218298" y="140125"/>
                  </a:lnTo>
                  <a:lnTo>
                    <a:pt x="321798" y="140125"/>
                  </a:lnTo>
                  <a:lnTo>
                    <a:pt x="320062" y="124504"/>
                  </a:lnTo>
                  <a:lnTo>
                    <a:pt x="319251" y="122076"/>
                  </a:lnTo>
                  <a:lnTo>
                    <a:pt x="319207" y="121945"/>
                  </a:lnTo>
                  <a:close/>
                </a:path>
                <a:path w="323850" h="315595">
                  <a:moveTo>
                    <a:pt x="113017" y="126833"/>
                  </a:moveTo>
                  <a:lnTo>
                    <a:pt x="109198" y="131068"/>
                  </a:lnTo>
                  <a:lnTo>
                    <a:pt x="109500" y="131068"/>
                  </a:lnTo>
                  <a:lnTo>
                    <a:pt x="107931" y="135773"/>
                  </a:lnTo>
                  <a:lnTo>
                    <a:pt x="113017" y="126833"/>
                  </a:lnTo>
                  <a:close/>
                </a:path>
                <a:path w="323850" h="315595">
                  <a:moveTo>
                    <a:pt x="210735" y="126833"/>
                  </a:moveTo>
                  <a:lnTo>
                    <a:pt x="215822" y="135773"/>
                  </a:lnTo>
                  <a:lnTo>
                    <a:pt x="214252" y="131068"/>
                  </a:lnTo>
                  <a:lnTo>
                    <a:pt x="214554" y="131068"/>
                  </a:lnTo>
                  <a:lnTo>
                    <a:pt x="210735" y="126833"/>
                  </a:lnTo>
                  <a:close/>
                </a:path>
                <a:path w="323850" h="315595">
                  <a:moveTo>
                    <a:pt x="115724" y="122076"/>
                  </a:moveTo>
                  <a:lnTo>
                    <a:pt x="109210" y="131068"/>
                  </a:lnTo>
                  <a:lnTo>
                    <a:pt x="113017" y="126833"/>
                  </a:lnTo>
                  <a:lnTo>
                    <a:pt x="115724" y="122076"/>
                  </a:lnTo>
                  <a:close/>
                </a:path>
                <a:path w="323850" h="315595">
                  <a:moveTo>
                    <a:pt x="208049" y="122076"/>
                  </a:moveTo>
                  <a:lnTo>
                    <a:pt x="210735" y="126833"/>
                  </a:lnTo>
                  <a:lnTo>
                    <a:pt x="214554" y="131068"/>
                  </a:lnTo>
                  <a:lnTo>
                    <a:pt x="208049" y="122076"/>
                  </a:lnTo>
                  <a:close/>
                </a:path>
                <a:path w="323850" h="315595">
                  <a:moveTo>
                    <a:pt x="116325" y="121945"/>
                  </a:moveTo>
                  <a:lnTo>
                    <a:pt x="115798" y="121945"/>
                  </a:lnTo>
                  <a:lnTo>
                    <a:pt x="113017" y="126833"/>
                  </a:lnTo>
                  <a:lnTo>
                    <a:pt x="117307" y="122076"/>
                  </a:lnTo>
                  <a:lnTo>
                    <a:pt x="116153" y="122076"/>
                  </a:lnTo>
                  <a:lnTo>
                    <a:pt x="116325" y="121945"/>
                  </a:lnTo>
                  <a:close/>
                </a:path>
                <a:path w="323850" h="315595">
                  <a:moveTo>
                    <a:pt x="203885" y="119238"/>
                  </a:moveTo>
                  <a:lnTo>
                    <a:pt x="210735" y="126833"/>
                  </a:lnTo>
                  <a:lnTo>
                    <a:pt x="208029" y="122076"/>
                  </a:lnTo>
                  <a:lnTo>
                    <a:pt x="207599" y="122076"/>
                  </a:lnTo>
                  <a:lnTo>
                    <a:pt x="207457" y="121945"/>
                  </a:lnTo>
                  <a:lnTo>
                    <a:pt x="203885" y="119238"/>
                  </a:lnTo>
                  <a:close/>
                </a:path>
                <a:path w="323850" h="315595">
                  <a:moveTo>
                    <a:pt x="119867" y="119238"/>
                  </a:moveTo>
                  <a:lnTo>
                    <a:pt x="116295" y="121945"/>
                  </a:lnTo>
                  <a:lnTo>
                    <a:pt x="116153" y="122076"/>
                  </a:lnTo>
                  <a:lnTo>
                    <a:pt x="117307" y="122076"/>
                  </a:lnTo>
                  <a:lnTo>
                    <a:pt x="119867" y="119238"/>
                  </a:lnTo>
                  <a:close/>
                </a:path>
                <a:path w="323850" h="315595">
                  <a:moveTo>
                    <a:pt x="317125" y="115710"/>
                  </a:moveTo>
                  <a:lnTo>
                    <a:pt x="200703" y="115710"/>
                  </a:lnTo>
                  <a:lnTo>
                    <a:pt x="207428" y="121945"/>
                  </a:lnTo>
                  <a:lnTo>
                    <a:pt x="207599" y="122076"/>
                  </a:lnTo>
                  <a:lnTo>
                    <a:pt x="208029" y="122076"/>
                  </a:lnTo>
                  <a:lnTo>
                    <a:pt x="207954" y="121945"/>
                  </a:lnTo>
                  <a:lnTo>
                    <a:pt x="319207" y="121945"/>
                  </a:lnTo>
                  <a:lnTo>
                    <a:pt x="317125" y="115710"/>
                  </a:lnTo>
                  <a:close/>
                </a:path>
                <a:path w="323850" h="315595">
                  <a:moveTo>
                    <a:pt x="123049" y="115710"/>
                  </a:moveTo>
                  <a:lnTo>
                    <a:pt x="116295" y="121945"/>
                  </a:lnTo>
                  <a:lnTo>
                    <a:pt x="119867" y="119238"/>
                  </a:lnTo>
                  <a:lnTo>
                    <a:pt x="123049" y="115710"/>
                  </a:lnTo>
                  <a:close/>
                </a:path>
                <a:path w="323850" h="315595">
                  <a:moveTo>
                    <a:pt x="200703" y="115710"/>
                  </a:moveTo>
                  <a:lnTo>
                    <a:pt x="203885" y="119238"/>
                  </a:lnTo>
                  <a:lnTo>
                    <a:pt x="207428" y="121945"/>
                  </a:lnTo>
                  <a:lnTo>
                    <a:pt x="200703" y="115710"/>
                  </a:lnTo>
                  <a:close/>
                </a:path>
                <a:path w="323850" h="315595">
                  <a:moveTo>
                    <a:pt x="124484" y="115710"/>
                  </a:moveTo>
                  <a:lnTo>
                    <a:pt x="123049" y="115710"/>
                  </a:lnTo>
                  <a:lnTo>
                    <a:pt x="119867" y="119238"/>
                  </a:lnTo>
                  <a:lnTo>
                    <a:pt x="124484" y="115710"/>
                  </a:lnTo>
                  <a:close/>
                </a:path>
                <a:path w="323850" h="315595">
                  <a:moveTo>
                    <a:pt x="194727" y="112238"/>
                  </a:moveTo>
                  <a:lnTo>
                    <a:pt x="203885" y="119238"/>
                  </a:lnTo>
                  <a:lnTo>
                    <a:pt x="200703" y="115710"/>
                  </a:lnTo>
                  <a:lnTo>
                    <a:pt x="317125" y="115710"/>
                  </a:lnTo>
                  <a:lnTo>
                    <a:pt x="316686" y="114397"/>
                  </a:lnTo>
                  <a:lnTo>
                    <a:pt x="199062" y="114397"/>
                  </a:lnTo>
                  <a:lnTo>
                    <a:pt x="194727" y="112238"/>
                  </a:lnTo>
                  <a:close/>
                </a:path>
                <a:path w="323850" h="315595">
                  <a:moveTo>
                    <a:pt x="132900" y="109278"/>
                  </a:moveTo>
                  <a:lnTo>
                    <a:pt x="124691" y="114397"/>
                  </a:lnTo>
                  <a:lnTo>
                    <a:pt x="129026" y="112238"/>
                  </a:lnTo>
                  <a:lnTo>
                    <a:pt x="132900" y="109278"/>
                  </a:lnTo>
                  <a:close/>
                </a:path>
                <a:path w="323850" h="315595">
                  <a:moveTo>
                    <a:pt x="129026" y="112238"/>
                  </a:moveTo>
                  <a:lnTo>
                    <a:pt x="124691" y="114397"/>
                  </a:lnTo>
                  <a:lnTo>
                    <a:pt x="126201" y="114397"/>
                  </a:lnTo>
                  <a:lnTo>
                    <a:pt x="129026" y="112238"/>
                  </a:lnTo>
                  <a:close/>
                </a:path>
                <a:path w="323850" h="315595">
                  <a:moveTo>
                    <a:pt x="190852" y="109278"/>
                  </a:moveTo>
                  <a:lnTo>
                    <a:pt x="194727" y="112238"/>
                  </a:lnTo>
                  <a:lnTo>
                    <a:pt x="199062" y="114397"/>
                  </a:lnTo>
                  <a:lnTo>
                    <a:pt x="190852" y="109278"/>
                  </a:lnTo>
                  <a:close/>
                </a:path>
                <a:path w="323850" h="315595">
                  <a:moveTo>
                    <a:pt x="314976" y="109278"/>
                  </a:moveTo>
                  <a:lnTo>
                    <a:pt x="190852" y="109278"/>
                  </a:lnTo>
                  <a:lnTo>
                    <a:pt x="199062" y="114397"/>
                  </a:lnTo>
                  <a:lnTo>
                    <a:pt x="316686" y="114397"/>
                  </a:lnTo>
                  <a:lnTo>
                    <a:pt x="314976" y="109278"/>
                  </a:lnTo>
                  <a:close/>
                </a:path>
                <a:path w="323850" h="315595">
                  <a:moveTo>
                    <a:pt x="134972" y="109278"/>
                  </a:moveTo>
                  <a:lnTo>
                    <a:pt x="132900" y="109278"/>
                  </a:lnTo>
                  <a:lnTo>
                    <a:pt x="129026" y="112238"/>
                  </a:lnTo>
                  <a:lnTo>
                    <a:pt x="134972" y="109278"/>
                  </a:lnTo>
                  <a:close/>
                </a:path>
                <a:path w="323850" h="315595">
                  <a:moveTo>
                    <a:pt x="184510" y="107151"/>
                  </a:moveTo>
                  <a:lnTo>
                    <a:pt x="194727" y="112238"/>
                  </a:lnTo>
                  <a:lnTo>
                    <a:pt x="190852" y="109278"/>
                  </a:lnTo>
                  <a:lnTo>
                    <a:pt x="314976" y="109278"/>
                  </a:lnTo>
                  <a:lnTo>
                    <a:pt x="314691" y="108424"/>
                  </a:lnTo>
                  <a:lnTo>
                    <a:pt x="188862" y="108424"/>
                  </a:lnTo>
                  <a:lnTo>
                    <a:pt x="184510" y="107151"/>
                  </a:lnTo>
                  <a:close/>
                </a:path>
                <a:path w="323850" h="315595">
                  <a:moveTo>
                    <a:pt x="143408" y="105077"/>
                  </a:moveTo>
                  <a:lnTo>
                    <a:pt x="134890" y="108424"/>
                  </a:lnTo>
                  <a:lnTo>
                    <a:pt x="139242" y="107151"/>
                  </a:lnTo>
                  <a:lnTo>
                    <a:pt x="143408" y="105077"/>
                  </a:lnTo>
                  <a:close/>
                </a:path>
                <a:path w="323850" h="315595">
                  <a:moveTo>
                    <a:pt x="139242" y="107151"/>
                  </a:moveTo>
                  <a:lnTo>
                    <a:pt x="134890" y="108424"/>
                  </a:lnTo>
                  <a:lnTo>
                    <a:pt x="136686" y="108424"/>
                  </a:lnTo>
                  <a:lnTo>
                    <a:pt x="139242" y="107151"/>
                  </a:lnTo>
                  <a:close/>
                </a:path>
                <a:path w="323850" h="315595">
                  <a:moveTo>
                    <a:pt x="180344" y="105077"/>
                  </a:moveTo>
                  <a:lnTo>
                    <a:pt x="184510" y="107151"/>
                  </a:lnTo>
                  <a:lnTo>
                    <a:pt x="188862" y="108424"/>
                  </a:lnTo>
                  <a:lnTo>
                    <a:pt x="180344" y="105077"/>
                  </a:lnTo>
                  <a:close/>
                </a:path>
                <a:path w="323850" h="315595">
                  <a:moveTo>
                    <a:pt x="313573" y="105077"/>
                  </a:moveTo>
                  <a:lnTo>
                    <a:pt x="180344" y="105077"/>
                  </a:lnTo>
                  <a:lnTo>
                    <a:pt x="188862" y="108424"/>
                  </a:lnTo>
                  <a:lnTo>
                    <a:pt x="314691" y="108424"/>
                  </a:lnTo>
                  <a:lnTo>
                    <a:pt x="313573" y="105077"/>
                  </a:lnTo>
                  <a:close/>
                </a:path>
                <a:path w="323850" h="315595">
                  <a:moveTo>
                    <a:pt x="146334" y="105077"/>
                  </a:moveTo>
                  <a:lnTo>
                    <a:pt x="143408" y="105077"/>
                  </a:lnTo>
                  <a:lnTo>
                    <a:pt x="139242" y="107151"/>
                  </a:lnTo>
                  <a:lnTo>
                    <a:pt x="146334" y="105077"/>
                  </a:lnTo>
                  <a:close/>
                </a:path>
                <a:path w="323850" h="315595">
                  <a:moveTo>
                    <a:pt x="173382" y="103897"/>
                  </a:moveTo>
                  <a:lnTo>
                    <a:pt x="184510" y="107151"/>
                  </a:lnTo>
                  <a:lnTo>
                    <a:pt x="180344" y="105077"/>
                  </a:lnTo>
                  <a:lnTo>
                    <a:pt x="313573" y="105077"/>
                  </a:lnTo>
                  <a:lnTo>
                    <a:pt x="313332" y="104355"/>
                  </a:lnTo>
                  <a:lnTo>
                    <a:pt x="178315" y="104355"/>
                  </a:lnTo>
                  <a:lnTo>
                    <a:pt x="173382" y="103897"/>
                  </a:lnTo>
                  <a:close/>
                </a:path>
                <a:path w="323850" h="315595">
                  <a:moveTo>
                    <a:pt x="155085" y="102517"/>
                  </a:moveTo>
                  <a:lnTo>
                    <a:pt x="145438" y="104355"/>
                  </a:lnTo>
                  <a:lnTo>
                    <a:pt x="150370" y="103897"/>
                  </a:lnTo>
                  <a:lnTo>
                    <a:pt x="155085" y="102517"/>
                  </a:lnTo>
                  <a:close/>
                </a:path>
                <a:path w="323850" h="315595">
                  <a:moveTo>
                    <a:pt x="150370" y="103897"/>
                  </a:moveTo>
                  <a:lnTo>
                    <a:pt x="145438" y="104355"/>
                  </a:lnTo>
                  <a:lnTo>
                    <a:pt x="148802" y="104355"/>
                  </a:lnTo>
                  <a:lnTo>
                    <a:pt x="150370" y="103897"/>
                  </a:lnTo>
                  <a:close/>
                </a:path>
                <a:path w="323850" h="315595">
                  <a:moveTo>
                    <a:pt x="168667" y="102517"/>
                  </a:moveTo>
                  <a:lnTo>
                    <a:pt x="173382" y="103897"/>
                  </a:lnTo>
                  <a:lnTo>
                    <a:pt x="178315" y="104355"/>
                  </a:lnTo>
                  <a:lnTo>
                    <a:pt x="168667" y="102517"/>
                  </a:lnTo>
                  <a:close/>
                </a:path>
                <a:path w="323850" h="315595">
                  <a:moveTo>
                    <a:pt x="312719" y="102517"/>
                  </a:moveTo>
                  <a:lnTo>
                    <a:pt x="168667" y="102517"/>
                  </a:lnTo>
                  <a:lnTo>
                    <a:pt x="178315" y="104355"/>
                  </a:lnTo>
                  <a:lnTo>
                    <a:pt x="313332" y="104355"/>
                  </a:lnTo>
                  <a:lnTo>
                    <a:pt x="312822" y="102827"/>
                  </a:lnTo>
                  <a:lnTo>
                    <a:pt x="312719" y="102517"/>
                  </a:lnTo>
                  <a:close/>
                </a:path>
                <a:path w="323850" h="315595">
                  <a:moveTo>
                    <a:pt x="158546" y="102517"/>
                  </a:moveTo>
                  <a:lnTo>
                    <a:pt x="155085" y="102517"/>
                  </a:lnTo>
                  <a:lnTo>
                    <a:pt x="150370" y="103897"/>
                  </a:lnTo>
                  <a:lnTo>
                    <a:pt x="161876" y="102827"/>
                  </a:lnTo>
                  <a:lnTo>
                    <a:pt x="158546" y="102517"/>
                  </a:lnTo>
                  <a:close/>
                </a:path>
                <a:path w="323850" h="315595">
                  <a:moveTo>
                    <a:pt x="312675" y="102386"/>
                  </a:moveTo>
                  <a:lnTo>
                    <a:pt x="166618" y="102386"/>
                  </a:lnTo>
                  <a:lnTo>
                    <a:pt x="161876" y="102827"/>
                  </a:lnTo>
                  <a:lnTo>
                    <a:pt x="173382" y="103897"/>
                  </a:lnTo>
                  <a:lnTo>
                    <a:pt x="168667" y="102517"/>
                  </a:lnTo>
                  <a:lnTo>
                    <a:pt x="312719" y="102517"/>
                  </a:lnTo>
                  <a:lnTo>
                    <a:pt x="312675" y="102386"/>
                  </a:lnTo>
                  <a:close/>
                </a:path>
                <a:path w="323850" h="315595">
                  <a:moveTo>
                    <a:pt x="166618" y="102386"/>
                  </a:moveTo>
                  <a:lnTo>
                    <a:pt x="157134" y="102386"/>
                  </a:lnTo>
                  <a:lnTo>
                    <a:pt x="161876" y="102827"/>
                  </a:lnTo>
                  <a:lnTo>
                    <a:pt x="166618" y="10238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57728" y="6238127"/>
            <a:ext cx="196314" cy="196186"/>
          </a:xfrm>
          <a:prstGeom prst="rect">
            <a:avLst/>
          </a:prstGeom>
        </p:spPr>
      </p:pic>
      <p:sp>
        <p:nvSpPr>
          <p:cNvPr id="59" name="Text 5">
            <a:extLst>
              <a:ext uri="{FF2B5EF4-FFF2-40B4-BE49-F238E27FC236}">
                <a16:creationId xmlns:a16="http://schemas.microsoft.com/office/drawing/2014/main" id="{008977FE-A56B-F8A9-14BB-6AFB84572AA5}"/>
              </a:ext>
            </a:extLst>
          </p:cNvPr>
          <p:cNvSpPr/>
          <p:nvPr/>
        </p:nvSpPr>
        <p:spPr>
          <a:xfrm>
            <a:off x="1170628" y="1712485"/>
            <a:ext cx="6115281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Does not </a:t>
            </a:r>
            <a:r>
              <a:rPr lang="en" sz="2000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serialise</a:t>
            </a:r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everything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Language‑agnostic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Optimised</a:t>
            </a:r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for inference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922535"/>
            <a:ext cx="755530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b="1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How to Choose a Serialization Method</a:t>
            </a:r>
            <a:endParaRPr lang="en-US" sz="4000" b="1" dirty="0">
              <a:latin typeface="GRAPHIKLCG-SEMIBOLD" panose="020B0503030202060203" pitchFamily="34" charset="0"/>
            </a:endParaRPr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BB62B759-AAE4-9940-936B-3A298F77E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643583"/>
              </p:ext>
            </p:extLst>
          </p:nvPr>
        </p:nvGraphicFramePr>
        <p:xfrm>
          <a:off x="660400" y="2133600"/>
          <a:ext cx="10439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1091325088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3166802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FFFFFF"/>
                          </a:solidFill>
                        </a:rPr>
                        <a:t>Better default</a:t>
                      </a:r>
                    </a:p>
                  </a:txBody>
                  <a:tcPr anchor="ctr">
                    <a:solidFill>
                      <a:srgbClr val="1F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97887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Quick internal sklearn prototype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joblib / pickle — trusted artifacts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0584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PyTorch checkpoint for retraining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state_dict + config + code version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04071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Hugging Face model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safetensors + pinned revision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7325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Portable tensor inference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ONNX / TensorRT / OpenVINO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6321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Registry + signature + dependencies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MLflow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0737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500" b="0">
                          <a:solidFill>
                            <a:srgbClr val="2A2A2A"/>
                          </a:solidFill>
                        </a:rPr>
                        <a:t>Edge / mobile PyTorch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0A6FB8"/>
                          </a:solidFill>
                        </a:rPr>
                        <a:t>torch.export / ExecuTorch (by target)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6061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3345" y="586478"/>
            <a:ext cx="10565311" cy="6004409"/>
            <a:chOff x="1791972" y="944565"/>
            <a:chExt cx="17425249" cy="990300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79892" y="10596300"/>
              <a:ext cx="337329" cy="2512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91972" y="4572169"/>
              <a:ext cx="5144770" cy="2216785"/>
            </a:xfrm>
            <a:custGeom>
              <a:avLst/>
              <a:gdLst/>
              <a:ahLst/>
              <a:cxnLst/>
              <a:rect l="l" t="t" r="r" b="b"/>
              <a:pathLst>
                <a:path w="5144770" h="2216784">
                  <a:moveTo>
                    <a:pt x="2572165" y="0"/>
                  </a:moveTo>
                  <a:lnTo>
                    <a:pt x="2637533" y="350"/>
                  </a:lnTo>
                  <a:lnTo>
                    <a:pt x="2702500" y="1398"/>
                  </a:lnTo>
                  <a:lnTo>
                    <a:pt x="2767046" y="3133"/>
                  </a:lnTo>
                  <a:lnTo>
                    <a:pt x="2831153" y="5548"/>
                  </a:lnTo>
                  <a:lnTo>
                    <a:pt x="2894801" y="8634"/>
                  </a:lnTo>
                  <a:lnTo>
                    <a:pt x="2957971" y="12383"/>
                  </a:lnTo>
                  <a:lnTo>
                    <a:pt x="3020643" y="16787"/>
                  </a:lnTo>
                  <a:lnTo>
                    <a:pt x="3082798" y="21837"/>
                  </a:lnTo>
                  <a:lnTo>
                    <a:pt x="3144417" y="27526"/>
                  </a:lnTo>
                  <a:lnTo>
                    <a:pt x="3205481" y="33844"/>
                  </a:lnTo>
                  <a:lnTo>
                    <a:pt x="3265970" y="40784"/>
                  </a:lnTo>
                  <a:lnTo>
                    <a:pt x="3325865" y="48337"/>
                  </a:lnTo>
                  <a:lnTo>
                    <a:pt x="3385147" y="56495"/>
                  </a:lnTo>
                  <a:lnTo>
                    <a:pt x="3443796" y="65249"/>
                  </a:lnTo>
                  <a:lnTo>
                    <a:pt x="3501794" y="74592"/>
                  </a:lnTo>
                  <a:lnTo>
                    <a:pt x="3559120" y="84515"/>
                  </a:lnTo>
                  <a:lnTo>
                    <a:pt x="3615756" y="95009"/>
                  </a:lnTo>
                  <a:lnTo>
                    <a:pt x="3671682" y="106067"/>
                  </a:lnTo>
                  <a:lnTo>
                    <a:pt x="3726879" y="117679"/>
                  </a:lnTo>
                  <a:lnTo>
                    <a:pt x="3781328" y="129839"/>
                  </a:lnTo>
                  <a:lnTo>
                    <a:pt x="3835010" y="142536"/>
                  </a:lnTo>
                  <a:lnTo>
                    <a:pt x="3887904" y="155764"/>
                  </a:lnTo>
                  <a:lnTo>
                    <a:pt x="3939993" y="169514"/>
                  </a:lnTo>
                  <a:lnTo>
                    <a:pt x="3991256" y="183777"/>
                  </a:lnTo>
                  <a:lnTo>
                    <a:pt x="4041674" y="198545"/>
                  </a:lnTo>
                  <a:lnTo>
                    <a:pt x="4091229" y="213810"/>
                  </a:lnTo>
                  <a:lnTo>
                    <a:pt x="4139900" y="229564"/>
                  </a:lnTo>
                  <a:lnTo>
                    <a:pt x="4187668" y="245797"/>
                  </a:lnTo>
                  <a:lnTo>
                    <a:pt x="4234515" y="262503"/>
                  </a:lnTo>
                  <a:lnTo>
                    <a:pt x="4280420" y="279672"/>
                  </a:lnTo>
                  <a:lnTo>
                    <a:pt x="4325365" y="297297"/>
                  </a:lnTo>
                  <a:lnTo>
                    <a:pt x="4369331" y="315369"/>
                  </a:lnTo>
                  <a:lnTo>
                    <a:pt x="4412297" y="333879"/>
                  </a:lnTo>
                  <a:lnTo>
                    <a:pt x="4454245" y="352820"/>
                  </a:lnTo>
                  <a:lnTo>
                    <a:pt x="4495156" y="372182"/>
                  </a:lnTo>
                  <a:lnTo>
                    <a:pt x="4535009" y="391959"/>
                  </a:lnTo>
                  <a:lnTo>
                    <a:pt x="4573787" y="412141"/>
                  </a:lnTo>
                  <a:lnTo>
                    <a:pt x="4611469" y="432719"/>
                  </a:lnTo>
                  <a:lnTo>
                    <a:pt x="4648036" y="453687"/>
                  </a:lnTo>
                  <a:lnTo>
                    <a:pt x="4683469" y="475036"/>
                  </a:lnTo>
                  <a:lnTo>
                    <a:pt x="4717749" y="496756"/>
                  </a:lnTo>
                  <a:lnTo>
                    <a:pt x="4750856" y="518840"/>
                  </a:lnTo>
                  <a:lnTo>
                    <a:pt x="4782772" y="541280"/>
                  </a:lnTo>
                  <a:lnTo>
                    <a:pt x="4813476" y="564068"/>
                  </a:lnTo>
                  <a:lnTo>
                    <a:pt x="4871174" y="610651"/>
                  </a:lnTo>
                  <a:lnTo>
                    <a:pt x="4923796" y="658523"/>
                  </a:lnTo>
                  <a:lnTo>
                    <a:pt x="4971188" y="707618"/>
                  </a:lnTo>
                  <a:lnTo>
                    <a:pt x="5013195" y="757870"/>
                  </a:lnTo>
                  <a:lnTo>
                    <a:pt x="5049662" y="809211"/>
                  </a:lnTo>
                  <a:lnTo>
                    <a:pt x="5080437" y="861576"/>
                  </a:lnTo>
                  <a:lnTo>
                    <a:pt x="5105364" y="914897"/>
                  </a:lnTo>
                  <a:lnTo>
                    <a:pt x="5124289" y="969110"/>
                  </a:lnTo>
                  <a:lnTo>
                    <a:pt x="5137058" y="1024146"/>
                  </a:lnTo>
                  <a:lnTo>
                    <a:pt x="5143516" y="1079939"/>
                  </a:lnTo>
                  <a:lnTo>
                    <a:pt x="5144331" y="1108099"/>
                  </a:lnTo>
                  <a:lnTo>
                    <a:pt x="5143516" y="1136260"/>
                  </a:lnTo>
                  <a:lnTo>
                    <a:pt x="5137058" y="1192053"/>
                  </a:lnTo>
                  <a:lnTo>
                    <a:pt x="5124289" y="1247089"/>
                  </a:lnTo>
                  <a:lnTo>
                    <a:pt x="5105364" y="1301302"/>
                  </a:lnTo>
                  <a:lnTo>
                    <a:pt x="5080437" y="1354623"/>
                  </a:lnTo>
                  <a:lnTo>
                    <a:pt x="5049662" y="1406988"/>
                  </a:lnTo>
                  <a:lnTo>
                    <a:pt x="5013195" y="1458329"/>
                  </a:lnTo>
                  <a:lnTo>
                    <a:pt x="4971188" y="1508581"/>
                  </a:lnTo>
                  <a:lnTo>
                    <a:pt x="4923796" y="1557676"/>
                  </a:lnTo>
                  <a:lnTo>
                    <a:pt x="4871174" y="1605548"/>
                  </a:lnTo>
                  <a:lnTo>
                    <a:pt x="4813476" y="1652131"/>
                  </a:lnTo>
                  <a:lnTo>
                    <a:pt x="4782772" y="1674919"/>
                  </a:lnTo>
                  <a:lnTo>
                    <a:pt x="4750856" y="1697359"/>
                  </a:lnTo>
                  <a:lnTo>
                    <a:pt x="4717749" y="1719443"/>
                  </a:lnTo>
                  <a:lnTo>
                    <a:pt x="4683469" y="1741163"/>
                  </a:lnTo>
                  <a:lnTo>
                    <a:pt x="4648036" y="1762512"/>
                  </a:lnTo>
                  <a:lnTo>
                    <a:pt x="4611469" y="1783479"/>
                  </a:lnTo>
                  <a:lnTo>
                    <a:pt x="4573787" y="1804058"/>
                  </a:lnTo>
                  <a:lnTo>
                    <a:pt x="4535009" y="1824240"/>
                  </a:lnTo>
                  <a:lnTo>
                    <a:pt x="4495156" y="1844017"/>
                  </a:lnTo>
                  <a:lnTo>
                    <a:pt x="4454245" y="1863379"/>
                  </a:lnTo>
                  <a:lnTo>
                    <a:pt x="4412297" y="1882320"/>
                  </a:lnTo>
                  <a:lnTo>
                    <a:pt x="4369331" y="1900830"/>
                  </a:lnTo>
                  <a:lnTo>
                    <a:pt x="4325365" y="1918902"/>
                  </a:lnTo>
                  <a:lnTo>
                    <a:pt x="4280420" y="1936527"/>
                  </a:lnTo>
                  <a:lnTo>
                    <a:pt x="4234515" y="1953696"/>
                  </a:lnTo>
                  <a:lnTo>
                    <a:pt x="4187668" y="1970402"/>
                  </a:lnTo>
                  <a:lnTo>
                    <a:pt x="4139900" y="1986635"/>
                  </a:lnTo>
                  <a:lnTo>
                    <a:pt x="4091229" y="2002389"/>
                  </a:lnTo>
                  <a:lnTo>
                    <a:pt x="4041674" y="2017654"/>
                  </a:lnTo>
                  <a:lnTo>
                    <a:pt x="3991256" y="2032422"/>
                  </a:lnTo>
                  <a:lnTo>
                    <a:pt x="3939993" y="2046685"/>
                  </a:lnTo>
                  <a:lnTo>
                    <a:pt x="3887904" y="2060435"/>
                  </a:lnTo>
                  <a:lnTo>
                    <a:pt x="3835010" y="2073663"/>
                  </a:lnTo>
                  <a:lnTo>
                    <a:pt x="3781328" y="2086360"/>
                  </a:lnTo>
                  <a:lnTo>
                    <a:pt x="3726879" y="2098520"/>
                  </a:lnTo>
                  <a:lnTo>
                    <a:pt x="3671682" y="2110132"/>
                  </a:lnTo>
                  <a:lnTo>
                    <a:pt x="3615756" y="2121190"/>
                  </a:lnTo>
                  <a:lnTo>
                    <a:pt x="3559120" y="2131684"/>
                  </a:lnTo>
                  <a:lnTo>
                    <a:pt x="3501794" y="2141607"/>
                  </a:lnTo>
                  <a:lnTo>
                    <a:pt x="3443796" y="2150950"/>
                  </a:lnTo>
                  <a:lnTo>
                    <a:pt x="3385147" y="2159704"/>
                  </a:lnTo>
                  <a:lnTo>
                    <a:pt x="3325865" y="2167862"/>
                  </a:lnTo>
                  <a:lnTo>
                    <a:pt x="3265970" y="2175415"/>
                  </a:lnTo>
                  <a:lnTo>
                    <a:pt x="3205481" y="2182355"/>
                  </a:lnTo>
                  <a:lnTo>
                    <a:pt x="3144417" y="2188673"/>
                  </a:lnTo>
                  <a:lnTo>
                    <a:pt x="3082798" y="2194362"/>
                  </a:lnTo>
                  <a:lnTo>
                    <a:pt x="3020643" y="2199412"/>
                  </a:lnTo>
                  <a:lnTo>
                    <a:pt x="2957971" y="2203816"/>
                  </a:lnTo>
                  <a:lnTo>
                    <a:pt x="2894801" y="2207565"/>
                  </a:lnTo>
                  <a:lnTo>
                    <a:pt x="2831153" y="2210651"/>
                  </a:lnTo>
                  <a:lnTo>
                    <a:pt x="2767046" y="2213066"/>
                  </a:lnTo>
                  <a:lnTo>
                    <a:pt x="2702500" y="2214801"/>
                  </a:lnTo>
                  <a:lnTo>
                    <a:pt x="2637533" y="2215849"/>
                  </a:lnTo>
                  <a:lnTo>
                    <a:pt x="2572165" y="2216199"/>
                  </a:lnTo>
                  <a:lnTo>
                    <a:pt x="2506792" y="2215849"/>
                  </a:lnTo>
                  <a:lnTo>
                    <a:pt x="2441821" y="2214801"/>
                  </a:lnTo>
                  <a:lnTo>
                    <a:pt x="2377271" y="2213066"/>
                  </a:lnTo>
                  <a:lnTo>
                    <a:pt x="2313160" y="2210651"/>
                  </a:lnTo>
                  <a:lnTo>
                    <a:pt x="2249508" y="2207565"/>
                  </a:lnTo>
                  <a:lnTo>
                    <a:pt x="2186336" y="2203816"/>
                  </a:lnTo>
                  <a:lnTo>
                    <a:pt x="2123660" y="2199412"/>
                  </a:lnTo>
                  <a:lnTo>
                    <a:pt x="2061502" y="2194362"/>
                  </a:lnTo>
                  <a:lnTo>
                    <a:pt x="1999881" y="2188673"/>
                  </a:lnTo>
                  <a:lnTo>
                    <a:pt x="1938815" y="2182355"/>
                  </a:lnTo>
                  <a:lnTo>
                    <a:pt x="1878323" y="2175415"/>
                  </a:lnTo>
                  <a:lnTo>
                    <a:pt x="1818426" y="2167862"/>
                  </a:lnTo>
                  <a:lnTo>
                    <a:pt x="1759143" y="2159704"/>
                  </a:lnTo>
                  <a:lnTo>
                    <a:pt x="1700492" y="2150950"/>
                  </a:lnTo>
                  <a:lnTo>
                    <a:pt x="1642494" y="2141607"/>
                  </a:lnTo>
                  <a:lnTo>
                    <a:pt x="1585166" y="2131684"/>
                  </a:lnTo>
                  <a:lnTo>
                    <a:pt x="1528529" y="2121190"/>
                  </a:lnTo>
                  <a:lnTo>
                    <a:pt x="1472602" y="2110132"/>
                  </a:lnTo>
                  <a:lnTo>
                    <a:pt x="1417405" y="2098520"/>
                  </a:lnTo>
                  <a:lnTo>
                    <a:pt x="1362955" y="2086360"/>
                  </a:lnTo>
                  <a:lnTo>
                    <a:pt x="1309274" y="2073663"/>
                  </a:lnTo>
                  <a:lnTo>
                    <a:pt x="1256379" y="2060435"/>
                  </a:lnTo>
                  <a:lnTo>
                    <a:pt x="1204291" y="2046685"/>
                  </a:lnTo>
                  <a:lnTo>
                    <a:pt x="1153028" y="2032422"/>
                  </a:lnTo>
                  <a:lnTo>
                    <a:pt x="1102610" y="2017654"/>
                  </a:lnTo>
                  <a:lnTo>
                    <a:pt x="1053056" y="2002389"/>
                  </a:lnTo>
                  <a:lnTo>
                    <a:pt x="1004386" y="1986635"/>
                  </a:lnTo>
                  <a:lnTo>
                    <a:pt x="956618" y="1970402"/>
                  </a:lnTo>
                  <a:lnTo>
                    <a:pt x="909772" y="1953696"/>
                  </a:lnTo>
                  <a:lnTo>
                    <a:pt x="863868" y="1936527"/>
                  </a:lnTo>
                  <a:lnTo>
                    <a:pt x="818924" y="1918902"/>
                  </a:lnTo>
                  <a:lnTo>
                    <a:pt x="774960" y="1900830"/>
                  </a:lnTo>
                  <a:lnTo>
                    <a:pt x="731994" y="1882320"/>
                  </a:lnTo>
                  <a:lnTo>
                    <a:pt x="690048" y="1863379"/>
                  </a:lnTo>
                  <a:lnTo>
                    <a:pt x="649139" y="1844017"/>
                  </a:lnTo>
                  <a:lnTo>
                    <a:pt x="609286" y="1824240"/>
                  </a:lnTo>
                  <a:lnTo>
                    <a:pt x="570510" y="1804058"/>
                  </a:lnTo>
                  <a:lnTo>
                    <a:pt x="532830" y="1783479"/>
                  </a:lnTo>
                  <a:lnTo>
                    <a:pt x="496264" y="1762512"/>
                  </a:lnTo>
                  <a:lnTo>
                    <a:pt x="460832" y="1741163"/>
                  </a:lnTo>
                  <a:lnTo>
                    <a:pt x="426554" y="1719443"/>
                  </a:lnTo>
                  <a:lnTo>
                    <a:pt x="393448" y="1697359"/>
                  </a:lnTo>
                  <a:lnTo>
                    <a:pt x="361534" y="1674919"/>
                  </a:lnTo>
                  <a:lnTo>
                    <a:pt x="330832" y="1652131"/>
                  </a:lnTo>
                  <a:lnTo>
                    <a:pt x="273137" y="1605548"/>
                  </a:lnTo>
                  <a:lnTo>
                    <a:pt x="220518" y="1557676"/>
                  </a:lnTo>
                  <a:lnTo>
                    <a:pt x="173130" y="1508581"/>
                  </a:lnTo>
                  <a:lnTo>
                    <a:pt x="131126" y="1458329"/>
                  </a:lnTo>
                  <a:lnTo>
                    <a:pt x="94660" y="1406988"/>
                  </a:lnTo>
                  <a:lnTo>
                    <a:pt x="63888" y="1354623"/>
                  </a:lnTo>
                  <a:lnTo>
                    <a:pt x="38963" y="1301302"/>
                  </a:lnTo>
                  <a:lnTo>
                    <a:pt x="20040" y="1247089"/>
                  </a:lnTo>
                  <a:lnTo>
                    <a:pt x="7272" y="1192053"/>
                  </a:lnTo>
                  <a:lnTo>
                    <a:pt x="814" y="1136260"/>
                  </a:lnTo>
                  <a:lnTo>
                    <a:pt x="0" y="1108099"/>
                  </a:lnTo>
                  <a:lnTo>
                    <a:pt x="814" y="1079939"/>
                  </a:lnTo>
                  <a:lnTo>
                    <a:pt x="7272" y="1024146"/>
                  </a:lnTo>
                  <a:lnTo>
                    <a:pt x="20040" y="969110"/>
                  </a:lnTo>
                  <a:lnTo>
                    <a:pt x="38963" y="914897"/>
                  </a:lnTo>
                  <a:lnTo>
                    <a:pt x="63888" y="861576"/>
                  </a:lnTo>
                  <a:lnTo>
                    <a:pt x="94660" y="809211"/>
                  </a:lnTo>
                  <a:lnTo>
                    <a:pt x="131126" y="757870"/>
                  </a:lnTo>
                  <a:lnTo>
                    <a:pt x="173130" y="707618"/>
                  </a:lnTo>
                  <a:lnTo>
                    <a:pt x="220518" y="658523"/>
                  </a:lnTo>
                  <a:lnTo>
                    <a:pt x="273137" y="610651"/>
                  </a:lnTo>
                  <a:lnTo>
                    <a:pt x="330832" y="564068"/>
                  </a:lnTo>
                  <a:lnTo>
                    <a:pt x="361534" y="541280"/>
                  </a:lnTo>
                  <a:lnTo>
                    <a:pt x="393448" y="518840"/>
                  </a:lnTo>
                  <a:lnTo>
                    <a:pt x="426554" y="496756"/>
                  </a:lnTo>
                  <a:lnTo>
                    <a:pt x="460832" y="475036"/>
                  </a:lnTo>
                  <a:lnTo>
                    <a:pt x="496264" y="453687"/>
                  </a:lnTo>
                  <a:lnTo>
                    <a:pt x="532830" y="432719"/>
                  </a:lnTo>
                  <a:lnTo>
                    <a:pt x="570510" y="412141"/>
                  </a:lnTo>
                  <a:lnTo>
                    <a:pt x="609286" y="391959"/>
                  </a:lnTo>
                  <a:lnTo>
                    <a:pt x="649139" y="372182"/>
                  </a:lnTo>
                  <a:lnTo>
                    <a:pt x="690048" y="352820"/>
                  </a:lnTo>
                  <a:lnTo>
                    <a:pt x="731994" y="333879"/>
                  </a:lnTo>
                  <a:lnTo>
                    <a:pt x="774960" y="315369"/>
                  </a:lnTo>
                  <a:lnTo>
                    <a:pt x="818924" y="297297"/>
                  </a:lnTo>
                  <a:lnTo>
                    <a:pt x="863868" y="279672"/>
                  </a:lnTo>
                  <a:lnTo>
                    <a:pt x="909772" y="262503"/>
                  </a:lnTo>
                  <a:lnTo>
                    <a:pt x="956618" y="245797"/>
                  </a:lnTo>
                  <a:lnTo>
                    <a:pt x="1004386" y="229564"/>
                  </a:lnTo>
                  <a:lnTo>
                    <a:pt x="1053056" y="213810"/>
                  </a:lnTo>
                  <a:lnTo>
                    <a:pt x="1102610" y="198545"/>
                  </a:lnTo>
                  <a:lnTo>
                    <a:pt x="1153028" y="183777"/>
                  </a:lnTo>
                  <a:lnTo>
                    <a:pt x="1204291" y="169514"/>
                  </a:lnTo>
                  <a:lnTo>
                    <a:pt x="1256379" y="155764"/>
                  </a:lnTo>
                  <a:lnTo>
                    <a:pt x="1309274" y="142536"/>
                  </a:lnTo>
                  <a:lnTo>
                    <a:pt x="1362955" y="129839"/>
                  </a:lnTo>
                  <a:lnTo>
                    <a:pt x="1417405" y="117679"/>
                  </a:lnTo>
                  <a:lnTo>
                    <a:pt x="1472602" y="106067"/>
                  </a:lnTo>
                  <a:lnTo>
                    <a:pt x="1528529" y="95009"/>
                  </a:lnTo>
                  <a:lnTo>
                    <a:pt x="1585166" y="84515"/>
                  </a:lnTo>
                  <a:lnTo>
                    <a:pt x="1642494" y="74592"/>
                  </a:lnTo>
                  <a:lnTo>
                    <a:pt x="1700492" y="65249"/>
                  </a:lnTo>
                  <a:lnTo>
                    <a:pt x="1759143" y="56495"/>
                  </a:lnTo>
                  <a:lnTo>
                    <a:pt x="1818426" y="48337"/>
                  </a:lnTo>
                  <a:lnTo>
                    <a:pt x="1878323" y="40784"/>
                  </a:lnTo>
                  <a:lnTo>
                    <a:pt x="1938815" y="33844"/>
                  </a:lnTo>
                  <a:lnTo>
                    <a:pt x="1999881" y="27526"/>
                  </a:lnTo>
                  <a:lnTo>
                    <a:pt x="2061502" y="21837"/>
                  </a:lnTo>
                  <a:lnTo>
                    <a:pt x="2123660" y="16787"/>
                  </a:lnTo>
                  <a:lnTo>
                    <a:pt x="2186336" y="12383"/>
                  </a:lnTo>
                  <a:lnTo>
                    <a:pt x="2249508" y="8634"/>
                  </a:lnTo>
                  <a:lnTo>
                    <a:pt x="2313160" y="5548"/>
                  </a:lnTo>
                  <a:lnTo>
                    <a:pt x="2377271" y="3133"/>
                  </a:lnTo>
                  <a:lnTo>
                    <a:pt x="2441821" y="1398"/>
                  </a:lnTo>
                  <a:lnTo>
                    <a:pt x="2506792" y="350"/>
                  </a:lnTo>
                  <a:lnTo>
                    <a:pt x="2572165" y="0"/>
                  </a:lnTo>
                  <a:close/>
                </a:path>
              </a:pathLst>
            </a:custGeom>
            <a:ln w="20959">
              <a:solidFill>
                <a:srgbClr val="05A1F0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290429" y="5684770"/>
              <a:ext cx="4147820" cy="1931670"/>
            </a:xfrm>
            <a:custGeom>
              <a:avLst/>
              <a:gdLst/>
              <a:ahLst/>
              <a:cxnLst/>
              <a:rect l="l" t="t" r="r" b="b"/>
              <a:pathLst>
                <a:path w="4147820" h="1931670">
                  <a:moveTo>
                    <a:pt x="2073709" y="0"/>
                  </a:moveTo>
                  <a:lnTo>
                    <a:pt x="2138299" y="459"/>
                  </a:lnTo>
                  <a:lnTo>
                    <a:pt x="2202397" y="1828"/>
                  </a:lnTo>
                  <a:lnTo>
                    <a:pt x="2265975" y="4095"/>
                  </a:lnTo>
                  <a:lnTo>
                    <a:pt x="2329003" y="7244"/>
                  </a:lnTo>
                  <a:lnTo>
                    <a:pt x="2391454" y="11263"/>
                  </a:lnTo>
                  <a:lnTo>
                    <a:pt x="2453298" y="16139"/>
                  </a:lnTo>
                  <a:lnTo>
                    <a:pt x="2514507" y="21859"/>
                  </a:lnTo>
                  <a:lnTo>
                    <a:pt x="2575052" y="28408"/>
                  </a:lnTo>
                  <a:lnTo>
                    <a:pt x="2634905" y="35774"/>
                  </a:lnTo>
                  <a:lnTo>
                    <a:pt x="2694036" y="43943"/>
                  </a:lnTo>
                  <a:lnTo>
                    <a:pt x="2752418" y="52902"/>
                  </a:lnTo>
                  <a:lnTo>
                    <a:pt x="2810020" y="62637"/>
                  </a:lnTo>
                  <a:lnTo>
                    <a:pt x="2866816" y="73135"/>
                  </a:lnTo>
                  <a:lnTo>
                    <a:pt x="2922775" y="84384"/>
                  </a:lnTo>
                  <a:lnTo>
                    <a:pt x="2977870" y="96369"/>
                  </a:lnTo>
                  <a:lnTo>
                    <a:pt x="3032072" y="109076"/>
                  </a:lnTo>
                  <a:lnTo>
                    <a:pt x="3085351" y="122494"/>
                  </a:lnTo>
                  <a:lnTo>
                    <a:pt x="3137680" y="136608"/>
                  </a:lnTo>
                  <a:lnTo>
                    <a:pt x="3189029" y="151405"/>
                  </a:lnTo>
                  <a:lnTo>
                    <a:pt x="3239371" y="166872"/>
                  </a:lnTo>
                  <a:lnTo>
                    <a:pt x="3288675" y="182995"/>
                  </a:lnTo>
                  <a:lnTo>
                    <a:pt x="3336915" y="199762"/>
                  </a:lnTo>
                  <a:lnTo>
                    <a:pt x="3384060" y="217158"/>
                  </a:lnTo>
                  <a:lnTo>
                    <a:pt x="3430082" y="235170"/>
                  </a:lnTo>
                  <a:lnTo>
                    <a:pt x="3474953" y="253785"/>
                  </a:lnTo>
                  <a:lnTo>
                    <a:pt x="3518644" y="272990"/>
                  </a:lnTo>
                  <a:lnTo>
                    <a:pt x="3561126" y="292771"/>
                  </a:lnTo>
                  <a:lnTo>
                    <a:pt x="3602371" y="313115"/>
                  </a:lnTo>
                  <a:lnTo>
                    <a:pt x="3642349" y="334008"/>
                  </a:lnTo>
                  <a:lnTo>
                    <a:pt x="3681033" y="355438"/>
                  </a:lnTo>
                  <a:lnTo>
                    <a:pt x="3718393" y="377390"/>
                  </a:lnTo>
                  <a:lnTo>
                    <a:pt x="3754401" y="399852"/>
                  </a:lnTo>
                  <a:lnTo>
                    <a:pt x="3789028" y="422811"/>
                  </a:lnTo>
                  <a:lnTo>
                    <a:pt x="3822245" y="446252"/>
                  </a:lnTo>
                  <a:lnTo>
                    <a:pt x="3854025" y="470162"/>
                  </a:lnTo>
                  <a:lnTo>
                    <a:pt x="3884337" y="494529"/>
                  </a:lnTo>
                  <a:lnTo>
                    <a:pt x="3940446" y="544577"/>
                  </a:lnTo>
                  <a:lnTo>
                    <a:pt x="3990343" y="596289"/>
                  </a:lnTo>
                  <a:lnTo>
                    <a:pt x="4033799" y="649559"/>
                  </a:lnTo>
                  <a:lnTo>
                    <a:pt x="4070585" y="704279"/>
                  </a:lnTo>
                  <a:lnTo>
                    <a:pt x="4100470" y="760343"/>
                  </a:lnTo>
                  <a:lnTo>
                    <a:pt x="4123226" y="817645"/>
                  </a:lnTo>
                  <a:lnTo>
                    <a:pt x="4138622" y="876076"/>
                  </a:lnTo>
                  <a:lnTo>
                    <a:pt x="4146431" y="935531"/>
                  </a:lnTo>
                  <a:lnTo>
                    <a:pt x="4147418" y="965609"/>
                  </a:lnTo>
                  <a:lnTo>
                    <a:pt x="4146431" y="995686"/>
                  </a:lnTo>
                  <a:lnTo>
                    <a:pt x="4138622" y="1055142"/>
                  </a:lnTo>
                  <a:lnTo>
                    <a:pt x="4123226" y="1113575"/>
                  </a:lnTo>
                  <a:lnTo>
                    <a:pt x="4100470" y="1170879"/>
                  </a:lnTo>
                  <a:lnTo>
                    <a:pt x="4070585" y="1226946"/>
                  </a:lnTo>
                  <a:lnTo>
                    <a:pt x="4033799" y="1281670"/>
                  </a:lnTo>
                  <a:lnTo>
                    <a:pt x="3990343" y="1334944"/>
                  </a:lnTo>
                  <a:lnTo>
                    <a:pt x="3940446" y="1386661"/>
                  </a:lnTo>
                  <a:lnTo>
                    <a:pt x="3884337" y="1436714"/>
                  </a:lnTo>
                  <a:lnTo>
                    <a:pt x="3854025" y="1461083"/>
                  </a:lnTo>
                  <a:lnTo>
                    <a:pt x="3822245" y="1484996"/>
                  </a:lnTo>
                  <a:lnTo>
                    <a:pt x="3789028" y="1508440"/>
                  </a:lnTo>
                  <a:lnTo>
                    <a:pt x="3754401" y="1531401"/>
                  </a:lnTo>
                  <a:lnTo>
                    <a:pt x="3718393" y="1553866"/>
                  </a:lnTo>
                  <a:lnTo>
                    <a:pt x="3681033" y="1575821"/>
                  </a:lnTo>
                  <a:lnTo>
                    <a:pt x="3642349" y="1597254"/>
                  </a:lnTo>
                  <a:lnTo>
                    <a:pt x="3602371" y="1618150"/>
                  </a:lnTo>
                  <a:lnTo>
                    <a:pt x="3561126" y="1638497"/>
                  </a:lnTo>
                  <a:lnTo>
                    <a:pt x="3518644" y="1658281"/>
                  </a:lnTo>
                  <a:lnTo>
                    <a:pt x="3474953" y="1677489"/>
                  </a:lnTo>
                  <a:lnTo>
                    <a:pt x="3430082" y="1696107"/>
                  </a:lnTo>
                  <a:lnTo>
                    <a:pt x="3384060" y="1714122"/>
                  </a:lnTo>
                  <a:lnTo>
                    <a:pt x="3336915" y="1731521"/>
                  </a:lnTo>
                  <a:lnTo>
                    <a:pt x="3288675" y="1748290"/>
                  </a:lnTo>
                  <a:lnTo>
                    <a:pt x="3239371" y="1764416"/>
                  </a:lnTo>
                  <a:lnTo>
                    <a:pt x="3189029" y="1779886"/>
                  </a:lnTo>
                  <a:lnTo>
                    <a:pt x="3137680" y="1794686"/>
                  </a:lnTo>
                  <a:lnTo>
                    <a:pt x="3085351" y="1808802"/>
                  </a:lnTo>
                  <a:lnTo>
                    <a:pt x="3032072" y="1822222"/>
                  </a:lnTo>
                  <a:lnTo>
                    <a:pt x="2977870" y="1834933"/>
                  </a:lnTo>
                  <a:lnTo>
                    <a:pt x="2922775" y="1846920"/>
                  </a:lnTo>
                  <a:lnTo>
                    <a:pt x="2866816" y="1858171"/>
                  </a:lnTo>
                  <a:lnTo>
                    <a:pt x="2810020" y="1868671"/>
                  </a:lnTo>
                  <a:lnTo>
                    <a:pt x="2752418" y="1878409"/>
                  </a:lnTo>
                  <a:lnTo>
                    <a:pt x="2694036" y="1887369"/>
                  </a:lnTo>
                  <a:lnTo>
                    <a:pt x="2634905" y="1895540"/>
                  </a:lnTo>
                  <a:lnTo>
                    <a:pt x="2575052" y="1902907"/>
                  </a:lnTo>
                  <a:lnTo>
                    <a:pt x="2514507" y="1909458"/>
                  </a:lnTo>
                  <a:lnTo>
                    <a:pt x="2453298" y="1915179"/>
                  </a:lnTo>
                  <a:lnTo>
                    <a:pt x="2391454" y="1920056"/>
                  </a:lnTo>
                  <a:lnTo>
                    <a:pt x="2329003" y="1924076"/>
                  </a:lnTo>
                  <a:lnTo>
                    <a:pt x="2265975" y="1927226"/>
                  </a:lnTo>
                  <a:lnTo>
                    <a:pt x="2202397" y="1929493"/>
                  </a:lnTo>
                  <a:lnTo>
                    <a:pt x="2138299" y="1930863"/>
                  </a:lnTo>
                  <a:lnTo>
                    <a:pt x="2073709" y="1931322"/>
                  </a:lnTo>
                  <a:lnTo>
                    <a:pt x="2009118" y="1930863"/>
                  </a:lnTo>
                  <a:lnTo>
                    <a:pt x="1945020" y="1929493"/>
                  </a:lnTo>
                  <a:lnTo>
                    <a:pt x="1881442" y="1927226"/>
                  </a:lnTo>
                  <a:lnTo>
                    <a:pt x="1818414" y="1924076"/>
                  </a:lnTo>
                  <a:lnTo>
                    <a:pt x="1755963" y="1920056"/>
                  </a:lnTo>
                  <a:lnTo>
                    <a:pt x="1694119" y="1915179"/>
                  </a:lnTo>
                  <a:lnTo>
                    <a:pt x="1632910" y="1909458"/>
                  </a:lnTo>
                  <a:lnTo>
                    <a:pt x="1572365" y="1902907"/>
                  </a:lnTo>
                  <a:lnTo>
                    <a:pt x="1512512" y="1895540"/>
                  </a:lnTo>
                  <a:lnTo>
                    <a:pt x="1453381" y="1887369"/>
                  </a:lnTo>
                  <a:lnTo>
                    <a:pt x="1395000" y="1878409"/>
                  </a:lnTo>
                  <a:lnTo>
                    <a:pt x="1337397" y="1868671"/>
                  </a:lnTo>
                  <a:lnTo>
                    <a:pt x="1280601" y="1858171"/>
                  </a:lnTo>
                  <a:lnTo>
                    <a:pt x="1224642" y="1846920"/>
                  </a:lnTo>
                  <a:lnTo>
                    <a:pt x="1169547" y="1834933"/>
                  </a:lnTo>
                  <a:lnTo>
                    <a:pt x="1115346" y="1822222"/>
                  </a:lnTo>
                  <a:lnTo>
                    <a:pt x="1062066" y="1808802"/>
                  </a:lnTo>
                  <a:lnTo>
                    <a:pt x="1009737" y="1794686"/>
                  </a:lnTo>
                  <a:lnTo>
                    <a:pt x="958388" y="1779886"/>
                  </a:lnTo>
                  <a:lnTo>
                    <a:pt x="908046" y="1764416"/>
                  </a:lnTo>
                  <a:lnTo>
                    <a:pt x="858742" y="1748290"/>
                  </a:lnTo>
                  <a:lnTo>
                    <a:pt x="810502" y="1731521"/>
                  </a:lnTo>
                  <a:lnTo>
                    <a:pt x="763357" y="1714122"/>
                  </a:lnTo>
                  <a:lnTo>
                    <a:pt x="717335" y="1696107"/>
                  </a:lnTo>
                  <a:lnTo>
                    <a:pt x="672464" y="1677489"/>
                  </a:lnTo>
                  <a:lnTo>
                    <a:pt x="628773" y="1658281"/>
                  </a:lnTo>
                  <a:lnTo>
                    <a:pt x="586291" y="1638497"/>
                  </a:lnTo>
                  <a:lnTo>
                    <a:pt x="545046" y="1618150"/>
                  </a:lnTo>
                  <a:lnTo>
                    <a:pt x="505068" y="1597254"/>
                  </a:lnTo>
                  <a:lnTo>
                    <a:pt x="466384" y="1575821"/>
                  </a:lnTo>
                  <a:lnTo>
                    <a:pt x="429024" y="1553866"/>
                  </a:lnTo>
                  <a:lnTo>
                    <a:pt x="393016" y="1531401"/>
                  </a:lnTo>
                  <a:lnTo>
                    <a:pt x="358389" y="1508440"/>
                  </a:lnTo>
                  <a:lnTo>
                    <a:pt x="325172" y="1484996"/>
                  </a:lnTo>
                  <a:lnTo>
                    <a:pt x="293392" y="1461083"/>
                  </a:lnTo>
                  <a:lnTo>
                    <a:pt x="263080" y="1436714"/>
                  </a:lnTo>
                  <a:lnTo>
                    <a:pt x="206971" y="1386661"/>
                  </a:lnTo>
                  <a:lnTo>
                    <a:pt x="157074" y="1334944"/>
                  </a:lnTo>
                  <a:lnTo>
                    <a:pt x="113618" y="1281670"/>
                  </a:lnTo>
                  <a:lnTo>
                    <a:pt x="76832" y="1226946"/>
                  </a:lnTo>
                  <a:lnTo>
                    <a:pt x="46947" y="1170879"/>
                  </a:lnTo>
                  <a:lnTo>
                    <a:pt x="24191" y="1113575"/>
                  </a:lnTo>
                  <a:lnTo>
                    <a:pt x="8795" y="1055142"/>
                  </a:lnTo>
                  <a:lnTo>
                    <a:pt x="986" y="995686"/>
                  </a:lnTo>
                  <a:lnTo>
                    <a:pt x="0" y="965609"/>
                  </a:lnTo>
                  <a:lnTo>
                    <a:pt x="986" y="935531"/>
                  </a:lnTo>
                  <a:lnTo>
                    <a:pt x="8795" y="876076"/>
                  </a:lnTo>
                  <a:lnTo>
                    <a:pt x="24191" y="817645"/>
                  </a:lnTo>
                  <a:lnTo>
                    <a:pt x="46947" y="760343"/>
                  </a:lnTo>
                  <a:lnTo>
                    <a:pt x="76832" y="704279"/>
                  </a:lnTo>
                  <a:lnTo>
                    <a:pt x="113618" y="649559"/>
                  </a:lnTo>
                  <a:lnTo>
                    <a:pt x="157074" y="596289"/>
                  </a:lnTo>
                  <a:lnTo>
                    <a:pt x="206971" y="544577"/>
                  </a:lnTo>
                  <a:lnTo>
                    <a:pt x="263080" y="494529"/>
                  </a:lnTo>
                  <a:lnTo>
                    <a:pt x="293392" y="470162"/>
                  </a:lnTo>
                  <a:lnTo>
                    <a:pt x="325172" y="446252"/>
                  </a:lnTo>
                  <a:lnTo>
                    <a:pt x="358389" y="422811"/>
                  </a:lnTo>
                  <a:lnTo>
                    <a:pt x="393016" y="399852"/>
                  </a:lnTo>
                  <a:lnTo>
                    <a:pt x="429024" y="377390"/>
                  </a:lnTo>
                  <a:lnTo>
                    <a:pt x="466384" y="355438"/>
                  </a:lnTo>
                  <a:lnTo>
                    <a:pt x="505068" y="334008"/>
                  </a:lnTo>
                  <a:lnTo>
                    <a:pt x="545046" y="313115"/>
                  </a:lnTo>
                  <a:lnTo>
                    <a:pt x="586291" y="292771"/>
                  </a:lnTo>
                  <a:lnTo>
                    <a:pt x="628773" y="272990"/>
                  </a:lnTo>
                  <a:lnTo>
                    <a:pt x="672464" y="253785"/>
                  </a:lnTo>
                  <a:lnTo>
                    <a:pt x="717335" y="235170"/>
                  </a:lnTo>
                  <a:lnTo>
                    <a:pt x="763357" y="217158"/>
                  </a:lnTo>
                  <a:lnTo>
                    <a:pt x="810502" y="199762"/>
                  </a:lnTo>
                  <a:lnTo>
                    <a:pt x="858742" y="182995"/>
                  </a:lnTo>
                  <a:lnTo>
                    <a:pt x="908046" y="166872"/>
                  </a:lnTo>
                  <a:lnTo>
                    <a:pt x="958388" y="151405"/>
                  </a:lnTo>
                  <a:lnTo>
                    <a:pt x="1009737" y="136608"/>
                  </a:lnTo>
                  <a:lnTo>
                    <a:pt x="1062066" y="122494"/>
                  </a:lnTo>
                  <a:lnTo>
                    <a:pt x="1115346" y="109076"/>
                  </a:lnTo>
                  <a:lnTo>
                    <a:pt x="1169547" y="96369"/>
                  </a:lnTo>
                  <a:lnTo>
                    <a:pt x="1224642" y="84384"/>
                  </a:lnTo>
                  <a:lnTo>
                    <a:pt x="1280601" y="73135"/>
                  </a:lnTo>
                  <a:lnTo>
                    <a:pt x="1337397" y="62637"/>
                  </a:lnTo>
                  <a:lnTo>
                    <a:pt x="1395000" y="52902"/>
                  </a:lnTo>
                  <a:lnTo>
                    <a:pt x="1453381" y="43943"/>
                  </a:lnTo>
                  <a:lnTo>
                    <a:pt x="1512512" y="35774"/>
                  </a:lnTo>
                  <a:lnTo>
                    <a:pt x="1572365" y="28408"/>
                  </a:lnTo>
                  <a:lnTo>
                    <a:pt x="1632910" y="21859"/>
                  </a:lnTo>
                  <a:lnTo>
                    <a:pt x="1694119" y="16139"/>
                  </a:lnTo>
                  <a:lnTo>
                    <a:pt x="1755963" y="11263"/>
                  </a:lnTo>
                  <a:lnTo>
                    <a:pt x="1818414" y="7244"/>
                  </a:lnTo>
                  <a:lnTo>
                    <a:pt x="1881442" y="4095"/>
                  </a:lnTo>
                  <a:lnTo>
                    <a:pt x="1945020" y="1828"/>
                  </a:lnTo>
                  <a:lnTo>
                    <a:pt x="2009118" y="459"/>
                  </a:lnTo>
                  <a:lnTo>
                    <a:pt x="2073709" y="0"/>
                  </a:lnTo>
                  <a:close/>
                </a:path>
              </a:pathLst>
            </a:custGeom>
            <a:ln w="20959">
              <a:solidFill>
                <a:srgbClr val="05A1F0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290429" y="3753343"/>
              <a:ext cx="4147820" cy="1931670"/>
            </a:xfrm>
            <a:custGeom>
              <a:avLst/>
              <a:gdLst/>
              <a:ahLst/>
              <a:cxnLst/>
              <a:rect l="l" t="t" r="r" b="b"/>
              <a:pathLst>
                <a:path w="4147820" h="1931670">
                  <a:moveTo>
                    <a:pt x="2073709" y="0"/>
                  </a:moveTo>
                  <a:lnTo>
                    <a:pt x="2138299" y="459"/>
                  </a:lnTo>
                  <a:lnTo>
                    <a:pt x="2202397" y="1829"/>
                  </a:lnTo>
                  <a:lnTo>
                    <a:pt x="2265975" y="4096"/>
                  </a:lnTo>
                  <a:lnTo>
                    <a:pt x="2329003" y="7246"/>
                  </a:lnTo>
                  <a:lnTo>
                    <a:pt x="2391454" y="11266"/>
                  </a:lnTo>
                  <a:lnTo>
                    <a:pt x="2453298" y="16143"/>
                  </a:lnTo>
                  <a:lnTo>
                    <a:pt x="2514507" y="21864"/>
                  </a:lnTo>
                  <a:lnTo>
                    <a:pt x="2575052" y="28414"/>
                  </a:lnTo>
                  <a:lnTo>
                    <a:pt x="2634905" y="35782"/>
                  </a:lnTo>
                  <a:lnTo>
                    <a:pt x="2694036" y="43952"/>
                  </a:lnTo>
                  <a:lnTo>
                    <a:pt x="2752418" y="52913"/>
                  </a:lnTo>
                  <a:lnTo>
                    <a:pt x="2810020" y="62651"/>
                  </a:lnTo>
                  <a:lnTo>
                    <a:pt x="2866816" y="73151"/>
                  </a:lnTo>
                  <a:lnTo>
                    <a:pt x="2922775" y="84402"/>
                  </a:lnTo>
                  <a:lnTo>
                    <a:pt x="2977870" y="96389"/>
                  </a:lnTo>
                  <a:lnTo>
                    <a:pt x="3032072" y="109099"/>
                  </a:lnTo>
                  <a:lnTo>
                    <a:pt x="3085351" y="122520"/>
                  </a:lnTo>
                  <a:lnTo>
                    <a:pt x="3137680" y="136636"/>
                  </a:lnTo>
                  <a:lnTo>
                    <a:pt x="3189029" y="151436"/>
                  </a:lnTo>
                  <a:lnTo>
                    <a:pt x="3239371" y="166906"/>
                  </a:lnTo>
                  <a:lnTo>
                    <a:pt x="3288675" y="183032"/>
                  </a:lnTo>
                  <a:lnTo>
                    <a:pt x="3336915" y="199801"/>
                  </a:lnTo>
                  <a:lnTo>
                    <a:pt x="3384060" y="217200"/>
                  </a:lnTo>
                  <a:lnTo>
                    <a:pt x="3430082" y="235215"/>
                  </a:lnTo>
                  <a:lnTo>
                    <a:pt x="3474953" y="253833"/>
                  </a:lnTo>
                  <a:lnTo>
                    <a:pt x="3518644" y="273040"/>
                  </a:lnTo>
                  <a:lnTo>
                    <a:pt x="3561126" y="292824"/>
                  </a:lnTo>
                  <a:lnTo>
                    <a:pt x="3602371" y="313171"/>
                  </a:lnTo>
                  <a:lnTo>
                    <a:pt x="3642349" y="334068"/>
                  </a:lnTo>
                  <a:lnTo>
                    <a:pt x="3681033" y="355500"/>
                  </a:lnTo>
                  <a:lnTo>
                    <a:pt x="3718393" y="377456"/>
                  </a:lnTo>
                  <a:lnTo>
                    <a:pt x="3754401" y="399921"/>
                  </a:lnTo>
                  <a:lnTo>
                    <a:pt x="3789028" y="422882"/>
                  </a:lnTo>
                  <a:lnTo>
                    <a:pt x="3822245" y="446326"/>
                  </a:lnTo>
                  <a:lnTo>
                    <a:pt x="3854025" y="470239"/>
                  </a:lnTo>
                  <a:lnTo>
                    <a:pt x="3884337" y="494608"/>
                  </a:lnTo>
                  <a:lnTo>
                    <a:pt x="3940446" y="544661"/>
                  </a:lnTo>
                  <a:lnTo>
                    <a:pt x="3990343" y="596378"/>
                  </a:lnTo>
                  <a:lnTo>
                    <a:pt x="4033799" y="649652"/>
                  </a:lnTo>
                  <a:lnTo>
                    <a:pt x="4070585" y="704376"/>
                  </a:lnTo>
                  <a:lnTo>
                    <a:pt x="4100470" y="760443"/>
                  </a:lnTo>
                  <a:lnTo>
                    <a:pt x="4123226" y="817747"/>
                  </a:lnTo>
                  <a:lnTo>
                    <a:pt x="4138622" y="876180"/>
                  </a:lnTo>
                  <a:lnTo>
                    <a:pt x="4146431" y="935635"/>
                  </a:lnTo>
                  <a:lnTo>
                    <a:pt x="4147418" y="965713"/>
                  </a:lnTo>
                  <a:lnTo>
                    <a:pt x="4146431" y="995791"/>
                  </a:lnTo>
                  <a:lnTo>
                    <a:pt x="4138622" y="1055247"/>
                  </a:lnTo>
                  <a:lnTo>
                    <a:pt x="4123226" y="1113680"/>
                  </a:lnTo>
                  <a:lnTo>
                    <a:pt x="4100470" y="1170983"/>
                  </a:lnTo>
                  <a:lnTo>
                    <a:pt x="4070585" y="1227051"/>
                  </a:lnTo>
                  <a:lnTo>
                    <a:pt x="4033799" y="1281775"/>
                  </a:lnTo>
                  <a:lnTo>
                    <a:pt x="3990343" y="1335049"/>
                  </a:lnTo>
                  <a:lnTo>
                    <a:pt x="3940446" y="1386765"/>
                  </a:lnTo>
                  <a:lnTo>
                    <a:pt x="3884337" y="1436819"/>
                  </a:lnTo>
                  <a:lnTo>
                    <a:pt x="3854025" y="1461188"/>
                  </a:lnTo>
                  <a:lnTo>
                    <a:pt x="3822245" y="1485101"/>
                  </a:lnTo>
                  <a:lnTo>
                    <a:pt x="3789028" y="1508545"/>
                  </a:lnTo>
                  <a:lnTo>
                    <a:pt x="3754401" y="1531506"/>
                  </a:lnTo>
                  <a:lnTo>
                    <a:pt x="3718393" y="1553971"/>
                  </a:lnTo>
                  <a:lnTo>
                    <a:pt x="3681033" y="1575926"/>
                  </a:lnTo>
                  <a:lnTo>
                    <a:pt x="3642349" y="1597359"/>
                  </a:lnTo>
                  <a:lnTo>
                    <a:pt x="3602371" y="1618255"/>
                  </a:lnTo>
                  <a:lnTo>
                    <a:pt x="3561126" y="1638602"/>
                  </a:lnTo>
                  <a:lnTo>
                    <a:pt x="3518644" y="1658386"/>
                  </a:lnTo>
                  <a:lnTo>
                    <a:pt x="3474953" y="1677594"/>
                  </a:lnTo>
                  <a:lnTo>
                    <a:pt x="3430082" y="1696212"/>
                  </a:lnTo>
                  <a:lnTo>
                    <a:pt x="3384060" y="1714227"/>
                  </a:lnTo>
                  <a:lnTo>
                    <a:pt x="3336915" y="1731626"/>
                  </a:lnTo>
                  <a:lnTo>
                    <a:pt x="3288675" y="1748395"/>
                  </a:lnTo>
                  <a:lnTo>
                    <a:pt x="3239371" y="1764521"/>
                  </a:lnTo>
                  <a:lnTo>
                    <a:pt x="3189029" y="1779990"/>
                  </a:lnTo>
                  <a:lnTo>
                    <a:pt x="3137680" y="1794790"/>
                  </a:lnTo>
                  <a:lnTo>
                    <a:pt x="3085351" y="1808907"/>
                  </a:lnTo>
                  <a:lnTo>
                    <a:pt x="3032072" y="1822327"/>
                  </a:lnTo>
                  <a:lnTo>
                    <a:pt x="2977870" y="1835037"/>
                  </a:lnTo>
                  <a:lnTo>
                    <a:pt x="2922775" y="1847025"/>
                  </a:lnTo>
                  <a:lnTo>
                    <a:pt x="2866816" y="1858275"/>
                  </a:lnTo>
                  <a:lnTo>
                    <a:pt x="2810020" y="1868776"/>
                  </a:lnTo>
                  <a:lnTo>
                    <a:pt x="2752418" y="1878513"/>
                  </a:lnTo>
                  <a:lnTo>
                    <a:pt x="2694036" y="1887474"/>
                  </a:lnTo>
                  <a:lnTo>
                    <a:pt x="2634905" y="1895645"/>
                  </a:lnTo>
                  <a:lnTo>
                    <a:pt x="2575052" y="1903012"/>
                  </a:lnTo>
                  <a:lnTo>
                    <a:pt x="2514507" y="1909563"/>
                  </a:lnTo>
                  <a:lnTo>
                    <a:pt x="2453298" y="1915283"/>
                  </a:lnTo>
                  <a:lnTo>
                    <a:pt x="2391454" y="1920160"/>
                  </a:lnTo>
                  <a:lnTo>
                    <a:pt x="2329003" y="1924181"/>
                  </a:lnTo>
                  <a:lnTo>
                    <a:pt x="2265975" y="1927331"/>
                  </a:lnTo>
                  <a:lnTo>
                    <a:pt x="2202397" y="1929598"/>
                  </a:lnTo>
                  <a:lnTo>
                    <a:pt x="2138299" y="1930967"/>
                  </a:lnTo>
                  <a:lnTo>
                    <a:pt x="2073709" y="1931427"/>
                  </a:lnTo>
                  <a:lnTo>
                    <a:pt x="2009118" y="1930967"/>
                  </a:lnTo>
                  <a:lnTo>
                    <a:pt x="1945020" y="1929598"/>
                  </a:lnTo>
                  <a:lnTo>
                    <a:pt x="1881442" y="1927331"/>
                  </a:lnTo>
                  <a:lnTo>
                    <a:pt x="1818414" y="1924181"/>
                  </a:lnTo>
                  <a:lnTo>
                    <a:pt x="1755963" y="1920160"/>
                  </a:lnTo>
                  <a:lnTo>
                    <a:pt x="1694119" y="1915283"/>
                  </a:lnTo>
                  <a:lnTo>
                    <a:pt x="1632910" y="1909563"/>
                  </a:lnTo>
                  <a:lnTo>
                    <a:pt x="1572365" y="1903012"/>
                  </a:lnTo>
                  <a:lnTo>
                    <a:pt x="1512512" y="1895645"/>
                  </a:lnTo>
                  <a:lnTo>
                    <a:pt x="1453381" y="1887474"/>
                  </a:lnTo>
                  <a:lnTo>
                    <a:pt x="1395000" y="1878513"/>
                  </a:lnTo>
                  <a:lnTo>
                    <a:pt x="1337397" y="1868776"/>
                  </a:lnTo>
                  <a:lnTo>
                    <a:pt x="1280601" y="1858275"/>
                  </a:lnTo>
                  <a:lnTo>
                    <a:pt x="1224642" y="1847025"/>
                  </a:lnTo>
                  <a:lnTo>
                    <a:pt x="1169547" y="1835037"/>
                  </a:lnTo>
                  <a:lnTo>
                    <a:pt x="1115346" y="1822327"/>
                  </a:lnTo>
                  <a:lnTo>
                    <a:pt x="1062066" y="1808907"/>
                  </a:lnTo>
                  <a:lnTo>
                    <a:pt x="1009737" y="1794790"/>
                  </a:lnTo>
                  <a:lnTo>
                    <a:pt x="958388" y="1779990"/>
                  </a:lnTo>
                  <a:lnTo>
                    <a:pt x="908046" y="1764521"/>
                  </a:lnTo>
                  <a:lnTo>
                    <a:pt x="858742" y="1748395"/>
                  </a:lnTo>
                  <a:lnTo>
                    <a:pt x="810502" y="1731626"/>
                  </a:lnTo>
                  <a:lnTo>
                    <a:pt x="763357" y="1714227"/>
                  </a:lnTo>
                  <a:lnTo>
                    <a:pt x="717335" y="1696212"/>
                  </a:lnTo>
                  <a:lnTo>
                    <a:pt x="672464" y="1677594"/>
                  </a:lnTo>
                  <a:lnTo>
                    <a:pt x="628773" y="1658386"/>
                  </a:lnTo>
                  <a:lnTo>
                    <a:pt x="586291" y="1638602"/>
                  </a:lnTo>
                  <a:lnTo>
                    <a:pt x="545046" y="1618255"/>
                  </a:lnTo>
                  <a:lnTo>
                    <a:pt x="505068" y="1597359"/>
                  </a:lnTo>
                  <a:lnTo>
                    <a:pt x="466384" y="1575926"/>
                  </a:lnTo>
                  <a:lnTo>
                    <a:pt x="429024" y="1553971"/>
                  </a:lnTo>
                  <a:lnTo>
                    <a:pt x="393016" y="1531506"/>
                  </a:lnTo>
                  <a:lnTo>
                    <a:pt x="358389" y="1508545"/>
                  </a:lnTo>
                  <a:lnTo>
                    <a:pt x="325172" y="1485101"/>
                  </a:lnTo>
                  <a:lnTo>
                    <a:pt x="293392" y="1461188"/>
                  </a:lnTo>
                  <a:lnTo>
                    <a:pt x="263080" y="1436819"/>
                  </a:lnTo>
                  <a:lnTo>
                    <a:pt x="206971" y="1386765"/>
                  </a:lnTo>
                  <a:lnTo>
                    <a:pt x="157074" y="1335049"/>
                  </a:lnTo>
                  <a:lnTo>
                    <a:pt x="113618" y="1281775"/>
                  </a:lnTo>
                  <a:lnTo>
                    <a:pt x="76832" y="1227051"/>
                  </a:lnTo>
                  <a:lnTo>
                    <a:pt x="46947" y="1170983"/>
                  </a:lnTo>
                  <a:lnTo>
                    <a:pt x="24191" y="1113680"/>
                  </a:lnTo>
                  <a:lnTo>
                    <a:pt x="8795" y="1055247"/>
                  </a:lnTo>
                  <a:lnTo>
                    <a:pt x="986" y="995791"/>
                  </a:lnTo>
                  <a:lnTo>
                    <a:pt x="0" y="965713"/>
                  </a:lnTo>
                  <a:lnTo>
                    <a:pt x="986" y="935635"/>
                  </a:lnTo>
                  <a:lnTo>
                    <a:pt x="8795" y="876180"/>
                  </a:lnTo>
                  <a:lnTo>
                    <a:pt x="24191" y="817747"/>
                  </a:lnTo>
                  <a:lnTo>
                    <a:pt x="46947" y="760443"/>
                  </a:lnTo>
                  <a:lnTo>
                    <a:pt x="76832" y="704376"/>
                  </a:lnTo>
                  <a:lnTo>
                    <a:pt x="113618" y="649652"/>
                  </a:lnTo>
                  <a:lnTo>
                    <a:pt x="157074" y="596378"/>
                  </a:lnTo>
                  <a:lnTo>
                    <a:pt x="206971" y="544661"/>
                  </a:lnTo>
                  <a:lnTo>
                    <a:pt x="263080" y="494608"/>
                  </a:lnTo>
                  <a:lnTo>
                    <a:pt x="293392" y="470239"/>
                  </a:lnTo>
                  <a:lnTo>
                    <a:pt x="325172" y="446326"/>
                  </a:lnTo>
                  <a:lnTo>
                    <a:pt x="358389" y="422882"/>
                  </a:lnTo>
                  <a:lnTo>
                    <a:pt x="393016" y="399921"/>
                  </a:lnTo>
                  <a:lnTo>
                    <a:pt x="429024" y="377456"/>
                  </a:lnTo>
                  <a:lnTo>
                    <a:pt x="466384" y="355500"/>
                  </a:lnTo>
                  <a:lnTo>
                    <a:pt x="505068" y="334068"/>
                  </a:lnTo>
                  <a:lnTo>
                    <a:pt x="545046" y="313171"/>
                  </a:lnTo>
                  <a:lnTo>
                    <a:pt x="586291" y="292824"/>
                  </a:lnTo>
                  <a:lnTo>
                    <a:pt x="628773" y="273040"/>
                  </a:lnTo>
                  <a:lnTo>
                    <a:pt x="672464" y="253833"/>
                  </a:lnTo>
                  <a:lnTo>
                    <a:pt x="717335" y="235215"/>
                  </a:lnTo>
                  <a:lnTo>
                    <a:pt x="763357" y="217200"/>
                  </a:lnTo>
                  <a:lnTo>
                    <a:pt x="810502" y="199801"/>
                  </a:lnTo>
                  <a:lnTo>
                    <a:pt x="858742" y="183032"/>
                  </a:lnTo>
                  <a:lnTo>
                    <a:pt x="908046" y="166906"/>
                  </a:lnTo>
                  <a:lnTo>
                    <a:pt x="958388" y="151436"/>
                  </a:lnTo>
                  <a:lnTo>
                    <a:pt x="1009737" y="136636"/>
                  </a:lnTo>
                  <a:lnTo>
                    <a:pt x="1062066" y="122520"/>
                  </a:lnTo>
                  <a:lnTo>
                    <a:pt x="1115346" y="109099"/>
                  </a:lnTo>
                  <a:lnTo>
                    <a:pt x="1169547" y="96389"/>
                  </a:lnTo>
                  <a:lnTo>
                    <a:pt x="1224642" y="84402"/>
                  </a:lnTo>
                  <a:lnTo>
                    <a:pt x="1280601" y="73151"/>
                  </a:lnTo>
                  <a:lnTo>
                    <a:pt x="1337397" y="62651"/>
                  </a:lnTo>
                  <a:lnTo>
                    <a:pt x="1395000" y="52913"/>
                  </a:lnTo>
                  <a:lnTo>
                    <a:pt x="1453381" y="43952"/>
                  </a:lnTo>
                  <a:lnTo>
                    <a:pt x="1512512" y="35782"/>
                  </a:lnTo>
                  <a:lnTo>
                    <a:pt x="1572365" y="28414"/>
                  </a:lnTo>
                  <a:lnTo>
                    <a:pt x="1632910" y="21864"/>
                  </a:lnTo>
                  <a:lnTo>
                    <a:pt x="1694119" y="16143"/>
                  </a:lnTo>
                  <a:lnTo>
                    <a:pt x="1755963" y="11266"/>
                  </a:lnTo>
                  <a:lnTo>
                    <a:pt x="1818414" y="7246"/>
                  </a:lnTo>
                  <a:lnTo>
                    <a:pt x="1881442" y="4096"/>
                  </a:lnTo>
                  <a:lnTo>
                    <a:pt x="1945020" y="1829"/>
                  </a:lnTo>
                  <a:lnTo>
                    <a:pt x="2009118" y="459"/>
                  </a:lnTo>
                  <a:lnTo>
                    <a:pt x="2073709" y="0"/>
                  </a:lnTo>
                  <a:close/>
                </a:path>
              </a:pathLst>
            </a:custGeom>
            <a:ln w="20959">
              <a:solidFill>
                <a:srgbClr val="05A1F0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616505" y="1679634"/>
              <a:ext cx="1500505" cy="8001634"/>
            </a:xfrm>
            <a:custGeom>
              <a:avLst/>
              <a:gdLst/>
              <a:ahLst/>
              <a:cxnLst/>
              <a:rect l="l" t="t" r="r" b="b"/>
              <a:pathLst>
                <a:path w="1500504" h="8001634">
                  <a:moveTo>
                    <a:pt x="747632" y="7467216"/>
                  </a:moveTo>
                  <a:lnTo>
                    <a:pt x="815668" y="7468307"/>
                  </a:lnTo>
                  <a:lnTo>
                    <a:pt x="881996" y="7471518"/>
                  </a:lnTo>
                  <a:lnTo>
                    <a:pt x="946351" y="7476755"/>
                  </a:lnTo>
                  <a:lnTo>
                    <a:pt x="1008469" y="7483922"/>
                  </a:lnTo>
                  <a:lnTo>
                    <a:pt x="1068085" y="7492926"/>
                  </a:lnTo>
                  <a:lnTo>
                    <a:pt x="1124936" y="7503673"/>
                  </a:lnTo>
                  <a:lnTo>
                    <a:pt x="1178757" y="7516068"/>
                  </a:lnTo>
                  <a:lnTo>
                    <a:pt x="1229285" y="7530016"/>
                  </a:lnTo>
                  <a:lnTo>
                    <a:pt x="1276254" y="7545423"/>
                  </a:lnTo>
                  <a:lnTo>
                    <a:pt x="1319401" y="7562196"/>
                  </a:lnTo>
                  <a:lnTo>
                    <a:pt x="1358461" y="7580239"/>
                  </a:lnTo>
                  <a:lnTo>
                    <a:pt x="1393171" y="7599458"/>
                  </a:lnTo>
                  <a:lnTo>
                    <a:pt x="1448480" y="7641048"/>
                  </a:lnTo>
                  <a:lnTo>
                    <a:pt x="1483216" y="7686210"/>
                  </a:lnTo>
                  <a:lnTo>
                    <a:pt x="1495264" y="7734190"/>
                  </a:lnTo>
                  <a:lnTo>
                    <a:pt x="1492208" y="7758501"/>
                  </a:lnTo>
                  <a:lnTo>
                    <a:pt x="1468552" y="7805194"/>
                  </a:lnTo>
                  <a:lnTo>
                    <a:pt x="1423265" y="7848686"/>
                  </a:lnTo>
                  <a:lnTo>
                    <a:pt x="1358461" y="7888222"/>
                  </a:lnTo>
                  <a:lnTo>
                    <a:pt x="1319401" y="7906271"/>
                  </a:lnTo>
                  <a:lnTo>
                    <a:pt x="1276254" y="7923048"/>
                  </a:lnTo>
                  <a:lnTo>
                    <a:pt x="1229285" y="7938459"/>
                  </a:lnTo>
                  <a:lnTo>
                    <a:pt x="1178757" y="7952411"/>
                  </a:lnTo>
                  <a:lnTo>
                    <a:pt x="1124936" y="7964807"/>
                  </a:lnTo>
                  <a:lnTo>
                    <a:pt x="1068085" y="7975556"/>
                  </a:lnTo>
                  <a:lnTo>
                    <a:pt x="1008469" y="7984561"/>
                  </a:lnTo>
                  <a:lnTo>
                    <a:pt x="946351" y="7991729"/>
                  </a:lnTo>
                  <a:lnTo>
                    <a:pt x="881996" y="7996966"/>
                  </a:lnTo>
                  <a:lnTo>
                    <a:pt x="815668" y="8000177"/>
                  </a:lnTo>
                  <a:lnTo>
                    <a:pt x="747632" y="8001269"/>
                  </a:lnTo>
                  <a:lnTo>
                    <a:pt x="679580" y="8000177"/>
                  </a:lnTo>
                  <a:lnTo>
                    <a:pt x="613240" y="7996966"/>
                  </a:lnTo>
                  <a:lnTo>
                    <a:pt x="548877" y="7991729"/>
                  </a:lnTo>
                  <a:lnTo>
                    <a:pt x="486753" y="7984561"/>
                  </a:lnTo>
                  <a:lnTo>
                    <a:pt x="427133" y="7975556"/>
                  </a:lnTo>
                  <a:lnTo>
                    <a:pt x="370281" y="7964807"/>
                  </a:lnTo>
                  <a:lnTo>
                    <a:pt x="316461" y="7952411"/>
                  </a:lnTo>
                  <a:lnTo>
                    <a:pt x="265936" y="7938459"/>
                  </a:lnTo>
                  <a:lnTo>
                    <a:pt x="218971" y="7923048"/>
                  </a:lnTo>
                  <a:lnTo>
                    <a:pt x="175829" y="7906271"/>
                  </a:lnTo>
                  <a:lnTo>
                    <a:pt x="136774" y="7888222"/>
                  </a:lnTo>
                  <a:lnTo>
                    <a:pt x="102070" y="7868995"/>
                  </a:lnTo>
                  <a:lnTo>
                    <a:pt x="46772" y="7827387"/>
                  </a:lnTo>
                  <a:lnTo>
                    <a:pt x="12044" y="7782201"/>
                  </a:lnTo>
                  <a:lnTo>
                    <a:pt x="0" y="7734190"/>
                  </a:lnTo>
                  <a:lnTo>
                    <a:pt x="3055" y="7709895"/>
                  </a:lnTo>
                  <a:lnTo>
                    <a:pt x="26705" y="7663229"/>
                  </a:lnTo>
                  <a:lnTo>
                    <a:pt x="71981" y="7619759"/>
                  </a:lnTo>
                  <a:lnTo>
                    <a:pt x="136774" y="7580239"/>
                  </a:lnTo>
                  <a:lnTo>
                    <a:pt x="175829" y="7562196"/>
                  </a:lnTo>
                  <a:lnTo>
                    <a:pt x="218971" y="7545423"/>
                  </a:lnTo>
                  <a:lnTo>
                    <a:pt x="265936" y="7530016"/>
                  </a:lnTo>
                  <a:lnTo>
                    <a:pt x="316461" y="7516068"/>
                  </a:lnTo>
                  <a:lnTo>
                    <a:pt x="370281" y="7503673"/>
                  </a:lnTo>
                  <a:lnTo>
                    <a:pt x="427133" y="7492926"/>
                  </a:lnTo>
                  <a:lnTo>
                    <a:pt x="486753" y="7483922"/>
                  </a:lnTo>
                  <a:lnTo>
                    <a:pt x="548877" y="7476755"/>
                  </a:lnTo>
                  <a:lnTo>
                    <a:pt x="613240" y="7471518"/>
                  </a:lnTo>
                  <a:lnTo>
                    <a:pt x="679580" y="7468307"/>
                  </a:lnTo>
                  <a:lnTo>
                    <a:pt x="747632" y="7467216"/>
                  </a:lnTo>
                  <a:close/>
                </a:path>
                <a:path w="1500504" h="8001634">
                  <a:moveTo>
                    <a:pt x="752762" y="0"/>
                  </a:moveTo>
                  <a:lnTo>
                    <a:pt x="820798" y="1091"/>
                  </a:lnTo>
                  <a:lnTo>
                    <a:pt x="887126" y="4302"/>
                  </a:lnTo>
                  <a:lnTo>
                    <a:pt x="951481" y="9538"/>
                  </a:lnTo>
                  <a:lnTo>
                    <a:pt x="1013599" y="16706"/>
                  </a:lnTo>
                  <a:lnTo>
                    <a:pt x="1073215" y="25710"/>
                  </a:lnTo>
                  <a:lnTo>
                    <a:pt x="1130066" y="36457"/>
                  </a:lnTo>
                  <a:lnTo>
                    <a:pt x="1183887" y="48851"/>
                  </a:lnTo>
                  <a:lnTo>
                    <a:pt x="1234415" y="62800"/>
                  </a:lnTo>
                  <a:lnTo>
                    <a:pt x="1281384" y="78207"/>
                  </a:lnTo>
                  <a:lnTo>
                    <a:pt x="1324531" y="94980"/>
                  </a:lnTo>
                  <a:lnTo>
                    <a:pt x="1363591" y="113023"/>
                  </a:lnTo>
                  <a:lnTo>
                    <a:pt x="1398301" y="132242"/>
                  </a:lnTo>
                  <a:lnTo>
                    <a:pt x="1453610" y="173832"/>
                  </a:lnTo>
                  <a:lnTo>
                    <a:pt x="1488346" y="218994"/>
                  </a:lnTo>
                  <a:lnTo>
                    <a:pt x="1500395" y="266974"/>
                  </a:lnTo>
                  <a:lnTo>
                    <a:pt x="1497338" y="291285"/>
                  </a:lnTo>
                  <a:lnTo>
                    <a:pt x="1473682" y="337978"/>
                  </a:lnTo>
                  <a:lnTo>
                    <a:pt x="1428395" y="381470"/>
                  </a:lnTo>
                  <a:lnTo>
                    <a:pt x="1363591" y="421006"/>
                  </a:lnTo>
                  <a:lnTo>
                    <a:pt x="1324531" y="439054"/>
                  </a:lnTo>
                  <a:lnTo>
                    <a:pt x="1281384" y="455832"/>
                  </a:lnTo>
                  <a:lnTo>
                    <a:pt x="1234415" y="471243"/>
                  </a:lnTo>
                  <a:lnTo>
                    <a:pt x="1183887" y="485194"/>
                  </a:lnTo>
                  <a:lnTo>
                    <a:pt x="1130066" y="497591"/>
                  </a:lnTo>
                  <a:lnTo>
                    <a:pt x="1073215" y="508340"/>
                  </a:lnTo>
                  <a:lnTo>
                    <a:pt x="1013599" y="517345"/>
                  </a:lnTo>
                  <a:lnTo>
                    <a:pt x="951481" y="524513"/>
                  </a:lnTo>
                  <a:lnTo>
                    <a:pt x="887126" y="529750"/>
                  </a:lnTo>
                  <a:lnTo>
                    <a:pt x="820798" y="532961"/>
                  </a:lnTo>
                  <a:lnTo>
                    <a:pt x="752762" y="534053"/>
                  </a:lnTo>
                  <a:lnTo>
                    <a:pt x="684710" y="532961"/>
                  </a:lnTo>
                  <a:lnTo>
                    <a:pt x="618370" y="529750"/>
                  </a:lnTo>
                  <a:lnTo>
                    <a:pt x="554007" y="524513"/>
                  </a:lnTo>
                  <a:lnTo>
                    <a:pt x="491883" y="517345"/>
                  </a:lnTo>
                  <a:lnTo>
                    <a:pt x="432263" y="508340"/>
                  </a:lnTo>
                  <a:lnTo>
                    <a:pt x="375411" y="497591"/>
                  </a:lnTo>
                  <a:lnTo>
                    <a:pt x="321591" y="485194"/>
                  </a:lnTo>
                  <a:lnTo>
                    <a:pt x="271066" y="471243"/>
                  </a:lnTo>
                  <a:lnTo>
                    <a:pt x="224101" y="455832"/>
                  </a:lnTo>
                  <a:lnTo>
                    <a:pt x="180959" y="439054"/>
                  </a:lnTo>
                  <a:lnTo>
                    <a:pt x="141904" y="421006"/>
                  </a:lnTo>
                  <a:lnTo>
                    <a:pt x="107200" y="401779"/>
                  </a:lnTo>
                  <a:lnTo>
                    <a:pt x="51902" y="360171"/>
                  </a:lnTo>
                  <a:lnTo>
                    <a:pt x="17174" y="314985"/>
                  </a:lnTo>
                  <a:lnTo>
                    <a:pt x="5130" y="266974"/>
                  </a:lnTo>
                  <a:lnTo>
                    <a:pt x="8185" y="242679"/>
                  </a:lnTo>
                  <a:lnTo>
                    <a:pt x="31835" y="196013"/>
                  </a:lnTo>
                  <a:lnTo>
                    <a:pt x="77112" y="152543"/>
                  </a:lnTo>
                  <a:lnTo>
                    <a:pt x="141904" y="113023"/>
                  </a:lnTo>
                  <a:lnTo>
                    <a:pt x="180959" y="94980"/>
                  </a:lnTo>
                  <a:lnTo>
                    <a:pt x="224101" y="78207"/>
                  </a:lnTo>
                  <a:lnTo>
                    <a:pt x="271066" y="62800"/>
                  </a:lnTo>
                  <a:lnTo>
                    <a:pt x="321591" y="48851"/>
                  </a:lnTo>
                  <a:lnTo>
                    <a:pt x="375411" y="36457"/>
                  </a:lnTo>
                  <a:lnTo>
                    <a:pt x="432263" y="25710"/>
                  </a:lnTo>
                  <a:lnTo>
                    <a:pt x="491883" y="16706"/>
                  </a:lnTo>
                  <a:lnTo>
                    <a:pt x="554007" y="9538"/>
                  </a:lnTo>
                  <a:lnTo>
                    <a:pt x="618370" y="4302"/>
                  </a:lnTo>
                  <a:lnTo>
                    <a:pt x="684710" y="1091"/>
                  </a:lnTo>
                  <a:lnTo>
                    <a:pt x="752762" y="0"/>
                  </a:lnTo>
                  <a:close/>
                </a:path>
              </a:pathLst>
            </a:custGeom>
            <a:ln w="2095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792311" y="1029892"/>
              <a:ext cx="5142865" cy="9220835"/>
            </a:xfrm>
            <a:custGeom>
              <a:avLst/>
              <a:gdLst/>
              <a:ahLst/>
              <a:cxnLst/>
              <a:rect l="l" t="t" r="r" b="b"/>
              <a:pathLst>
                <a:path w="5142865" h="9220835">
                  <a:moveTo>
                    <a:pt x="2574339" y="9220660"/>
                  </a:moveTo>
                  <a:lnTo>
                    <a:pt x="2574339" y="0"/>
                  </a:lnTo>
                </a:path>
                <a:path w="5142865" h="9220835">
                  <a:moveTo>
                    <a:pt x="3319144" y="8415131"/>
                  </a:moveTo>
                  <a:lnTo>
                    <a:pt x="5059607" y="4930751"/>
                  </a:lnTo>
                  <a:lnTo>
                    <a:pt x="5089608" y="4875877"/>
                  </a:lnTo>
                  <a:lnTo>
                    <a:pt x="5112309" y="4822241"/>
                  </a:lnTo>
                  <a:lnTo>
                    <a:pt x="5128305" y="4769976"/>
                  </a:lnTo>
                  <a:lnTo>
                    <a:pt x="5138193" y="4719216"/>
                  </a:lnTo>
                  <a:lnTo>
                    <a:pt x="5142567" y="4670096"/>
                  </a:lnTo>
                  <a:lnTo>
                    <a:pt x="5142022" y="4622749"/>
                  </a:lnTo>
                  <a:lnTo>
                    <a:pt x="5137155" y="4577308"/>
                  </a:lnTo>
                  <a:lnTo>
                    <a:pt x="5128559" y="4533908"/>
                  </a:lnTo>
                  <a:lnTo>
                    <a:pt x="5116831" y="4492683"/>
                  </a:lnTo>
                  <a:lnTo>
                    <a:pt x="5102565" y="4453766"/>
                  </a:lnTo>
                  <a:lnTo>
                    <a:pt x="5086358" y="4417291"/>
                  </a:lnTo>
                  <a:lnTo>
                    <a:pt x="5068804" y="4383392"/>
                  </a:lnTo>
                  <a:lnTo>
                    <a:pt x="5050498" y="4352202"/>
                  </a:lnTo>
                </a:path>
                <a:path w="5142865" h="9220835">
                  <a:moveTo>
                    <a:pt x="3319144" y="885621"/>
                  </a:moveTo>
                  <a:lnTo>
                    <a:pt x="5059607" y="4370001"/>
                  </a:lnTo>
                </a:path>
                <a:path w="5142865" h="9220835">
                  <a:moveTo>
                    <a:pt x="1824194" y="8415131"/>
                  </a:moveTo>
                  <a:lnTo>
                    <a:pt x="83626" y="4930751"/>
                  </a:lnTo>
                  <a:lnTo>
                    <a:pt x="68157" y="4905967"/>
                  </a:lnTo>
                  <a:lnTo>
                    <a:pt x="52747" y="4877000"/>
                  </a:lnTo>
                  <a:lnTo>
                    <a:pt x="24852" y="4807742"/>
                  </a:lnTo>
                  <a:lnTo>
                    <a:pt x="13741" y="4768065"/>
                  </a:lnTo>
                  <a:lnTo>
                    <a:pt x="5437" y="4725433"/>
                  </a:lnTo>
                  <a:lnTo>
                    <a:pt x="628" y="4680150"/>
                  </a:lnTo>
                  <a:lnTo>
                    <a:pt x="0" y="4632526"/>
                  </a:lnTo>
                  <a:lnTo>
                    <a:pt x="4240" y="4582865"/>
                  </a:lnTo>
                  <a:lnTo>
                    <a:pt x="14035" y="4531475"/>
                  </a:lnTo>
                  <a:lnTo>
                    <a:pt x="30074" y="4478664"/>
                  </a:lnTo>
                  <a:lnTo>
                    <a:pt x="53042" y="4424736"/>
                  </a:lnTo>
                  <a:lnTo>
                    <a:pt x="83626" y="4370001"/>
                  </a:lnTo>
                </a:path>
                <a:path w="5142865" h="9220835">
                  <a:moveTo>
                    <a:pt x="1824194" y="885621"/>
                  </a:moveTo>
                  <a:lnTo>
                    <a:pt x="83626" y="4370001"/>
                  </a:lnTo>
                </a:path>
              </a:pathLst>
            </a:custGeom>
            <a:ln w="2095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21" y="10129629"/>
              <a:ext cx="233366" cy="233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254521" y="10129629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79">
                  <a:moveTo>
                    <a:pt x="116631" y="233324"/>
                  </a:moveTo>
                  <a:lnTo>
                    <a:pt x="162078" y="224156"/>
                  </a:lnTo>
                  <a:lnTo>
                    <a:pt x="199183" y="199150"/>
                  </a:lnTo>
                  <a:lnTo>
                    <a:pt x="224196" y="162059"/>
                  </a:lnTo>
                  <a:lnTo>
                    <a:pt x="233366" y="116631"/>
                  </a:lnTo>
                  <a:lnTo>
                    <a:pt x="224196" y="71243"/>
                  </a:lnTo>
                  <a:lnTo>
                    <a:pt x="199183" y="34170"/>
                  </a:lnTo>
                  <a:lnTo>
                    <a:pt x="162078" y="9169"/>
                  </a:lnTo>
                  <a:lnTo>
                    <a:pt x="116631" y="0"/>
                  </a:lnTo>
                  <a:lnTo>
                    <a:pt x="71243" y="9169"/>
                  </a:lnTo>
                  <a:lnTo>
                    <a:pt x="34170" y="34170"/>
                  </a:lnTo>
                  <a:lnTo>
                    <a:pt x="9169" y="71243"/>
                  </a:lnTo>
                  <a:lnTo>
                    <a:pt x="0" y="116631"/>
                  </a:lnTo>
                  <a:lnTo>
                    <a:pt x="9169" y="162059"/>
                  </a:lnTo>
                  <a:lnTo>
                    <a:pt x="34170" y="199150"/>
                  </a:lnTo>
                  <a:lnTo>
                    <a:pt x="71243" y="224156"/>
                  </a:lnTo>
                  <a:lnTo>
                    <a:pt x="116631" y="233324"/>
                  </a:lnTo>
                  <a:close/>
                </a:path>
              </a:pathLst>
            </a:custGeom>
            <a:ln w="9971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4207" y="5563847"/>
              <a:ext cx="233262" cy="23336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54207" y="5563847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79">
                  <a:moveTo>
                    <a:pt x="116631" y="233366"/>
                  </a:moveTo>
                  <a:lnTo>
                    <a:pt x="162018" y="224196"/>
                  </a:lnTo>
                  <a:lnTo>
                    <a:pt x="199092" y="199183"/>
                  </a:lnTo>
                  <a:lnTo>
                    <a:pt x="224093" y="162078"/>
                  </a:lnTo>
                  <a:lnTo>
                    <a:pt x="233262" y="116631"/>
                  </a:lnTo>
                  <a:lnTo>
                    <a:pt x="224093" y="71243"/>
                  </a:lnTo>
                  <a:lnTo>
                    <a:pt x="199092" y="34170"/>
                  </a:lnTo>
                  <a:lnTo>
                    <a:pt x="162018" y="9169"/>
                  </a:lnTo>
                  <a:lnTo>
                    <a:pt x="116631" y="0"/>
                  </a:lnTo>
                  <a:lnTo>
                    <a:pt x="71199" y="9169"/>
                  </a:lnTo>
                  <a:lnTo>
                    <a:pt x="34130" y="34170"/>
                  </a:lnTo>
                  <a:lnTo>
                    <a:pt x="9154" y="71243"/>
                  </a:lnTo>
                  <a:lnTo>
                    <a:pt x="0" y="116631"/>
                  </a:lnTo>
                  <a:lnTo>
                    <a:pt x="9154" y="162078"/>
                  </a:lnTo>
                  <a:lnTo>
                    <a:pt x="34130" y="199183"/>
                  </a:lnTo>
                  <a:lnTo>
                    <a:pt x="71199" y="224196"/>
                  </a:lnTo>
                  <a:lnTo>
                    <a:pt x="116631" y="233366"/>
                  </a:lnTo>
                  <a:close/>
                </a:path>
              </a:pathLst>
            </a:custGeom>
            <a:ln w="9971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4312" y="7504069"/>
              <a:ext cx="233366" cy="23336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254312" y="7504069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79">
                  <a:moveTo>
                    <a:pt x="116631" y="233366"/>
                  </a:moveTo>
                  <a:lnTo>
                    <a:pt x="162078" y="224196"/>
                  </a:lnTo>
                  <a:lnTo>
                    <a:pt x="199183" y="199183"/>
                  </a:lnTo>
                  <a:lnTo>
                    <a:pt x="224196" y="162078"/>
                  </a:lnTo>
                  <a:lnTo>
                    <a:pt x="233366" y="116631"/>
                  </a:lnTo>
                  <a:lnTo>
                    <a:pt x="224196" y="71243"/>
                  </a:lnTo>
                  <a:lnTo>
                    <a:pt x="199183" y="34170"/>
                  </a:lnTo>
                  <a:lnTo>
                    <a:pt x="162078" y="9169"/>
                  </a:lnTo>
                  <a:lnTo>
                    <a:pt x="116631" y="0"/>
                  </a:lnTo>
                  <a:lnTo>
                    <a:pt x="71243" y="9169"/>
                  </a:lnTo>
                  <a:lnTo>
                    <a:pt x="34170" y="34170"/>
                  </a:lnTo>
                  <a:lnTo>
                    <a:pt x="9169" y="71243"/>
                  </a:lnTo>
                  <a:lnTo>
                    <a:pt x="0" y="116631"/>
                  </a:lnTo>
                  <a:lnTo>
                    <a:pt x="9169" y="162078"/>
                  </a:lnTo>
                  <a:lnTo>
                    <a:pt x="34170" y="199183"/>
                  </a:lnTo>
                  <a:lnTo>
                    <a:pt x="71243" y="224196"/>
                  </a:lnTo>
                  <a:lnTo>
                    <a:pt x="116631" y="233366"/>
                  </a:lnTo>
                  <a:close/>
                </a:path>
              </a:pathLst>
            </a:custGeom>
            <a:ln w="9971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3998" y="3641318"/>
              <a:ext cx="233366" cy="23336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53998" y="3641318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79">
                  <a:moveTo>
                    <a:pt x="116735" y="233366"/>
                  </a:moveTo>
                  <a:lnTo>
                    <a:pt x="162123" y="224197"/>
                  </a:lnTo>
                  <a:lnTo>
                    <a:pt x="199196" y="199196"/>
                  </a:lnTo>
                  <a:lnTo>
                    <a:pt x="224197" y="162123"/>
                  </a:lnTo>
                  <a:lnTo>
                    <a:pt x="233366" y="116735"/>
                  </a:lnTo>
                  <a:lnTo>
                    <a:pt x="224197" y="71288"/>
                  </a:lnTo>
                  <a:lnTo>
                    <a:pt x="199196" y="34183"/>
                  </a:lnTo>
                  <a:lnTo>
                    <a:pt x="162123" y="9170"/>
                  </a:lnTo>
                  <a:lnTo>
                    <a:pt x="116735" y="0"/>
                  </a:lnTo>
                  <a:lnTo>
                    <a:pt x="71288" y="9170"/>
                  </a:lnTo>
                  <a:lnTo>
                    <a:pt x="34183" y="34183"/>
                  </a:lnTo>
                  <a:lnTo>
                    <a:pt x="9170" y="71288"/>
                  </a:lnTo>
                  <a:lnTo>
                    <a:pt x="0" y="116735"/>
                  </a:lnTo>
                  <a:lnTo>
                    <a:pt x="9170" y="162123"/>
                  </a:lnTo>
                  <a:lnTo>
                    <a:pt x="34183" y="199196"/>
                  </a:lnTo>
                  <a:lnTo>
                    <a:pt x="71288" y="224197"/>
                  </a:lnTo>
                  <a:lnTo>
                    <a:pt x="116735" y="233366"/>
                  </a:lnTo>
                  <a:close/>
                </a:path>
              </a:pathLst>
            </a:custGeom>
            <a:ln w="9971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3788" y="944565"/>
              <a:ext cx="233366" cy="23336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253788" y="944565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116735" y="233366"/>
                  </a:moveTo>
                  <a:lnTo>
                    <a:pt x="162123" y="224197"/>
                  </a:lnTo>
                  <a:lnTo>
                    <a:pt x="199196" y="199196"/>
                  </a:lnTo>
                  <a:lnTo>
                    <a:pt x="224197" y="162123"/>
                  </a:lnTo>
                  <a:lnTo>
                    <a:pt x="233366" y="116735"/>
                  </a:lnTo>
                  <a:lnTo>
                    <a:pt x="224197" y="71288"/>
                  </a:lnTo>
                  <a:lnTo>
                    <a:pt x="199196" y="34183"/>
                  </a:lnTo>
                  <a:lnTo>
                    <a:pt x="162123" y="9170"/>
                  </a:lnTo>
                  <a:lnTo>
                    <a:pt x="116735" y="0"/>
                  </a:lnTo>
                  <a:lnTo>
                    <a:pt x="71288" y="9170"/>
                  </a:lnTo>
                  <a:lnTo>
                    <a:pt x="34183" y="34183"/>
                  </a:lnTo>
                  <a:lnTo>
                    <a:pt x="9170" y="71288"/>
                  </a:lnTo>
                  <a:lnTo>
                    <a:pt x="0" y="116735"/>
                  </a:lnTo>
                  <a:lnTo>
                    <a:pt x="9170" y="162123"/>
                  </a:lnTo>
                  <a:lnTo>
                    <a:pt x="34183" y="199196"/>
                  </a:lnTo>
                  <a:lnTo>
                    <a:pt x="71288" y="224197"/>
                  </a:lnTo>
                  <a:lnTo>
                    <a:pt x="116735" y="233366"/>
                  </a:lnTo>
                  <a:close/>
                </a:path>
              </a:pathLst>
            </a:custGeom>
            <a:ln w="99715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9918353" y="4176314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0" y="370937"/>
                  </a:moveTo>
                  <a:lnTo>
                    <a:pt x="2889" y="324422"/>
                  </a:lnTo>
                  <a:lnTo>
                    <a:pt x="11327" y="279628"/>
                  </a:lnTo>
                  <a:lnTo>
                    <a:pt x="24965" y="236902"/>
                  </a:lnTo>
                  <a:lnTo>
                    <a:pt x="43455" y="196592"/>
                  </a:lnTo>
                  <a:lnTo>
                    <a:pt x="66452" y="159046"/>
                  </a:lnTo>
                  <a:lnTo>
                    <a:pt x="93606" y="124614"/>
                  </a:lnTo>
                  <a:lnTo>
                    <a:pt x="124572" y="93642"/>
                  </a:lnTo>
                  <a:lnTo>
                    <a:pt x="159001" y="66480"/>
                  </a:lnTo>
                  <a:lnTo>
                    <a:pt x="196545" y="43476"/>
                  </a:lnTo>
                  <a:lnTo>
                    <a:pt x="236859" y="24977"/>
                  </a:lnTo>
                  <a:lnTo>
                    <a:pt x="279593" y="11333"/>
                  </a:lnTo>
                  <a:lnTo>
                    <a:pt x="324402" y="2891"/>
                  </a:lnTo>
                  <a:lnTo>
                    <a:pt x="370937" y="0"/>
                  </a:lnTo>
                  <a:lnTo>
                    <a:pt x="417471" y="2891"/>
                  </a:lnTo>
                  <a:lnTo>
                    <a:pt x="462280" y="11333"/>
                  </a:lnTo>
                  <a:lnTo>
                    <a:pt x="505014" y="24977"/>
                  </a:lnTo>
                  <a:lnTo>
                    <a:pt x="545328" y="43476"/>
                  </a:lnTo>
                  <a:lnTo>
                    <a:pt x="582873" y="66480"/>
                  </a:lnTo>
                  <a:lnTo>
                    <a:pt x="617301" y="93642"/>
                  </a:lnTo>
                  <a:lnTo>
                    <a:pt x="648267" y="124614"/>
                  </a:lnTo>
                  <a:lnTo>
                    <a:pt x="675421" y="159046"/>
                  </a:lnTo>
                  <a:lnTo>
                    <a:pt x="698418" y="196592"/>
                  </a:lnTo>
                  <a:lnTo>
                    <a:pt x="716909" y="236902"/>
                  </a:lnTo>
                  <a:lnTo>
                    <a:pt x="730547" y="279628"/>
                  </a:lnTo>
                  <a:lnTo>
                    <a:pt x="738984" y="324422"/>
                  </a:lnTo>
                  <a:lnTo>
                    <a:pt x="741874" y="370937"/>
                  </a:lnTo>
                  <a:lnTo>
                    <a:pt x="738984" y="417473"/>
                  </a:lnTo>
                  <a:lnTo>
                    <a:pt x="730547" y="462286"/>
                  </a:lnTo>
                  <a:lnTo>
                    <a:pt x="716909" y="505029"/>
                  </a:lnTo>
                  <a:lnTo>
                    <a:pt x="698418" y="545351"/>
                  </a:lnTo>
                  <a:lnTo>
                    <a:pt x="675421" y="582907"/>
                  </a:lnTo>
                  <a:lnTo>
                    <a:pt x="648267" y="617348"/>
                  </a:lnTo>
                  <a:lnTo>
                    <a:pt x="617301" y="648325"/>
                  </a:lnTo>
                  <a:lnTo>
                    <a:pt x="582873" y="675492"/>
                  </a:lnTo>
                  <a:lnTo>
                    <a:pt x="545328" y="698499"/>
                  </a:lnTo>
                  <a:lnTo>
                    <a:pt x="505014" y="716999"/>
                  </a:lnTo>
                  <a:lnTo>
                    <a:pt x="462280" y="730645"/>
                  </a:lnTo>
                  <a:lnTo>
                    <a:pt x="417471" y="739087"/>
                  </a:lnTo>
                  <a:lnTo>
                    <a:pt x="370937" y="741978"/>
                  </a:lnTo>
                  <a:lnTo>
                    <a:pt x="324402" y="739087"/>
                  </a:lnTo>
                  <a:lnTo>
                    <a:pt x="279593" y="730645"/>
                  </a:lnTo>
                  <a:lnTo>
                    <a:pt x="236859" y="716999"/>
                  </a:lnTo>
                  <a:lnTo>
                    <a:pt x="196545" y="698499"/>
                  </a:lnTo>
                  <a:lnTo>
                    <a:pt x="159001" y="675492"/>
                  </a:lnTo>
                  <a:lnTo>
                    <a:pt x="124572" y="648325"/>
                  </a:lnTo>
                  <a:lnTo>
                    <a:pt x="93606" y="617348"/>
                  </a:lnTo>
                  <a:lnTo>
                    <a:pt x="66452" y="582907"/>
                  </a:lnTo>
                  <a:lnTo>
                    <a:pt x="43455" y="545351"/>
                  </a:lnTo>
                  <a:lnTo>
                    <a:pt x="24965" y="505029"/>
                  </a:lnTo>
                  <a:lnTo>
                    <a:pt x="11327" y="462286"/>
                  </a:lnTo>
                  <a:lnTo>
                    <a:pt x="2889" y="417473"/>
                  </a:lnTo>
                  <a:lnTo>
                    <a:pt x="0" y="370937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9917934" y="627609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5">
                  <a:moveTo>
                    <a:pt x="0" y="371041"/>
                  </a:moveTo>
                  <a:lnTo>
                    <a:pt x="2889" y="324505"/>
                  </a:lnTo>
                  <a:lnTo>
                    <a:pt x="11327" y="279691"/>
                  </a:lnTo>
                  <a:lnTo>
                    <a:pt x="24965" y="236949"/>
                  </a:lnTo>
                  <a:lnTo>
                    <a:pt x="43455" y="196626"/>
                  </a:lnTo>
                  <a:lnTo>
                    <a:pt x="66452" y="159071"/>
                  </a:lnTo>
                  <a:lnTo>
                    <a:pt x="93606" y="124630"/>
                  </a:lnTo>
                  <a:lnTo>
                    <a:pt x="124572" y="93653"/>
                  </a:lnTo>
                  <a:lnTo>
                    <a:pt x="159001" y="66486"/>
                  </a:lnTo>
                  <a:lnTo>
                    <a:pt x="196545" y="43479"/>
                  </a:lnTo>
                  <a:lnTo>
                    <a:pt x="236859" y="24979"/>
                  </a:lnTo>
                  <a:lnTo>
                    <a:pt x="279593" y="11333"/>
                  </a:lnTo>
                  <a:lnTo>
                    <a:pt x="324402" y="2891"/>
                  </a:lnTo>
                  <a:lnTo>
                    <a:pt x="370937" y="0"/>
                  </a:lnTo>
                  <a:lnTo>
                    <a:pt x="417471" y="2891"/>
                  </a:lnTo>
                  <a:lnTo>
                    <a:pt x="462280" y="11333"/>
                  </a:lnTo>
                  <a:lnTo>
                    <a:pt x="505014" y="24979"/>
                  </a:lnTo>
                  <a:lnTo>
                    <a:pt x="545328" y="43479"/>
                  </a:lnTo>
                  <a:lnTo>
                    <a:pt x="582873" y="66486"/>
                  </a:lnTo>
                  <a:lnTo>
                    <a:pt x="617301" y="93653"/>
                  </a:lnTo>
                  <a:lnTo>
                    <a:pt x="648267" y="124630"/>
                  </a:lnTo>
                  <a:lnTo>
                    <a:pt x="675421" y="159071"/>
                  </a:lnTo>
                  <a:lnTo>
                    <a:pt x="698418" y="196626"/>
                  </a:lnTo>
                  <a:lnTo>
                    <a:pt x="716909" y="236949"/>
                  </a:lnTo>
                  <a:lnTo>
                    <a:pt x="730547" y="279691"/>
                  </a:lnTo>
                  <a:lnTo>
                    <a:pt x="738984" y="324505"/>
                  </a:lnTo>
                  <a:lnTo>
                    <a:pt x="741874" y="371041"/>
                  </a:lnTo>
                  <a:lnTo>
                    <a:pt x="738984" y="417576"/>
                  </a:lnTo>
                  <a:lnTo>
                    <a:pt x="730547" y="462385"/>
                  </a:lnTo>
                  <a:lnTo>
                    <a:pt x="716909" y="505119"/>
                  </a:lnTo>
                  <a:lnTo>
                    <a:pt x="698418" y="545433"/>
                  </a:lnTo>
                  <a:lnTo>
                    <a:pt x="675421" y="582977"/>
                  </a:lnTo>
                  <a:lnTo>
                    <a:pt x="648267" y="617406"/>
                  </a:lnTo>
                  <a:lnTo>
                    <a:pt x="617301" y="648372"/>
                  </a:lnTo>
                  <a:lnTo>
                    <a:pt x="582873" y="675526"/>
                  </a:lnTo>
                  <a:lnTo>
                    <a:pt x="545328" y="698523"/>
                  </a:lnTo>
                  <a:lnTo>
                    <a:pt x="505014" y="717013"/>
                  </a:lnTo>
                  <a:lnTo>
                    <a:pt x="462280" y="730651"/>
                  </a:lnTo>
                  <a:lnTo>
                    <a:pt x="417471" y="739089"/>
                  </a:lnTo>
                  <a:lnTo>
                    <a:pt x="370937" y="741978"/>
                  </a:lnTo>
                  <a:lnTo>
                    <a:pt x="324402" y="739089"/>
                  </a:lnTo>
                  <a:lnTo>
                    <a:pt x="279593" y="730651"/>
                  </a:lnTo>
                  <a:lnTo>
                    <a:pt x="236859" y="717013"/>
                  </a:lnTo>
                  <a:lnTo>
                    <a:pt x="196545" y="698523"/>
                  </a:lnTo>
                  <a:lnTo>
                    <a:pt x="159001" y="675526"/>
                  </a:lnTo>
                  <a:lnTo>
                    <a:pt x="124572" y="648372"/>
                  </a:lnTo>
                  <a:lnTo>
                    <a:pt x="93606" y="617406"/>
                  </a:lnTo>
                  <a:lnTo>
                    <a:pt x="66452" y="582977"/>
                  </a:lnTo>
                  <a:lnTo>
                    <a:pt x="43455" y="545433"/>
                  </a:lnTo>
                  <a:lnTo>
                    <a:pt x="24965" y="505119"/>
                  </a:lnTo>
                  <a:lnTo>
                    <a:pt x="11327" y="462385"/>
                  </a:lnTo>
                  <a:lnTo>
                    <a:pt x="2889" y="417576"/>
                  </a:lnTo>
                  <a:lnTo>
                    <a:pt x="0" y="371041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9918353" y="8374090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5">
                  <a:moveTo>
                    <a:pt x="0" y="371041"/>
                  </a:moveTo>
                  <a:lnTo>
                    <a:pt x="2889" y="324505"/>
                  </a:lnTo>
                  <a:lnTo>
                    <a:pt x="11327" y="279691"/>
                  </a:lnTo>
                  <a:lnTo>
                    <a:pt x="24965" y="236949"/>
                  </a:lnTo>
                  <a:lnTo>
                    <a:pt x="43455" y="196626"/>
                  </a:lnTo>
                  <a:lnTo>
                    <a:pt x="66452" y="159071"/>
                  </a:lnTo>
                  <a:lnTo>
                    <a:pt x="93606" y="124630"/>
                  </a:lnTo>
                  <a:lnTo>
                    <a:pt x="124572" y="93653"/>
                  </a:lnTo>
                  <a:lnTo>
                    <a:pt x="159001" y="66486"/>
                  </a:lnTo>
                  <a:lnTo>
                    <a:pt x="196545" y="43479"/>
                  </a:lnTo>
                  <a:lnTo>
                    <a:pt x="236859" y="24979"/>
                  </a:lnTo>
                  <a:lnTo>
                    <a:pt x="279593" y="11333"/>
                  </a:lnTo>
                  <a:lnTo>
                    <a:pt x="324402" y="2891"/>
                  </a:lnTo>
                  <a:lnTo>
                    <a:pt x="370937" y="0"/>
                  </a:lnTo>
                  <a:lnTo>
                    <a:pt x="417471" y="2891"/>
                  </a:lnTo>
                  <a:lnTo>
                    <a:pt x="462280" y="11333"/>
                  </a:lnTo>
                  <a:lnTo>
                    <a:pt x="505014" y="24979"/>
                  </a:lnTo>
                  <a:lnTo>
                    <a:pt x="545328" y="43479"/>
                  </a:lnTo>
                  <a:lnTo>
                    <a:pt x="582873" y="66486"/>
                  </a:lnTo>
                  <a:lnTo>
                    <a:pt x="617301" y="93653"/>
                  </a:lnTo>
                  <a:lnTo>
                    <a:pt x="648267" y="124630"/>
                  </a:lnTo>
                  <a:lnTo>
                    <a:pt x="675421" y="159071"/>
                  </a:lnTo>
                  <a:lnTo>
                    <a:pt x="698418" y="196626"/>
                  </a:lnTo>
                  <a:lnTo>
                    <a:pt x="716909" y="236949"/>
                  </a:lnTo>
                  <a:lnTo>
                    <a:pt x="730547" y="279691"/>
                  </a:lnTo>
                  <a:lnTo>
                    <a:pt x="738984" y="324505"/>
                  </a:lnTo>
                  <a:lnTo>
                    <a:pt x="741874" y="371041"/>
                  </a:lnTo>
                  <a:lnTo>
                    <a:pt x="738984" y="417556"/>
                  </a:lnTo>
                  <a:lnTo>
                    <a:pt x="730547" y="462350"/>
                  </a:lnTo>
                  <a:lnTo>
                    <a:pt x="716909" y="505076"/>
                  </a:lnTo>
                  <a:lnTo>
                    <a:pt x="698418" y="545386"/>
                  </a:lnTo>
                  <a:lnTo>
                    <a:pt x="675421" y="582932"/>
                  </a:lnTo>
                  <a:lnTo>
                    <a:pt x="648267" y="617364"/>
                  </a:lnTo>
                  <a:lnTo>
                    <a:pt x="617301" y="648335"/>
                  </a:lnTo>
                  <a:lnTo>
                    <a:pt x="582873" y="675498"/>
                  </a:lnTo>
                  <a:lnTo>
                    <a:pt x="545328" y="698502"/>
                  </a:lnTo>
                  <a:lnTo>
                    <a:pt x="505014" y="717001"/>
                  </a:lnTo>
                  <a:lnTo>
                    <a:pt x="462280" y="730645"/>
                  </a:lnTo>
                  <a:lnTo>
                    <a:pt x="417471" y="739087"/>
                  </a:lnTo>
                  <a:lnTo>
                    <a:pt x="370937" y="741978"/>
                  </a:lnTo>
                  <a:lnTo>
                    <a:pt x="324402" y="739087"/>
                  </a:lnTo>
                  <a:lnTo>
                    <a:pt x="279593" y="730645"/>
                  </a:lnTo>
                  <a:lnTo>
                    <a:pt x="236859" y="717001"/>
                  </a:lnTo>
                  <a:lnTo>
                    <a:pt x="196545" y="698502"/>
                  </a:lnTo>
                  <a:lnTo>
                    <a:pt x="159001" y="675498"/>
                  </a:lnTo>
                  <a:lnTo>
                    <a:pt x="124572" y="648335"/>
                  </a:lnTo>
                  <a:lnTo>
                    <a:pt x="93606" y="617364"/>
                  </a:lnTo>
                  <a:lnTo>
                    <a:pt x="66452" y="582932"/>
                  </a:lnTo>
                  <a:lnTo>
                    <a:pt x="43455" y="545386"/>
                  </a:lnTo>
                  <a:lnTo>
                    <a:pt x="24965" y="505076"/>
                  </a:lnTo>
                  <a:lnTo>
                    <a:pt x="11327" y="462350"/>
                  </a:lnTo>
                  <a:lnTo>
                    <a:pt x="2889" y="417556"/>
                  </a:lnTo>
                  <a:lnTo>
                    <a:pt x="0" y="371041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72" name="Text 3">
            <a:extLst>
              <a:ext uri="{FF2B5EF4-FFF2-40B4-BE49-F238E27FC236}">
                <a16:creationId xmlns:a16="http://schemas.microsoft.com/office/drawing/2014/main" id="{5A6B11DF-0674-586F-AEF4-118B3B1503A7}"/>
              </a:ext>
            </a:extLst>
          </p:cNvPr>
          <p:cNvSpPr/>
          <p:nvPr/>
        </p:nvSpPr>
        <p:spPr>
          <a:xfrm>
            <a:off x="5689342" y="341822"/>
            <a:ext cx="6740573" cy="148656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-US" sz="4000" b="1" kern="1200" dirty="0">
                <a:solidFill>
                  <a:srgbClr val="141414"/>
                </a:solidFill>
                <a:latin typeface="Graphik LC Semibold" panose="020B0503030202060203" pitchFamily="34" charset="0"/>
                <a:ea typeface="+mn-ea"/>
                <a:cs typeface="+mn-cs"/>
              </a:rPr>
              <a:t>Preparing a model </a:t>
            </a:r>
          </a:p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-US" sz="4000" b="1" kern="1200" dirty="0">
                <a:solidFill>
                  <a:srgbClr val="141414"/>
                </a:solidFill>
                <a:latin typeface="Graphik LC Semibold" panose="020B0503030202060203" pitchFamily="34" charset="0"/>
                <a:ea typeface="+mn-ea"/>
                <a:cs typeface="+mn-cs"/>
              </a:rPr>
              <a:t>for deployment</a:t>
            </a: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A84B53B1-D861-20C2-6BA5-788C59993173}"/>
              </a:ext>
            </a:extLst>
          </p:cNvPr>
          <p:cNvSpPr/>
          <p:nvPr/>
        </p:nvSpPr>
        <p:spPr>
          <a:xfrm>
            <a:off x="6611576" y="2539785"/>
            <a:ext cx="4698661" cy="562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742847" rtl="0">
              <a:lnSpc>
                <a:spcPct val="118000"/>
              </a:lnSpc>
            </a:pPr>
            <a:r>
              <a:rPr lang="en-US" sz="1600" b="1" kern="1200" dirty="0">
                <a:solidFill>
                  <a:srgbClr val="141414"/>
                </a:solidFill>
                <a:latin typeface="Graphik LCG" pitchFamily="34" charset="0"/>
              </a:rPr>
              <a:t>Weights &amp; architecture.</a:t>
            </a:r>
            <a:r>
              <a:rPr lang="en-US" sz="1600" b="0" kern="1200" dirty="0">
                <a:solidFill>
                  <a:srgbClr val="141414"/>
                </a:solidFill>
                <a:latin typeface="Graphik LCG" pitchFamily="34" charset="0"/>
              </a:rPr>
              <a:t>  Prefer safetensors; use pickle only for trusted internal artifacts.</a:t>
            </a:r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AE7F3104-E137-889E-B13C-FFFD64040CE3}"/>
              </a:ext>
            </a:extLst>
          </p:cNvPr>
          <p:cNvSpPr/>
          <p:nvPr/>
        </p:nvSpPr>
        <p:spPr>
          <a:xfrm>
            <a:off x="6577729" y="3762684"/>
            <a:ext cx="4698661" cy="5711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742847" rtl="0">
              <a:lnSpc>
                <a:spcPct val="118000"/>
              </a:lnSpc>
            </a:pPr>
            <a:r>
              <a:rPr lang="en-US" sz="1600" b="1" kern="1200" dirty="0">
                <a:solidFill>
                  <a:srgbClr val="141414"/>
                </a:solidFill>
                <a:latin typeface="Graphik LCG" pitchFamily="34" charset="0"/>
              </a:rPr>
              <a:t>Code &amp; preprocessing.</a:t>
            </a:r>
            <a:r>
              <a:rPr lang="en-US" sz="1600" b="0" kern="1200" dirty="0">
                <a:solidFill>
                  <a:srgbClr val="141414"/>
                </a:solidFill>
                <a:latin typeface="Graphik LCG" pitchFamily="34" charset="0"/>
              </a:rPr>
              <a:t>  Loading logic, tokenizer, pre/post-processing, and the I/O schema.</a:t>
            </a:r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58279E4A-3DB9-28D0-3977-0ABED79BEB58}"/>
              </a:ext>
            </a:extLst>
          </p:cNvPr>
          <p:cNvSpPr/>
          <p:nvPr/>
        </p:nvSpPr>
        <p:spPr>
          <a:xfrm>
            <a:off x="6611576" y="4882903"/>
            <a:ext cx="4698661" cy="562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742847" rtl="0">
              <a:lnSpc>
                <a:spcPct val="118000"/>
              </a:lnSpc>
            </a:pPr>
            <a:r>
              <a:rPr lang="en-US" sz="1600" b="1" kern="1200" dirty="0">
                <a:solidFill>
                  <a:srgbClr val="141414"/>
                </a:solidFill>
                <a:latin typeface="Graphik LCG" pitchFamily="34" charset="0"/>
              </a:rPr>
              <a:t>Environment &amp; metadata.</a:t>
            </a:r>
            <a:r>
              <a:rPr lang="en-US" sz="1600" b="0" kern="1200" dirty="0">
                <a:solidFill>
                  <a:srgbClr val="141414"/>
                </a:solidFill>
                <a:latin typeface="Graphik LCG" pitchFamily="34" charset="0"/>
              </a:rPr>
              <a:t>  Locked runtime deps (lockfile), config, version, and smoke tests.</a:t>
            </a: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429B34F3-C328-8FF1-EDB4-B2BEE0FDF2E4}"/>
              </a:ext>
            </a:extLst>
          </p:cNvPr>
          <p:cNvSpPr/>
          <p:nvPr/>
        </p:nvSpPr>
        <p:spPr>
          <a:xfrm>
            <a:off x="5814202" y="2642279"/>
            <a:ext cx="279399" cy="271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742847" rtl="0">
              <a:lnSpc>
                <a:spcPts val="2300"/>
              </a:lnSpc>
            </a:pPr>
            <a:r>
              <a:rPr lang="en-US" sz="1500" kern="1200" dirty="0">
                <a:solidFill>
                  <a:srgbClr val="141414"/>
                </a:solidFill>
                <a:latin typeface="Graphik LC Medium" panose="020B0503030202060203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8EA06027-2FBD-30D1-D7C9-939EB86F658D}"/>
              </a:ext>
            </a:extLst>
          </p:cNvPr>
          <p:cNvSpPr/>
          <p:nvPr/>
        </p:nvSpPr>
        <p:spPr>
          <a:xfrm>
            <a:off x="5826534" y="3908212"/>
            <a:ext cx="279398" cy="271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742847" rtl="0">
              <a:lnSpc>
                <a:spcPts val="2300"/>
              </a:lnSpc>
            </a:pPr>
            <a:r>
              <a:rPr lang="en-US" sz="1500" kern="1200" dirty="0">
                <a:solidFill>
                  <a:srgbClr val="141414"/>
                </a:solidFill>
                <a:latin typeface="Graphik LC Medium" panose="020B0503030202060203" pitchFamily="34" charset="0"/>
                <a:ea typeface="+mn-ea"/>
                <a:cs typeface="+mn-cs"/>
              </a:rPr>
              <a:t>0</a:t>
            </a:r>
            <a:r>
              <a:rPr lang="ru-RU" sz="1500" kern="1200" dirty="0">
                <a:solidFill>
                  <a:srgbClr val="141414"/>
                </a:solidFill>
                <a:latin typeface="Graphik LC Medium" panose="020B0503030202060203" pitchFamily="34" charset="0"/>
                <a:ea typeface="+mn-ea"/>
                <a:cs typeface="+mn-cs"/>
              </a:rPr>
              <a:t>2</a:t>
            </a:r>
            <a:endParaRPr lang="en-US" sz="1500" kern="1200" dirty="0">
              <a:solidFill>
                <a:srgbClr val="141414"/>
              </a:solidFill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1A7323CA-C486-F4E9-9719-C794C430BE6F}"/>
              </a:ext>
            </a:extLst>
          </p:cNvPr>
          <p:cNvSpPr/>
          <p:nvPr/>
        </p:nvSpPr>
        <p:spPr>
          <a:xfrm>
            <a:off x="5825705" y="5164625"/>
            <a:ext cx="279399" cy="271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742847" rtl="0">
              <a:lnSpc>
                <a:spcPts val="2300"/>
              </a:lnSpc>
            </a:pPr>
            <a:r>
              <a:rPr lang="en-US" sz="1500" kern="1200" dirty="0">
                <a:solidFill>
                  <a:srgbClr val="141414"/>
                </a:solidFill>
                <a:latin typeface="Graphik LC Medium" panose="020B0503030202060203" pitchFamily="34" charset="0"/>
                <a:ea typeface="+mn-ea"/>
                <a:cs typeface="+mn-cs"/>
              </a:rPr>
              <a:t>0</a:t>
            </a:r>
            <a:r>
              <a:rPr lang="ru-RU" sz="1500" kern="1200" dirty="0">
                <a:solidFill>
                  <a:srgbClr val="141414"/>
                </a:solidFill>
                <a:latin typeface="Graphik LC Medium" panose="020B0503030202060203" pitchFamily="34" charset="0"/>
                <a:ea typeface="+mn-ea"/>
                <a:cs typeface="+mn-cs"/>
              </a:rPr>
              <a:t>3</a:t>
            </a:r>
            <a:endParaRPr lang="en-US" sz="1500" kern="1200" dirty="0">
              <a:solidFill>
                <a:srgbClr val="141414"/>
              </a:solidFill>
              <a:latin typeface="Graphik LC Medium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F7907AD-6366-C66F-0B27-0DA6F3FC40DC}"/>
              </a:ext>
            </a:extLst>
          </p:cNvPr>
          <p:cNvSpPr/>
          <p:nvPr/>
        </p:nvSpPr>
        <p:spPr>
          <a:xfrm>
            <a:off x="0" y="0"/>
            <a:ext cx="12002972" cy="6857553"/>
          </a:xfrm>
          <a:custGeom>
            <a:avLst/>
            <a:gdLst/>
            <a:ahLst/>
            <a:cxnLst/>
            <a:rect l="l" t="t" r="r" b="b"/>
            <a:pathLst>
              <a:path w="19095720" h="11307445">
                <a:moveTo>
                  <a:pt x="8743137" y="0"/>
                </a:moveTo>
                <a:lnTo>
                  <a:pt x="0" y="0"/>
                </a:lnTo>
                <a:lnTo>
                  <a:pt x="0" y="11307140"/>
                </a:lnTo>
                <a:lnTo>
                  <a:pt x="8743137" y="11307140"/>
                </a:lnTo>
                <a:lnTo>
                  <a:pt x="8743137" y="0"/>
                </a:lnTo>
                <a:close/>
              </a:path>
              <a:path w="19095720" h="11307445">
                <a:moveTo>
                  <a:pt x="18811355" y="914781"/>
                </a:moveTo>
                <a:lnTo>
                  <a:pt x="18694515" y="850938"/>
                </a:lnTo>
                <a:lnTo>
                  <a:pt x="18694515" y="882599"/>
                </a:lnTo>
                <a:lnTo>
                  <a:pt x="18776658" y="927747"/>
                </a:lnTo>
                <a:lnTo>
                  <a:pt x="18668111" y="996289"/>
                </a:lnTo>
                <a:lnTo>
                  <a:pt x="18668111" y="836409"/>
                </a:lnTo>
                <a:lnTo>
                  <a:pt x="18640349" y="821131"/>
                </a:lnTo>
                <a:lnTo>
                  <a:pt x="18640349" y="852792"/>
                </a:lnTo>
                <a:lnTo>
                  <a:pt x="18640349" y="997991"/>
                </a:lnTo>
                <a:lnTo>
                  <a:pt x="18626874" y="990587"/>
                </a:lnTo>
                <a:lnTo>
                  <a:pt x="18626874" y="1022299"/>
                </a:lnTo>
                <a:lnTo>
                  <a:pt x="18504053" y="1099896"/>
                </a:lnTo>
                <a:lnTo>
                  <a:pt x="18345061" y="1012482"/>
                </a:lnTo>
                <a:lnTo>
                  <a:pt x="18467934" y="934847"/>
                </a:lnTo>
                <a:lnTo>
                  <a:pt x="18626874" y="1022299"/>
                </a:lnTo>
                <a:lnTo>
                  <a:pt x="18626874" y="990587"/>
                </a:lnTo>
                <a:lnTo>
                  <a:pt x="18525592" y="934847"/>
                </a:lnTo>
                <a:lnTo>
                  <a:pt x="18481396" y="910526"/>
                </a:lnTo>
                <a:lnTo>
                  <a:pt x="18481396" y="765302"/>
                </a:lnTo>
                <a:lnTo>
                  <a:pt x="18640349" y="852792"/>
                </a:lnTo>
                <a:lnTo>
                  <a:pt x="18640349" y="821131"/>
                </a:lnTo>
                <a:lnTo>
                  <a:pt x="18538927" y="765302"/>
                </a:lnTo>
                <a:lnTo>
                  <a:pt x="18474220" y="729678"/>
                </a:lnTo>
                <a:lnTo>
                  <a:pt x="18453646" y="741819"/>
                </a:lnTo>
                <a:lnTo>
                  <a:pt x="18453646" y="911072"/>
                </a:lnTo>
                <a:lnTo>
                  <a:pt x="18310441" y="1001585"/>
                </a:lnTo>
                <a:lnTo>
                  <a:pt x="18310441" y="1024877"/>
                </a:lnTo>
                <a:lnTo>
                  <a:pt x="18505158" y="1132128"/>
                </a:lnTo>
                <a:lnTo>
                  <a:pt x="18556148" y="1099896"/>
                </a:lnTo>
                <a:lnTo>
                  <a:pt x="18640387" y="1046645"/>
                </a:lnTo>
                <a:lnTo>
                  <a:pt x="18640387" y="1174927"/>
                </a:lnTo>
                <a:lnTo>
                  <a:pt x="18558333" y="1129779"/>
                </a:lnTo>
                <a:lnTo>
                  <a:pt x="18531523" y="1146695"/>
                </a:lnTo>
                <a:lnTo>
                  <a:pt x="18647537" y="1210576"/>
                </a:lnTo>
                <a:lnTo>
                  <a:pt x="18668111" y="1198448"/>
                </a:lnTo>
                <a:lnTo>
                  <a:pt x="18668111" y="1174927"/>
                </a:lnTo>
                <a:lnTo>
                  <a:pt x="18668111" y="1046645"/>
                </a:lnTo>
                <a:lnTo>
                  <a:pt x="18668111" y="1029195"/>
                </a:lnTo>
                <a:lnTo>
                  <a:pt x="18717514" y="997991"/>
                </a:lnTo>
                <a:lnTo>
                  <a:pt x="18720194" y="996289"/>
                </a:lnTo>
                <a:lnTo>
                  <a:pt x="18811355" y="938720"/>
                </a:lnTo>
                <a:lnTo>
                  <a:pt x="18811355" y="914781"/>
                </a:lnTo>
                <a:close/>
              </a:path>
              <a:path w="19095720" h="11307445">
                <a:moveTo>
                  <a:pt x="18907125" y="1176324"/>
                </a:moveTo>
                <a:lnTo>
                  <a:pt x="18886920" y="1176324"/>
                </a:lnTo>
                <a:lnTo>
                  <a:pt x="18886920" y="1059815"/>
                </a:lnTo>
                <a:lnTo>
                  <a:pt x="18846102" y="1059815"/>
                </a:lnTo>
                <a:lnTo>
                  <a:pt x="18846102" y="1176324"/>
                </a:lnTo>
                <a:lnTo>
                  <a:pt x="18770283" y="1176324"/>
                </a:lnTo>
                <a:lnTo>
                  <a:pt x="18770283" y="1059815"/>
                </a:lnTo>
                <a:lnTo>
                  <a:pt x="18729465" y="1059815"/>
                </a:lnTo>
                <a:lnTo>
                  <a:pt x="18729465" y="1209548"/>
                </a:lnTo>
                <a:lnTo>
                  <a:pt x="18868911" y="1209548"/>
                </a:lnTo>
                <a:lnTo>
                  <a:pt x="18868911" y="1242072"/>
                </a:lnTo>
                <a:lnTo>
                  <a:pt x="18907125" y="1242072"/>
                </a:lnTo>
                <a:lnTo>
                  <a:pt x="18907125" y="1176324"/>
                </a:lnTo>
                <a:close/>
              </a:path>
              <a:path w="19095720" h="11307445">
                <a:moveTo>
                  <a:pt x="19095200" y="1060107"/>
                </a:moveTo>
                <a:lnTo>
                  <a:pt x="19055004" y="1060107"/>
                </a:lnTo>
                <a:lnTo>
                  <a:pt x="19010669" y="1135634"/>
                </a:lnTo>
                <a:lnTo>
                  <a:pt x="18961367" y="1060107"/>
                </a:lnTo>
                <a:lnTo>
                  <a:pt x="18916422" y="1060107"/>
                </a:lnTo>
                <a:lnTo>
                  <a:pt x="18989396" y="1171663"/>
                </a:lnTo>
                <a:lnTo>
                  <a:pt x="18967031" y="1209840"/>
                </a:lnTo>
                <a:lnTo>
                  <a:pt x="19006986" y="1209840"/>
                </a:lnTo>
                <a:lnTo>
                  <a:pt x="19050699" y="1135634"/>
                </a:lnTo>
                <a:lnTo>
                  <a:pt x="19095200" y="1060107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CF887B-2F2C-6514-51E0-3C9F7887D917}"/>
              </a:ext>
            </a:extLst>
          </p:cNvPr>
          <p:cNvSpPr/>
          <p:nvPr/>
        </p:nvSpPr>
        <p:spPr>
          <a:xfrm>
            <a:off x="533340" y="2848592"/>
            <a:ext cx="4238135" cy="16927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spcBef>
                <a:spcPct val="0"/>
              </a:spcBef>
            </a:pPr>
            <a:r>
              <a:rPr lang="en-US" sz="2200" b="1" kern="1200" dirty="0">
                <a:solidFill>
                  <a:srgbClr val="FAFAFA"/>
                </a:solidFill>
                <a:latin typeface="Graphik LC Semibold" panose="020B0503030202060203" pitchFamily="34" charset="0"/>
                <a:ea typeface="+mn-ea"/>
                <a:cs typeface="+mn-cs"/>
              </a:rPr>
              <a:t>Should be done under the control of whoever is deploying (MLE), or per their instructions — e.g., saved to the Model Registry in the required way.</a:t>
            </a:r>
          </a:p>
        </p:txBody>
      </p:sp>
    </p:spTree>
    <p:extLst>
      <p:ext uri="{BB962C8B-B14F-4D97-AF65-F5344CB8AC3E}">
        <p14:creationId xmlns:p14="http://schemas.microsoft.com/office/powerpoint/2010/main" val="2668687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" y="27448"/>
            <a:ext cx="12189942" cy="6855952"/>
          </a:xfrm>
          <a:custGeom>
            <a:avLst/>
            <a:gdLst/>
            <a:ahLst/>
            <a:cxnLst/>
            <a:rect l="l" t="t" r="r" b="b"/>
            <a:pathLst>
              <a:path w="20104735" h="11307445">
                <a:moveTo>
                  <a:pt x="20104204" y="0"/>
                </a:moveTo>
                <a:lnTo>
                  <a:pt x="0" y="0"/>
                </a:lnTo>
                <a:lnTo>
                  <a:pt x="0" y="11307142"/>
                </a:lnTo>
                <a:lnTo>
                  <a:pt x="20104204" y="11307142"/>
                </a:lnTo>
                <a:lnTo>
                  <a:pt x="20104204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103244" y="442868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500913" y="185102"/>
                </a:moveTo>
                <a:lnTo>
                  <a:pt x="384073" y="121259"/>
                </a:lnTo>
                <a:lnTo>
                  <a:pt x="384073" y="152920"/>
                </a:lnTo>
                <a:lnTo>
                  <a:pt x="466217" y="198069"/>
                </a:lnTo>
                <a:lnTo>
                  <a:pt x="357670" y="266611"/>
                </a:lnTo>
                <a:lnTo>
                  <a:pt x="357670" y="106730"/>
                </a:lnTo>
                <a:lnTo>
                  <a:pt x="329907" y="91452"/>
                </a:lnTo>
                <a:lnTo>
                  <a:pt x="329907" y="123113"/>
                </a:lnTo>
                <a:lnTo>
                  <a:pt x="329907" y="268312"/>
                </a:lnTo>
                <a:lnTo>
                  <a:pt x="316433" y="260908"/>
                </a:lnTo>
                <a:lnTo>
                  <a:pt x="316433" y="292620"/>
                </a:lnTo>
                <a:lnTo>
                  <a:pt x="193611" y="370217"/>
                </a:lnTo>
                <a:lnTo>
                  <a:pt x="34620" y="282803"/>
                </a:lnTo>
                <a:lnTo>
                  <a:pt x="157492" y="205168"/>
                </a:lnTo>
                <a:lnTo>
                  <a:pt x="316433" y="292620"/>
                </a:lnTo>
                <a:lnTo>
                  <a:pt x="316433" y="260908"/>
                </a:lnTo>
                <a:lnTo>
                  <a:pt x="215150" y="205168"/>
                </a:lnTo>
                <a:lnTo>
                  <a:pt x="170954" y="180848"/>
                </a:lnTo>
                <a:lnTo>
                  <a:pt x="170954" y="35623"/>
                </a:lnTo>
                <a:lnTo>
                  <a:pt x="329907" y="123113"/>
                </a:lnTo>
                <a:lnTo>
                  <a:pt x="329907" y="91452"/>
                </a:lnTo>
                <a:lnTo>
                  <a:pt x="228485" y="35623"/>
                </a:lnTo>
                <a:lnTo>
                  <a:pt x="163779" y="0"/>
                </a:lnTo>
                <a:lnTo>
                  <a:pt x="143205" y="12141"/>
                </a:lnTo>
                <a:lnTo>
                  <a:pt x="143205" y="181394"/>
                </a:lnTo>
                <a:lnTo>
                  <a:pt x="0" y="271907"/>
                </a:lnTo>
                <a:lnTo>
                  <a:pt x="0" y="295198"/>
                </a:lnTo>
                <a:lnTo>
                  <a:pt x="194716" y="402450"/>
                </a:lnTo>
                <a:lnTo>
                  <a:pt x="245706" y="370217"/>
                </a:lnTo>
                <a:lnTo>
                  <a:pt x="329946" y="316966"/>
                </a:lnTo>
                <a:lnTo>
                  <a:pt x="329946" y="445249"/>
                </a:lnTo>
                <a:lnTo>
                  <a:pt x="247891" y="400100"/>
                </a:lnTo>
                <a:lnTo>
                  <a:pt x="221081" y="417017"/>
                </a:lnTo>
                <a:lnTo>
                  <a:pt x="337096" y="480898"/>
                </a:lnTo>
                <a:lnTo>
                  <a:pt x="357670" y="468769"/>
                </a:lnTo>
                <a:lnTo>
                  <a:pt x="357670" y="445249"/>
                </a:lnTo>
                <a:lnTo>
                  <a:pt x="357670" y="316966"/>
                </a:lnTo>
                <a:lnTo>
                  <a:pt x="357670" y="299516"/>
                </a:lnTo>
                <a:lnTo>
                  <a:pt x="407073" y="268312"/>
                </a:lnTo>
                <a:lnTo>
                  <a:pt x="409752" y="266611"/>
                </a:lnTo>
                <a:lnTo>
                  <a:pt x="500913" y="209042"/>
                </a:lnTo>
                <a:lnTo>
                  <a:pt x="500913" y="185102"/>
                </a:lnTo>
                <a:close/>
              </a:path>
              <a:path w="784859" h="512444">
                <a:moveTo>
                  <a:pt x="596684" y="446646"/>
                </a:moveTo>
                <a:lnTo>
                  <a:pt x="576478" y="446646"/>
                </a:lnTo>
                <a:lnTo>
                  <a:pt x="576478" y="330136"/>
                </a:lnTo>
                <a:lnTo>
                  <a:pt x="535660" y="330136"/>
                </a:lnTo>
                <a:lnTo>
                  <a:pt x="535660" y="446646"/>
                </a:lnTo>
                <a:lnTo>
                  <a:pt x="459841" y="446646"/>
                </a:lnTo>
                <a:lnTo>
                  <a:pt x="459841" y="330136"/>
                </a:lnTo>
                <a:lnTo>
                  <a:pt x="419023" y="330136"/>
                </a:lnTo>
                <a:lnTo>
                  <a:pt x="419023" y="479869"/>
                </a:lnTo>
                <a:lnTo>
                  <a:pt x="558469" y="479869"/>
                </a:lnTo>
                <a:lnTo>
                  <a:pt x="558469" y="512394"/>
                </a:lnTo>
                <a:lnTo>
                  <a:pt x="596684" y="512394"/>
                </a:lnTo>
                <a:lnTo>
                  <a:pt x="596684" y="446646"/>
                </a:lnTo>
                <a:close/>
              </a:path>
              <a:path w="784859" h="512444">
                <a:moveTo>
                  <a:pt x="784758" y="330428"/>
                </a:moveTo>
                <a:lnTo>
                  <a:pt x="744562" y="330428"/>
                </a:lnTo>
                <a:lnTo>
                  <a:pt x="700227" y="405955"/>
                </a:lnTo>
                <a:lnTo>
                  <a:pt x="650925" y="330428"/>
                </a:lnTo>
                <a:lnTo>
                  <a:pt x="605980" y="330428"/>
                </a:lnTo>
                <a:lnTo>
                  <a:pt x="678954" y="441985"/>
                </a:lnTo>
                <a:lnTo>
                  <a:pt x="656590" y="480161"/>
                </a:lnTo>
                <a:lnTo>
                  <a:pt x="696544" y="480161"/>
                </a:lnTo>
                <a:lnTo>
                  <a:pt x="740257" y="405955"/>
                </a:lnTo>
                <a:lnTo>
                  <a:pt x="784758" y="33042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333" y="1475834"/>
            <a:ext cx="3952858" cy="6886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3243" y="442865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459849" y="330136"/>
                </a:moveTo>
                <a:lnTo>
                  <a:pt x="419028" y="330136"/>
                </a:lnTo>
                <a:lnTo>
                  <a:pt x="419028" y="479870"/>
                </a:lnTo>
                <a:lnTo>
                  <a:pt x="558479" y="479870"/>
                </a:lnTo>
                <a:lnTo>
                  <a:pt x="558479" y="512393"/>
                </a:lnTo>
                <a:lnTo>
                  <a:pt x="596693" y="512393"/>
                </a:lnTo>
                <a:lnTo>
                  <a:pt x="596693" y="446647"/>
                </a:lnTo>
                <a:lnTo>
                  <a:pt x="459850" y="446647"/>
                </a:lnTo>
                <a:lnTo>
                  <a:pt x="459849" y="330136"/>
                </a:lnTo>
                <a:close/>
              </a:path>
              <a:path w="784859" h="512444">
                <a:moveTo>
                  <a:pt x="247903" y="400095"/>
                </a:moveTo>
                <a:lnTo>
                  <a:pt x="221081" y="417012"/>
                </a:lnTo>
                <a:lnTo>
                  <a:pt x="337101" y="480902"/>
                </a:lnTo>
                <a:lnTo>
                  <a:pt x="357675" y="468768"/>
                </a:lnTo>
                <a:lnTo>
                  <a:pt x="357675" y="445243"/>
                </a:lnTo>
                <a:lnTo>
                  <a:pt x="329950" y="445243"/>
                </a:lnTo>
                <a:lnTo>
                  <a:pt x="247903" y="400095"/>
                </a:lnTo>
                <a:close/>
              </a:path>
              <a:path w="784859" h="512444">
                <a:moveTo>
                  <a:pt x="576488" y="330136"/>
                </a:moveTo>
                <a:lnTo>
                  <a:pt x="535667" y="330136"/>
                </a:lnTo>
                <a:lnTo>
                  <a:pt x="535667" y="446647"/>
                </a:lnTo>
                <a:lnTo>
                  <a:pt x="576489" y="446647"/>
                </a:lnTo>
                <a:lnTo>
                  <a:pt x="576488" y="330136"/>
                </a:lnTo>
                <a:close/>
              </a:path>
              <a:path w="784859" h="512444">
                <a:moveTo>
                  <a:pt x="357675" y="316967"/>
                </a:moveTo>
                <a:lnTo>
                  <a:pt x="329950" y="316967"/>
                </a:lnTo>
                <a:lnTo>
                  <a:pt x="329950" y="445243"/>
                </a:lnTo>
                <a:lnTo>
                  <a:pt x="357675" y="445243"/>
                </a:lnTo>
                <a:lnTo>
                  <a:pt x="357675" y="316967"/>
                </a:lnTo>
                <a:close/>
              </a:path>
              <a:path w="784859" h="512444">
                <a:moveTo>
                  <a:pt x="163780" y="0"/>
                </a:moveTo>
                <a:lnTo>
                  <a:pt x="143206" y="12135"/>
                </a:lnTo>
                <a:lnTo>
                  <a:pt x="143206" y="181387"/>
                </a:lnTo>
                <a:lnTo>
                  <a:pt x="0" y="271902"/>
                </a:lnTo>
                <a:lnTo>
                  <a:pt x="0" y="295199"/>
                </a:lnTo>
                <a:lnTo>
                  <a:pt x="194724" y="402443"/>
                </a:lnTo>
                <a:lnTo>
                  <a:pt x="245713" y="370214"/>
                </a:lnTo>
                <a:lnTo>
                  <a:pt x="193649" y="370214"/>
                </a:lnTo>
                <a:lnTo>
                  <a:pt x="34622" y="282799"/>
                </a:lnTo>
                <a:lnTo>
                  <a:pt x="157499" y="205163"/>
                </a:lnTo>
                <a:lnTo>
                  <a:pt x="215154" y="205163"/>
                </a:lnTo>
                <a:lnTo>
                  <a:pt x="170966" y="180849"/>
                </a:lnTo>
                <a:lnTo>
                  <a:pt x="170965" y="35620"/>
                </a:lnTo>
                <a:lnTo>
                  <a:pt x="228489" y="35620"/>
                </a:lnTo>
                <a:lnTo>
                  <a:pt x="163780" y="0"/>
                </a:lnTo>
                <a:close/>
              </a:path>
              <a:path w="784859" h="512444">
                <a:moveTo>
                  <a:pt x="215154" y="205163"/>
                </a:moveTo>
                <a:lnTo>
                  <a:pt x="157499" y="205163"/>
                </a:lnTo>
                <a:lnTo>
                  <a:pt x="316440" y="292620"/>
                </a:lnTo>
                <a:lnTo>
                  <a:pt x="193606" y="370214"/>
                </a:lnTo>
                <a:lnTo>
                  <a:pt x="245713" y="370214"/>
                </a:lnTo>
                <a:lnTo>
                  <a:pt x="329950" y="316967"/>
                </a:lnTo>
                <a:lnTo>
                  <a:pt x="357675" y="316967"/>
                </a:lnTo>
                <a:lnTo>
                  <a:pt x="357675" y="299512"/>
                </a:lnTo>
                <a:lnTo>
                  <a:pt x="407082" y="268307"/>
                </a:lnTo>
                <a:lnTo>
                  <a:pt x="329915" y="268307"/>
                </a:lnTo>
                <a:lnTo>
                  <a:pt x="215154" y="205163"/>
                </a:lnTo>
                <a:close/>
              </a:path>
              <a:path w="784859" h="512444">
                <a:moveTo>
                  <a:pt x="228489" y="35620"/>
                </a:moveTo>
                <a:lnTo>
                  <a:pt x="170965" y="35620"/>
                </a:lnTo>
                <a:lnTo>
                  <a:pt x="329915" y="123111"/>
                </a:lnTo>
                <a:lnTo>
                  <a:pt x="329915" y="268307"/>
                </a:lnTo>
                <a:lnTo>
                  <a:pt x="407082" y="268307"/>
                </a:lnTo>
                <a:lnTo>
                  <a:pt x="409759" y="266616"/>
                </a:lnTo>
                <a:lnTo>
                  <a:pt x="357675" y="266616"/>
                </a:lnTo>
                <a:lnTo>
                  <a:pt x="357674" y="106731"/>
                </a:lnTo>
                <a:lnTo>
                  <a:pt x="228489" y="35620"/>
                </a:lnTo>
                <a:close/>
              </a:path>
              <a:path w="784859" h="512444">
                <a:moveTo>
                  <a:pt x="384074" y="121258"/>
                </a:moveTo>
                <a:lnTo>
                  <a:pt x="384074" y="152915"/>
                </a:lnTo>
                <a:lnTo>
                  <a:pt x="466217" y="198066"/>
                </a:lnTo>
                <a:lnTo>
                  <a:pt x="357675" y="266616"/>
                </a:lnTo>
                <a:lnTo>
                  <a:pt x="409759" y="266616"/>
                </a:lnTo>
                <a:lnTo>
                  <a:pt x="500920" y="209040"/>
                </a:lnTo>
                <a:lnTo>
                  <a:pt x="500920" y="185102"/>
                </a:lnTo>
                <a:lnTo>
                  <a:pt x="384074" y="121258"/>
                </a:lnTo>
                <a:close/>
              </a:path>
              <a:path w="784859" h="512444">
                <a:moveTo>
                  <a:pt x="650938" y="330426"/>
                </a:moveTo>
                <a:lnTo>
                  <a:pt x="605986" y="330426"/>
                </a:lnTo>
                <a:lnTo>
                  <a:pt x="678956" y="441982"/>
                </a:lnTo>
                <a:lnTo>
                  <a:pt x="656600" y="480159"/>
                </a:lnTo>
                <a:lnTo>
                  <a:pt x="696553" y="480159"/>
                </a:lnTo>
                <a:lnTo>
                  <a:pt x="740268" y="405953"/>
                </a:lnTo>
                <a:lnTo>
                  <a:pt x="700236" y="405953"/>
                </a:lnTo>
                <a:lnTo>
                  <a:pt x="650938" y="330426"/>
                </a:lnTo>
                <a:close/>
              </a:path>
              <a:path w="784859" h="512444">
                <a:moveTo>
                  <a:pt x="784761" y="330426"/>
                </a:moveTo>
                <a:lnTo>
                  <a:pt x="744568" y="330426"/>
                </a:lnTo>
                <a:lnTo>
                  <a:pt x="700236" y="405953"/>
                </a:lnTo>
                <a:lnTo>
                  <a:pt x="740268" y="405953"/>
                </a:lnTo>
                <a:lnTo>
                  <a:pt x="784761" y="33042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5468" y="6425216"/>
            <a:ext cx="209100" cy="1523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88" y="343870"/>
            <a:ext cx="3952858" cy="6886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9601" y="2250852"/>
            <a:ext cx="6975364" cy="291509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449590" y="1770161"/>
            <a:ext cx="1584334" cy="571747"/>
            <a:chOff x="8985932" y="2918771"/>
            <a:chExt cx="2613025" cy="9429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5932" y="2918771"/>
              <a:ext cx="1573682" cy="3394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28431" y="2918771"/>
              <a:ext cx="185939" cy="3394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21401" y="2918771"/>
              <a:ext cx="1077005" cy="3394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12878" y="3220755"/>
              <a:ext cx="360320" cy="3392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02532" y="3522279"/>
              <a:ext cx="1927867" cy="3392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3243" y="442865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459849" y="330136"/>
                </a:moveTo>
                <a:lnTo>
                  <a:pt x="419028" y="330136"/>
                </a:lnTo>
                <a:lnTo>
                  <a:pt x="419028" y="479870"/>
                </a:lnTo>
                <a:lnTo>
                  <a:pt x="558479" y="479870"/>
                </a:lnTo>
                <a:lnTo>
                  <a:pt x="558479" y="512393"/>
                </a:lnTo>
                <a:lnTo>
                  <a:pt x="596693" y="512393"/>
                </a:lnTo>
                <a:lnTo>
                  <a:pt x="596693" y="446647"/>
                </a:lnTo>
                <a:lnTo>
                  <a:pt x="459850" y="446647"/>
                </a:lnTo>
                <a:lnTo>
                  <a:pt x="459849" y="330136"/>
                </a:lnTo>
                <a:close/>
              </a:path>
              <a:path w="784859" h="512444">
                <a:moveTo>
                  <a:pt x="247903" y="400095"/>
                </a:moveTo>
                <a:lnTo>
                  <a:pt x="221081" y="417012"/>
                </a:lnTo>
                <a:lnTo>
                  <a:pt x="337101" y="480902"/>
                </a:lnTo>
                <a:lnTo>
                  <a:pt x="357675" y="468768"/>
                </a:lnTo>
                <a:lnTo>
                  <a:pt x="357675" y="445243"/>
                </a:lnTo>
                <a:lnTo>
                  <a:pt x="329950" y="445243"/>
                </a:lnTo>
                <a:lnTo>
                  <a:pt x="247903" y="400095"/>
                </a:lnTo>
                <a:close/>
              </a:path>
              <a:path w="784859" h="512444">
                <a:moveTo>
                  <a:pt x="576488" y="330136"/>
                </a:moveTo>
                <a:lnTo>
                  <a:pt x="535667" y="330136"/>
                </a:lnTo>
                <a:lnTo>
                  <a:pt x="535667" y="446647"/>
                </a:lnTo>
                <a:lnTo>
                  <a:pt x="576489" y="446647"/>
                </a:lnTo>
                <a:lnTo>
                  <a:pt x="576488" y="330136"/>
                </a:lnTo>
                <a:close/>
              </a:path>
              <a:path w="784859" h="512444">
                <a:moveTo>
                  <a:pt x="357675" y="316967"/>
                </a:moveTo>
                <a:lnTo>
                  <a:pt x="329950" y="316967"/>
                </a:lnTo>
                <a:lnTo>
                  <a:pt x="329950" y="445243"/>
                </a:lnTo>
                <a:lnTo>
                  <a:pt x="357675" y="445243"/>
                </a:lnTo>
                <a:lnTo>
                  <a:pt x="357675" y="316967"/>
                </a:lnTo>
                <a:close/>
              </a:path>
              <a:path w="784859" h="512444">
                <a:moveTo>
                  <a:pt x="163780" y="0"/>
                </a:moveTo>
                <a:lnTo>
                  <a:pt x="143206" y="12135"/>
                </a:lnTo>
                <a:lnTo>
                  <a:pt x="143206" y="181387"/>
                </a:lnTo>
                <a:lnTo>
                  <a:pt x="0" y="271902"/>
                </a:lnTo>
                <a:lnTo>
                  <a:pt x="0" y="295199"/>
                </a:lnTo>
                <a:lnTo>
                  <a:pt x="194724" y="402443"/>
                </a:lnTo>
                <a:lnTo>
                  <a:pt x="245713" y="370214"/>
                </a:lnTo>
                <a:lnTo>
                  <a:pt x="193649" y="370214"/>
                </a:lnTo>
                <a:lnTo>
                  <a:pt x="34622" y="282799"/>
                </a:lnTo>
                <a:lnTo>
                  <a:pt x="157499" y="205163"/>
                </a:lnTo>
                <a:lnTo>
                  <a:pt x="215154" y="205163"/>
                </a:lnTo>
                <a:lnTo>
                  <a:pt x="170966" y="180849"/>
                </a:lnTo>
                <a:lnTo>
                  <a:pt x="170965" y="35620"/>
                </a:lnTo>
                <a:lnTo>
                  <a:pt x="228489" y="35620"/>
                </a:lnTo>
                <a:lnTo>
                  <a:pt x="163780" y="0"/>
                </a:lnTo>
                <a:close/>
              </a:path>
              <a:path w="784859" h="512444">
                <a:moveTo>
                  <a:pt x="215154" y="205163"/>
                </a:moveTo>
                <a:lnTo>
                  <a:pt x="157499" y="205163"/>
                </a:lnTo>
                <a:lnTo>
                  <a:pt x="316440" y="292620"/>
                </a:lnTo>
                <a:lnTo>
                  <a:pt x="193606" y="370214"/>
                </a:lnTo>
                <a:lnTo>
                  <a:pt x="245713" y="370214"/>
                </a:lnTo>
                <a:lnTo>
                  <a:pt x="329950" y="316967"/>
                </a:lnTo>
                <a:lnTo>
                  <a:pt x="357675" y="316967"/>
                </a:lnTo>
                <a:lnTo>
                  <a:pt x="357675" y="299512"/>
                </a:lnTo>
                <a:lnTo>
                  <a:pt x="407082" y="268307"/>
                </a:lnTo>
                <a:lnTo>
                  <a:pt x="329915" y="268307"/>
                </a:lnTo>
                <a:lnTo>
                  <a:pt x="215154" y="205163"/>
                </a:lnTo>
                <a:close/>
              </a:path>
              <a:path w="784859" h="512444">
                <a:moveTo>
                  <a:pt x="228489" y="35620"/>
                </a:moveTo>
                <a:lnTo>
                  <a:pt x="170965" y="35620"/>
                </a:lnTo>
                <a:lnTo>
                  <a:pt x="329915" y="123111"/>
                </a:lnTo>
                <a:lnTo>
                  <a:pt x="329915" y="268307"/>
                </a:lnTo>
                <a:lnTo>
                  <a:pt x="407082" y="268307"/>
                </a:lnTo>
                <a:lnTo>
                  <a:pt x="409759" y="266616"/>
                </a:lnTo>
                <a:lnTo>
                  <a:pt x="357675" y="266616"/>
                </a:lnTo>
                <a:lnTo>
                  <a:pt x="357674" y="106731"/>
                </a:lnTo>
                <a:lnTo>
                  <a:pt x="228489" y="35620"/>
                </a:lnTo>
                <a:close/>
              </a:path>
              <a:path w="784859" h="512444">
                <a:moveTo>
                  <a:pt x="384074" y="121258"/>
                </a:moveTo>
                <a:lnTo>
                  <a:pt x="384074" y="152915"/>
                </a:lnTo>
                <a:lnTo>
                  <a:pt x="466217" y="198066"/>
                </a:lnTo>
                <a:lnTo>
                  <a:pt x="357675" y="266616"/>
                </a:lnTo>
                <a:lnTo>
                  <a:pt x="409759" y="266616"/>
                </a:lnTo>
                <a:lnTo>
                  <a:pt x="500920" y="209040"/>
                </a:lnTo>
                <a:lnTo>
                  <a:pt x="500920" y="185102"/>
                </a:lnTo>
                <a:lnTo>
                  <a:pt x="384074" y="121258"/>
                </a:lnTo>
                <a:close/>
              </a:path>
              <a:path w="784859" h="512444">
                <a:moveTo>
                  <a:pt x="650938" y="330426"/>
                </a:moveTo>
                <a:lnTo>
                  <a:pt x="605986" y="330426"/>
                </a:lnTo>
                <a:lnTo>
                  <a:pt x="678956" y="441982"/>
                </a:lnTo>
                <a:lnTo>
                  <a:pt x="656600" y="480159"/>
                </a:lnTo>
                <a:lnTo>
                  <a:pt x="696553" y="480159"/>
                </a:lnTo>
                <a:lnTo>
                  <a:pt x="740268" y="405953"/>
                </a:lnTo>
                <a:lnTo>
                  <a:pt x="700236" y="405953"/>
                </a:lnTo>
                <a:lnTo>
                  <a:pt x="650938" y="330426"/>
                </a:lnTo>
                <a:close/>
              </a:path>
              <a:path w="784859" h="512444">
                <a:moveTo>
                  <a:pt x="784761" y="330426"/>
                </a:moveTo>
                <a:lnTo>
                  <a:pt x="744568" y="330426"/>
                </a:lnTo>
                <a:lnTo>
                  <a:pt x="700236" y="405953"/>
                </a:lnTo>
                <a:lnTo>
                  <a:pt x="740268" y="405953"/>
                </a:lnTo>
                <a:lnTo>
                  <a:pt x="784761" y="33042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3945" y="6425216"/>
            <a:ext cx="211385" cy="1523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688" y="343870"/>
            <a:ext cx="3952858" cy="68862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490598" y="1886545"/>
            <a:ext cx="6094393" cy="2911479"/>
            <a:chOff x="9053566" y="3110720"/>
            <a:chExt cx="10051415" cy="48018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3566" y="3711674"/>
              <a:ext cx="10050793" cy="4200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64775" y="3110720"/>
              <a:ext cx="1310581" cy="28267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66054" y="3110720"/>
              <a:ext cx="155787" cy="2826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43948" y="3110720"/>
              <a:ext cx="894677" cy="2826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03477" y="3361990"/>
              <a:ext cx="299639" cy="28267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29865" y="3613260"/>
              <a:ext cx="1606137" cy="282678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624205" y="2027564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58" y="139954"/>
                </a:lnTo>
                <a:lnTo>
                  <a:pt x="0" y="139954"/>
                </a:lnTo>
                <a:lnTo>
                  <a:pt x="0" y="161086"/>
                </a:lnTo>
                <a:lnTo>
                  <a:pt x="362458" y="161086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8520" y="3446897"/>
            <a:ext cx="239864" cy="182882"/>
          </a:xfrm>
          <a:custGeom>
            <a:avLst/>
            <a:gdLst/>
            <a:ahLst/>
            <a:cxnLst/>
            <a:rect l="l" t="t" r="r" b="b"/>
            <a:pathLst>
              <a:path w="395605" h="301625">
                <a:moveTo>
                  <a:pt x="395401" y="143052"/>
                </a:moveTo>
                <a:lnTo>
                  <a:pt x="252666" y="0"/>
                </a:lnTo>
                <a:lnTo>
                  <a:pt x="247764" y="0"/>
                </a:lnTo>
                <a:lnTo>
                  <a:pt x="235305" y="12484"/>
                </a:lnTo>
                <a:lnTo>
                  <a:pt x="362458" y="139954"/>
                </a:lnTo>
                <a:lnTo>
                  <a:pt x="0" y="139954"/>
                </a:lnTo>
                <a:lnTo>
                  <a:pt x="0" y="161099"/>
                </a:lnTo>
                <a:lnTo>
                  <a:pt x="362445" y="161099"/>
                </a:lnTo>
                <a:lnTo>
                  <a:pt x="235305" y="288556"/>
                </a:lnTo>
                <a:lnTo>
                  <a:pt x="247764" y="301053"/>
                </a:lnTo>
                <a:lnTo>
                  <a:pt x="252666" y="301053"/>
                </a:lnTo>
                <a:lnTo>
                  <a:pt x="395401" y="158000"/>
                </a:lnTo>
                <a:lnTo>
                  <a:pt x="395401" y="143052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6807" y="3973942"/>
            <a:ext cx="54672" cy="247949"/>
            <a:chOff x="1889401" y="6553441"/>
            <a:chExt cx="90170" cy="40894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9401" y="6648614"/>
              <a:ext cx="90119" cy="896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89401" y="6872616"/>
              <a:ext cx="90119" cy="8959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06295" y="6553443"/>
              <a:ext cx="56515" cy="280035"/>
            </a:xfrm>
            <a:custGeom>
              <a:avLst/>
              <a:gdLst/>
              <a:ahLst/>
              <a:cxnLst/>
              <a:rect l="l" t="t" r="r" b="b"/>
              <a:pathLst>
                <a:path w="56514" h="280034">
                  <a:moveTo>
                    <a:pt x="56324" y="251980"/>
                  </a:moveTo>
                  <a:lnTo>
                    <a:pt x="54102" y="241084"/>
                  </a:lnTo>
                  <a:lnTo>
                    <a:pt x="48069" y="232181"/>
                  </a:lnTo>
                  <a:lnTo>
                    <a:pt x="39116" y="226187"/>
                  </a:lnTo>
                  <a:lnTo>
                    <a:pt x="28155" y="223989"/>
                  </a:lnTo>
                  <a:lnTo>
                    <a:pt x="17195" y="226187"/>
                  </a:lnTo>
                  <a:lnTo>
                    <a:pt x="8242" y="232181"/>
                  </a:lnTo>
                  <a:lnTo>
                    <a:pt x="2209" y="241084"/>
                  </a:lnTo>
                  <a:lnTo>
                    <a:pt x="0" y="251980"/>
                  </a:lnTo>
                  <a:lnTo>
                    <a:pt x="2209" y="262877"/>
                  </a:lnTo>
                  <a:lnTo>
                    <a:pt x="8242" y="271780"/>
                  </a:lnTo>
                  <a:lnTo>
                    <a:pt x="17195" y="277787"/>
                  </a:lnTo>
                  <a:lnTo>
                    <a:pt x="28155" y="279984"/>
                  </a:lnTo>
                  <a:lnTo>
                    <a:pt x="39116" y="277787"/>
                  </a:lnTo>
                  <a:lnTo>
                    <a:pt x="48069" y="271780"/>
                  </a:lnTo>
                  <a:lnTo>
                    <a:pt x="54102" y="262877"/>
                  </a:lnTo>
                  <a:lnTo>
                    <a:pt x="56324" y="251980"/>
                  </a:lnTo>
                  <a:close/>
                </a:path>
                <a:path w="56514" h="280034">
                  <a:moveTo>
                    <a:pt x="56324" y="27990"/>
                  </a:moveTo>
                  <a:lnTo>
                    <a:pt x="54102" y="17094"/>
                  </a:lnTo>
                  <a:lnTo>
                    <a:pt x="48069" y="8204"/>
                  </a:lnTo>
                  <a:lnTo>
                    <a:pt x="39116" y="2197"/>
                  </a:lnTo>
                  <a:lnTo>
                    <a:pt x="28155" y="0"/>
                  </a:lnTo>
                  <a:lnTo>
                    <a:pt x="17195" y="2197"/>
                  </a:lnTo>
                  <a:lnTo>
                    <a:pt x="8242" y="8204"/>
                  </a:lnTo>
                  <a:lnTo>
                    <a:pt x="2209" y="17094"/>
                  </a:lnTo>
                  <a:lnTo>
                    <a:pt x="0" y="27990"/>
                  </a:lnTo>
                  <a:lnTo>
                    <a:pt x="2209" y="38900"/>
                  </a:lnTo>
                  <a:lnTo>
                    <a:pt x="8242" y="47790"/>
                  </a:lnTo>
                  <a:lnTo>
                    <a:pt x="17195" y="53784"/>
                  </a:lnTo>
                  <a:lnTo>
                    <a:pt x="28155" y="55994"/>
                  </a:lnTo>
                  <a:lnTo>
                    <a:pt x="39116" y="53784"/>
                  </a:lnTo>
                  <a:lnTo>
                    <a:pt x="48069" y="47790"/>
                  </a:lnTo>
                  <a:lnTo>
                    <a:pt x="54102" y="38900"/>
                  </a:lnTo>
                  <a:lnTo>
                    <a:pt x="56324" y="27990"/>
                  </a:lnTo>
                  <a:close/>
                </a:path>
              </a:pathLst>
            </a:custGeom>
            <a:solidFill>
              <a:srgbClr val="FFCC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251648" y="4066964"/>
            <a:ext cx="54672" cy="169791"/>
            <a:chOff x="2062315" y="6706861"/>
            <a:chExt cx="90170" cy="280035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62315" y="6802058"/>
              <a:ext cx="90120" cy="895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79206" y="6706872"/>
              <a:ext cx="56515" cy="280035"/>
            </a:xfrm>
            <a:custGeom>
              <a:avLst/>
              <a:gdLst/>
              <a:ahLst/>
              <a:cxnLst/>
              <a:rect l="l" t="t" r="r" b="b"/>
              <a:pathLst>
                <a:path w="56514" h="280034">
                  <a:moveTo>
                    <a:pt x="56324" y="251980"/>
                  </a:moveTo>
                  <a:lnTo>
                    <a:pt x="54114" y="241084"/>
                  </a:lnTo>
                  <a:lnTo>
                    <a:pt x="48082" y="232181"/>
                  </a:lnTo>
                  <a:lnTo>
                    <a:pt x="39128" y="226187"/>
                  </a:lnTo>
                  <a:lnTo>
                    <a:pt x="28168" y="223989"/>
                  </a:lnTo>
                  <a:lnTo>
                    <a:pt x="17195" y="226187"/>
                  </a:lnTo>
                  <a:lnTo>
                    <a:pt x="8255" y="232181"/>
                  </a:lnTo>
                  <a:lnTo>
                    <a:pt x="2209" y="241084"/>
                  </a:lnTo>
                  <a:lnTo>
                    <a:pt x="0" y="251980"/>
                  </a:lnTo>
                  <a:lnTo>
                    <a:pt x="2209" y="262890"/>
                  </a:lnTo>
                  <a:lnTo>
                    <a:pt x="8255" y="271780"/>
                  </a:lnTo>
                  <a:lnTo>
                    <a:pt x="17195" y="277787"/>
                  </a:lnTo>
                  <a:lnTo>
                    <a:pt x="28168" y="279984"/>
                  </a:lnTo>
                  <a:lnTo>
                    <a:pt x="39128" y="277787"/>
                  </a:lnTo>
                  <a:lnTo>
                    <a:pt x="48082" y="271780"/>
                  </a:lnTo>
                  <a:lnTo>
                    <a:pt x="54114" y="262890"/>
                  </a:lnTo>
                  <a:lnTo>
                    <a:pt x="56324" y="251980"/>
                  </a:lnTo>
                  <a:close/>
                </a:path>
                <a:path w="56514" h="280034">
                  <a:moveTo>
                    <a:pt x="56324" y="27990"/>
                  </a:moveTo>
                  <a:lnTo>
                    <a:pt x="54114" y="17094"/>
                  </a:lnTo>
                  <a:lnTo>
                    <a:pt x="48082" y="8191"/>
                  </a:lnTo>
                  <a:lnTo>
                    <a:pt x="39128" y="2197"/>
                  </a:lnTo>
                  <a:lnTo>
                    <a:pt x="28168" y="0"/>
                  </a:lnTo>
                  <a:lnTo>
                    <a:pt x="17195" y="2197"/>
                  </a:lnTo>
                  <a:lnTo>
                    <a:pt x="8255" y="8191"/>
                  </a:lnTo>
                  <a:lnTo>
                    <a:pt x="2209" y="17094"/>
                  </a:lnTo>
                  <a:lnTo>
                    <a:pt x="0" y="27990"/>
                  </a:lnTo>
                  <a:lnTo>
                    <a:pt x="2209" y="38900"/>
                  </a:lnTo>
                  <a:lnTo>
                    <a:pt x="8255" y="47790"/>
                  </a:lnTo>
                  <a:lnTo>
                    <a:pt x="17195" y="53797"/>
                  </a:lnTo>
                  <a:lnTo>
                    <a:pt x="28168" y="55994"/>
                  </a:lnTo>
                  <a:lnTo>
                    <a:pt x="39128" y="53797"/>
                  </a:lnTo>
                  <a:lnTo>
                    <a:pt x="48082" y="47790"/>
                  </a:lnTo>
                  <a:lnTo>
                    <a:pt x="54114" y="38900"/>
                  </a:lnTo>
                  <a:lnTo>
                    <a:pt x="56324" y="27990"/>
                  </a:lnTo>
                  <a:close/>
                </a:path>
              </a:pathLst>
            </a:custGeom>
            <a:solidFill>
              <a:srgbClr val="FFCC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/>
          <p:nvPr/>
        </p:nvSpPr>
        <p:spPr>
          <a:xfrm>
            <a:off x="1261895" y="3999054"/>
            <a:ext cx="34266" cy="34266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28161" y="0"/>
                </a:moveTo>
                <a:lnTo>
                  <a:pt x="17199" y="2202"/>
                </a:lnTo>
                <a:lnTo>
                  <a:pt x="8248" y="8209"/>
                </a:lnTo>
                <a:lnTo>
                  <a:pt x="2213" y="17116"/>
                </a:lnTo>
                <a:lnTo>
                  <a:pt x="0" y="28022"/>
                </a:lnTo>
                <a:lnTo>
                  <a:pt x="2213" y="38909"/>
                </a:lnTo>
                <a:lnTo>
                  <a:pt x="8248" y="47808"/>
                </a:lnTo>
                <a:lnTo>
                  <a:pt x="17199" y="53811"/>
                </a:lnTo>
                <a:lnTo>
                  <a:pt x="28161" y="56013"/>
                </a:lnTo>
                <a:lnTo>
                  <a:pt x="39124" y="53811"/>
                </a:lnTo>
                <a:lnTo>
                  <a:pt x="48076" y="47808"/>
                </a:lnTo>
                <a:lnTo>
                  <a:pt x="54112" y="38909"/>
                </a:lnTo>
                <a:lnTo>
                  <a:pt x="56325" y="28022"/>
                </a:lnTo>
                <a:lnTo>
                  <a:pt x="54112" y="17116"/>
                </a:lnTo>
                <a:lnTo>
                  <a:pt x="48076" y="8209"/>
                </a:lnTo>
                <a:lnTo>
                  <a:pt x="39124" y="2202"/>
                </a:lnTo>
                <a:lnTo>
                  <a:pt x="28161" y="0"/>
                </a:lnTo>
                <a:close/>
              </a:path>
            </a:pathLst>
          </a:custGeom>
          <a:solidFill>
            <a:srgbClr val="FFCC3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56486" y="3973942"/>
            <a:ext cx="54672" cy="169791"/>
            <a:chOff x="2235223" y="6553441"/>
            <a:chExt cx="90170" cy="280035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35223" y="6648614"/>
              <a:ext cx="90126" cy="8960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52116" y="6553443"/>
              <a:ext cx="56515" cy="280035"/>
            </a:xfrm>
            <a:custGeom>
              <a:avLst/>
              <a:gdLst/>
              <a:ahLst/>
              <a:cxnLst/>
              <a:rect l="l" t="t" r="r" b="b"/>
              <a:pathLst>
                <a:path w="56514" h="280034">
                  <a:moveTo>
                    <a:pt x="56337" y="251980"/>
                  </a:moveTo>
                  <a:lnTo>
                    <a:pt x="54114" y="241084"/>
                  </a:lnTo>
                  <a:lnTo>
                    <a:pt x="48082" y="232181"/>
                  </a:lnTo>
                  <a:lnTo>
                    <a:pt x="39128" y="226187"/>
                  </a:lnTo>
                  <a:lnTo>
                    <a:pt x="28181" y="223989"/>
                  </a:lnTo>
                  <a:lnTo>
                    <a:pt x="17208" y="226187"/>
                  </a:lnTo>
                  <a:lnTo>
                    <a:pt x="8255" y="232181"/>
                  </a:lnTo>
                  <a:lnTo>
                    <a:pt x="2209" y="241084"/>
                  </a:lnTo>
                  <a:lnTo>
                    <a:pt x="0" y="251980"/>
                  </a:lnTo>
                  <a:lnTo>
                    <a:pt x="2209" y="262877"/>
                  </a:lnTo>
                  <a:lnTo>
                    <a:pt x="8255" y="271780"/>
                  </a:lnTo>
                  <a:lnTo>
                    <a:pt x="17208" y="277787"/>
                  </a:lnTo>
                  <a:lnTo>
                    <a:pt x="28181" y="279984"/>
                  </a:lnTo>
                  <a:lnTo>
                    <a:pt x="39128" y="277787"/>
                  </a:lnTo>
                  <a:lnTo>
                    <a:pt x="48082" y="271780"/>
                  </a:lnTo>
                  <a:lnTo>
                    <a:pt x="54114" y="262877"/>
                  </a:lnTo>
                  <a:lnTo>
                    <a:pt x="56337" y="251980"/>
                  </a:lnTo>
                  <a:close/>
                </a:path>
                <a:path w="56514" h="280034">
                  <a:moveTo>
                    <a:pt x="56337" y="27990"/>
                  </a:moveTo>
                  <a:lnTo>
                    <a:pt x="54114" y="17094"/>
                  </a:lnTo>
                  <a:lnTo>
                    <a:pt x="48082" y="8204"/>
                  </a:lnTo>
                  <a:lnTo>
                    <a:pt x="39128" y="2197"/>
                  </a:lnTo>
                  <a:lnTo>
                    <a:pt x="28181" y="0"/>
                  </a:lnTo>
                  <a:lnTo>
                    <a:pt x="17208" y="2197"/>
                  </a:lnTo>
                  <a:lnTo>
                    <a:pt x="8255" y="8204"/>
                  </a:lnTo>
                  <a:lnTo>
                    <a:pt x="2209" y="17094"/>
                  </a:lnTo>
                  <a:lnTo>
                    <a:pt x="0" y="27990"/>
                  </a:lnTo>
                  <a:lnTo>
                    <a:pt x="2209" y="38900"/>
                  </a:lnTo>
                  <a:lnTo>
                    <a:pt x="8255" y="47790"/>
                  </a:lnTo>
                  <a:lnTo>
                    <a:pt x="17208" y="53784"/>
                  </a:lnTo>
                  <a:lnTo>
                    <a:pt x="28181" y="55994"/>
                  </a:lnTo>
                  <a:lnTo>
                    <a:pt x="39128" y="53784"/>
                  </a:lnTo>
                  <a:lnTo>
                    <a:pt x="48082" y="47790"/>
                  </a:lnTo>
                  <a:lnTo>
                    <a:pt x="54114" y="38900"/>
                  </a:lnTo>
                  <a:lnTo>
                    <a:pt x="56337" y="27990"/>
                  </a:lnTo>
                  <a:close/>
                </a:path>
              </a:pathLst>
            </a:custGeom>
            <a:solidFill>
              <a:srgbClr val="FFCC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7" name="object 27"/>
          <p:cNvSpPr/>
          <p:nvPr/>
        </p:nvSpPr>
        <p:spPr>
          <a:xfrm>
            <a:off x="1366730" y="4177650"/>
            <a:ext cx="34266" cy="34266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28185" y="0"/>
                </a:moveTo>
                <a:lnTo>
                  <a:pt x="17216" y="2200"/>
                </a:lnTo>
                <a:lnTo>
                  <a:pt x="8257" y="8200"/>
                </a:lnTo>
                <a:lnTo>
                  <a:pt x="2215" y="17100"/>
                </a:lnTo>
                <a:lnTo>
                  <a:pt x="0" y="27997"/>
                </a:lnTo>
                <a:lnTo>
                  <a:pt x="2215" y="38896"/>
                </a:lnTo>
                <a:lnTo>
                  <a:pt x="8257" y="47796"/>
                </a:lnTo>
                <a:lnTo>
                  <a:pt x="17216" y="53798"/>
                </a:lnTo>
                <a:lnTo>
                  <a:pt x="28185" y="55998"/>
                </a:lnTo>
                <a:lnTo>
                  <a:pt x="39136" y="53798"/>
                </a:lnTo>
                <a:lnTo>
                  <a:pt x="48086" y="47796"/>
                </a:lnTo>
                <a:lnTo>
                  <a:pt x="54125" y="38896"/>
                </a:lnTo>
                <a:lnTo>
                  <a:pt x="56340" y="27997"/>
                </a:lnTo>
                <a:lnTo>
                  <a:pt x="54125" y="17100"/>
                </a:lnTo>
                <a:lnTo>
                  <a:pt x="48086" y="8200"/>
                </a:lnTo>
                <a:lnTo>
                  <a:pt x="39136" y="2200"/>
                </a:lnTo>
                <a:lnTo>
                  <a:pt x="28185" y="0"/>
                </a:lnTo>
                <a:close/>
              </a:path>
            </a:pathLst>
          </a:custGeom>
          <a:solidFill>
            <a:srgbClr val="FFCC3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77213" y="3995843"/>
            <a:ext cx="502444" cy="219073"/>
          </a:xfrm>
          <a:custGeom>
            <a:avLst/>
            <a:gdLst/>
            <a:ahLst/>
            <a:cxnLst/>
            <a:rect l="l" t="t" r="r" b="b"/>
            <a:pathLst>
              <a:path w="828675" h="361315">
                <a:moveTo>
                  <a:pt x="488899" y="7772"/>
                </a:moveTo>
                <a:lnTo>
                  <a:pt x="370586" y="7772"/>
                </a:lnTo>
                <a:lnTo>
                  <a:pt x="370586" y="29019"/>
                </a:lnTo>
                <a:lnTo>
                  <a:pt x="417995" y="35725"/>
                </a:lnTo>
                <a:lnTo>
                  <a:pt x="351815" y="275158"/>
                </a:lnTo>
                <a:lnTo>
                  <a:pt x="274154" y="35217"/>
                </a:lnTo>
                <a:lnTo>
                  <a:pt x="326809" y="29019"/>
                </a:lnTo>
                <a:lnTo>
                  <a:pt x="326809" y="7772"/>
                </a:lnTo>
                <a:lnTo>
                  <a:pt x="185026" y="7772"/>
                </a:lnTo>
                <a:lnTo>
                  <a:pt x="185026" y="29019"/>
                </a:lnTo>
                <a:lnTo>
                  <a:pt x="237159" y="35217"/>
                </a:lnTo>
                <a:lnTo>
                  <a:pt x="157937" y="273088"/>
                </a:lnTo>
                <a:lnTo>
                  <a:pt x="93814" y="34709"/>
                </a:lnTo>
                <a:lnTo>
                  <a:pt x="141770" y="29019"/>
                </a:lnTo>
                <a:lnTo>
                  <a:pt x="141770" y="7772"/>
                </a:lnTo>
                <a:lnTo>
                  <a:pt x="0" y="7772"/>
                </a:lnTo>
                <a:lnTo>
                  <a:pt x="0" y="29019"/>
                </a:lnTo>
                <a:lnTo>
                  <a:pt x="43256" y="34201"/>
                </a:lnTo>
                <a:lnTo>
                  <a:pt x="137071" y="358063"/>
                </a:lnTo>
                <a:lnTo>
                  <a:pt x="159473" y="358063"/>
                </a:lnTo>
                <a:lnTo>
                  <a:pt x="244424" y="89128"/>
                </a:lnTo>
                <a:lnTo>
                  <a:pt x="334619" y="358063"/>
                </a:lnTo>
                <a:lnTo>
                  <a:pt x="357022" y="358063"/>
                </a:lnTo>
                <a:lnTo>
                  <a:pt x="445122" y="35217"/>
                </a:lnTo>
                <a:lnTo>
                  <a:pt x="488899" y="29019"/>
                </a:lnTo>
                <a:lnTo>
                  <a:pt x="488899" y="7772"/>
                </a:lnTo>
                <a:close/>
              </a:path>
              <a:path w="828675" h="361315">
                <a:moveTo>
                  <a:pt x="828052" y="132130"/>
                </a:moveTo>
                <a:lnTo>
                  <a:pt x="722249" y="132130"/>
                </a:lnTo>
                <a:lnTo>
                  <a:pt x="722249" y="152857"/>
                </a:lnTo>
                <a:lnTo>
                  <a:pt x="763422" y="159600"/>
                </a:lnTo>
                <a:lnTo>
                  <a:pt x="755459" y="188849"/>
                </a:lnTo>
                <a:lnTo>
                  <a:pt x="755408" y="189026"/>
                </a:lnTo>
                <a:lnTo>
                  <a:pt x="745502" y="216281"/>
                </a:lnTo>
                <a:lnTo>
                  <a:pt x="733729" y="241871"/>
                </a:lnTo>
                <a:lnTo>
                  <a:pt x="720153" y="266344"/>
                </a:lnTo>
                <a:lnTo>
                  <a:pt x="691489" y="235737"/>
                </a:lnTo>
                <a:lnTo>
                  <a:pt x="691489" y="300545"/>
                </a:lnTo>
                <a:lnTo>
                  <a:pt x="675182" y="312267"/>
                </a:lnTo>
                <a:lnTo>
                  <a:pt x="656437" y="320890"/>
                </a:lnTo>
                <a:lnTo>
                  <a:pt x="635927" y="326199"/>
                </a:lnTo>
                <a:lnTo>
                  <a:pt x="614349" y="328015"/>
                </a:lnTo>
                <a:lnTo>
                  <a:pt x="580720" y="321589"/>
                </a:lnTo>
                <a:lnTo>
                  <a:pt x="556031" y="304622"/>
                </a:lnTo>
                <a:lnTo>
                  <a:pt x="540829" y="280568"/>
                </a:lnTo>
                <a:lnTo>
                  <a:pt x="535635" y="252869"/>
                </a:lnTo>
                <a:lnTo>
                  <a:pt x="537756" y="232689"/>
                </a:lnTo>
                <a:lnTo>
                  <a:pt x="545096" y="211937"/>
                </a:lnTo>
                <a:lnTo>
                  <a:pt x="559181" y="191947"/>
                </a:lnTo>
                <a:lnTo>
                  <a:pt x="581507" y="174104"/>
                </a:lnTo>
                <a:lnTo>
                  <a:pt x="594347" y="188849"/>
                </a:lnTo>
                <a:lnTo>
                  <a:pt x="607580" y="204228"/>
                </a:lnTo>
                <a:lnTo>
                  <a:pt x="621969" y="221259"/>
                </a:lnTo>
                <a:lnTo>
                  <a:pt x="638327" y="240957"/>
                </a:lnTo>
                <a:lnTo>
                  <a:pt x="691489" y="300545"/>
                </a:lnTo>
                <a:lnTo>
                  <a:pt x="691489" y="235737"/>
                </a:lnTo>
                <a:lnTo>
                  <a:pt x="675525" y="218681"/>
                </a:lnTo>
                <a:lnTo>
                  <a:pt x="647547" y="188328"/>
                </a:lnTo>
                <a:lnTo>
                  <a:pt x="636638" y="176301"/>
                </a:lnTo>
                <a:lnTo>
                  <a:pt x="634657" y="174104"/>
                </a:lnTo>
                <a:lnTo>
                  <a:pt x="627087" y="165646"/>
                </a:lnTo>
                <a:lnTo>
                  <a:pt x="618528" y="155968"/>
                </a:lnTo>
                <a:lnTo>
                  <a:pt x="641489" y="141973"/>
                </a:lnTo>
                <a:lnTo>
                  <a:pt x="653008" y="134962"/>
                </a:lnTo>
                <a:lnTo>
                  <a:pt x="677037" y="113868"/>
                </a:lnTo>
                <a:lnTo>
                  <a:pt x="691095" y="91401"/>
                </a:lnTo>
                <a:lnTo>
                  <a:pt x="695579" y="66827"/>
                </a:lnTo>
                <a:lnTo>
                  <a:pt x="695667" y="66306"/>
                </a:lnTo>
                <a:lnTo>
                  <a:pt x="690537" y="39560"/>
                </a:lnTo>
                <a:lnTo>
                  <a:pt x="675398" y="18580"/>
                </a:lnTo>
                <a:lnTo>
                  <a:pt x="674560" y="18122"/>
                </a:lnTo>
                <a:lnTo>
                  <a:pt x="661276" y="10807"/>
                </a:lnTo>
                <a:lnTo>
                  <a:pt x="661276" y="66827"/>
                </a:lnTo>
                <a:lnTo>
                  <a:pt x="657186" y="88112"/>
                </a:lnTo>
                <a:lnTo>
                  <a:pt x="645769" y="107315"/>
                </a:lnTo>
                <a:lnTo>
                  <a:pt x="628281" y="125056"/>
                </a:lnTo>
                <a:lnTo>
                  <a:pt x="606031" y="141973"/>
                </a:lnTo>
                <a:lnTo>
                  <a:pt x="601332" y="136791"/>
                </a:lnTo>
                <a:lnTo>
                  <a:pt x="572985" y="93649"/>
                </a:lnTo>
                <a:lnTo>
                  <a:pt x="568490" y="66306"/>
                </a:lnTo>
                <a:lnTo>
                  <a:pt x="572160" y="47205"/>
                </a:lnTo>
                <a:lnTo>
                  <a:pt x="615924" y="18122"/>
                </a:lnTo>
                <a:lnTo>
                  <a:pt x="657783" y="46545"/>
                </a:lnTo>
                <a:lnTo>
                  <a:pt x="661276" y="66827"/>
                </a:lnTo>
                <a:lnTo>
                  <a:pt x="661276" y="10807"/>
                </a:lnTo>
                <a:lnTo>
                  <a:pt x="650582" y="4902"/>
                </a:lnTo>
                <a:lnTo>
                  <a:pt x="616445" y="0"/>
                </a:lnTo>
                <a:lnTo>
                  <a:pt x="582422" y="5080"/>
                </a:lnTo>
                <a:lnTo>
                  <a:pt x="555332" y="19685"/>
                </a:lnTo>
                <a:lnTo>
                  <a:pt x="537438" y="42837"/>
                </a:lnTo>
                <a:lnTo>
                  <a:pt x="530974" y="73571"/>
                </a:lnTo>
                <a:lnTo>
                  <a:pt x="532892" y="93649"/>
                </a:lnTo>
                <a:lnTo>
                  <a:pt x="532930" y="94043"/>
                </a:lnTo>
                <a:lnTo>
                  <a:pt x="539178" y="114515"/>
                </a:lnTo>
                <a:lnTo>
                  <a:pt x="550316" y="135369"/>
                </a:lnTo>
                <a:lnTo>
                  <a:pt x="566915" y="157010"/>
                </a:lnTo>
                <a:lnTo>
                  <a:pt x="567461" y="158038"/>
                </a:lnTo>
                <a:lnTo>
                  <a:pt x="568490" y="158559"/>
                </a:lnTo>
                <a:lnTo>
                  <a:pt x="568998" y="159600"/>
                </a:lnTo>
                <a:lnTo>
                  <a:pt x="534720" y="180733"/>
                </a:lnTo>
                <a:lnTo>
                  <a:pt x="510120" y="205460"/>
                </a:lnTo>
                <a:lnTo>
                  <a:pt x="495287" y="234073"/>
                </a:lnTo>
                <a:lnTo>
                  <a:pt x="490397" y="266344"/>
                </a:lnTo>
                <a:lnTo>
                  <a:pt x="490321" y="266865"/>
                </a:lnTo>
                <a:lnTo>
                  <a:pt x="498335" y="303682"/>
                </a:lnTo>
                <a:lnTo>
                  <a:pt x="520865" y="333641"/>
                </a:lnTo>
                <a:lnTo>
                  <a:pt x="555612" y="353796"/>
                </a:lnTo>
                <a:lnTo>
                  <a:pt x="600278" y="361175"/>
                </a:lnTo>
                <a:lnTo>
                  <a:pt x="634771" y="357797"/>
                </a:lnTo>
                <a:lnTo>
                  <a:pt x="663562" y="348500"/>
                </a:lnTo>
                <a:lnTo>
                  <a:pt x="687349" y="334505"/>
                </a:lnTo>
                <a:lnTo>
                  <a:pt x="694537" y="328015"/>
                </a:lnTo>
                <a:lnTo>
                  <a:pt x="706602" y="317131"/>
                </a:lnTo>
                <a:lnTo>
                  <a:pt x="710996" y="322110"/>
                </a:lnTo>
                <a:lnTo>
                  <a:pt x="720166" y="332066"/>
                </a:lnTo>
                <a:lnTo>
                  <a:pt x="724852" y="337337"/>
                </a:lnTo>
                <a:lnTo>
                  <a:pt x="737755" y="348500"/>
                </a:lnTo>
                <a:lnTo>
                  <a:pt x="751433" y="355866"/>
                </a:lnTo>
                <a:lnTo>
                  <a:pt x="767130" y="359943"/>
                </a:lnTo>
                <a:lnTo>
                  <a:pt x="785825" y="361175"/>
                </a:lnTo>
                <a:lnTo>
                  <a:pt x="795540" y="360870"/>
                </a:lnTo>
                <a:lnTo>
                  <a:pt x="804849" y="359943"/>
                </a:lnTo>
                <a:lnTo>
                  <a:pt x="814565" y="358330"/>
                </a:lnTo>
                <a:lnTo>
                  <a:pt x="825449" y="355993"/>
                </a:lnTo>
                <a:lnTo>
                  <a:pt x="827417" y="334505"/>
                </a:lnTo>
                <a:lnTo>
                  <a:pt x="827544" y="333197"/>
                </a:lnTo>
                <a:lnTo>
                  <a:pt x="776986" y="326453"/>
                </a:lnTo>
                <a:lnTo>
                  <a:pt x="768019" y="317131"/>
                </a:lnTo>
                <a:lnTo>
                  <a:pt x="765314" y="314312"/>
                </a:lnTo>
                <a:lnTo>
                  <a:pt x="744131" y="291769"/>
                </a:lnTo>
                <a:lnTo>
                  <a:pt x="734237" y="281368"/>
                </a:lnTo>
                <a:lnTo>
                  <a:pt x="765822" y="225018"/>
                </a:lnTo>
                <a:lnTo>
                  <a:pt x="788428" y="160108"/>
                </a:lnTo>
                <a:lnTo>
                  <a:pt x="828052" y="152857"/>
                </a:lnTo>
                <a:lnTo>
                  <a:pt x="828052" y="132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07316" y="4000549"/>
            <a:ext cx="171331" cy="210218"/>
          </a:xfrm>
          <a:custGeom>
            <a:avLst/>
            <a:gdLst/>
            <a:ahLst/>
            <a:cxnLst/>
            <a:rect l="l" t="t" r="r" b="b"/>
            <a:pathLst>
              <a:path w="282575" h="346709">
                <a:moveTo>
                  <a:pt x="151159" y="0"/>
                </a:moveTo>
                <a:lnTo>
                  <a:pt x="0" y="0"/>
                </a:lnTo>
                <a:lnTo>
                  <a:pt x="0" y="21249"/>
                </a:lnTo>
                <a:lnTo>
                  <a:pt x="47954" y="26938"/>
                </a:lnTo>
                <a:lnTo>
                  <a:pt x="48513" y="57439"/>
                </a:lnTo>
                <a:lnTo>
                  <a:pt x="48567" y="60367"/>
                </a:lnTo>
                <a:lnTo>
                  <a:pt x="48793" y="84457"/>
                </a:lnTo>
                <a:lnTo>
                  <a:pt x="48869" y="254689"/>
                </a:lnTo>
                <a:lnTo>
                  <a:pt x="48611" y="282089"/>
                </a:lnTo>
                <a:lnTo>
                  <a:pt x="48525" y="289037"/>
                </a:lnTo>
                <a:lnTo>
                  <a:pt x="48006" y="316938"/>
                </a:lnTo>
                <a:lnTo>
                  <a:pt x="47954" y="319722"/>
                </a:lnTo>
                <a:lnTo>
                  <a:pt x="0" y="325425"/>
                </a:lnTo>
                <a:lnTo>
                  <a:pt x="0" y="346669"/>
                </a:lnTo>
                <a:lnTo>
                  <a:pt x="143348" y="346669"/>
                </a:lnTo>
                <a:lnTo>
                  <a:pt x="207305" y="338483"/>
                </a:lnTo>
                <a:lnTo>
                  <a:pt x="239684" y="322316"/>
                </a:lnTo>
                <a:lnTo>
                  <a:pt x="99572" y="322316"/>
                </a:lnTo>
                <a:lnTo>
                  <a:pt x="98959" y="289037"/>
                </a:lnTo>
                <a:lnTo>
                  <a:pt x="98644" y="254689"/>
                </a:lnTo>
                <a:lnTo>
                  <a:pt x="98520" y="197038"/>
                </a:lnTo>
                <a:lnTo>
                  <a:pt x="98512" y="179289"/>
                </a:lnTo>
                <a:lnTo>
                  <a:pt x="230789" y="179289"/>
                </a:lnTo>
                <a:lnTo>
                  <a:pt x="228634" y="177946"/>
                </a:lnTo>
                <a:lnTo>
                  <a:pt x="184007" y="166335"/>
                </a:lnTo>
                <a:lnTo>
                  <a:pt x="215862" y="155454"/>
                </a:lnTo>
                <a:lnTo>
                  <a:pt x="98512" y="155454"/>
                </a:lnTo>
                <a:lnTo>
                  <a:pt x="98635" y="93791"/>
                </a:lnTo>
                <a:lnTo>
                  <a:pt x="98932" y="60367"/>
                </a:lnTo>
                <a:lnTo>
                  <a:pt x="98959" y="57439"/>
                </a:lnTo>
                <a:lnTo>
                  <a:pt x="99509" y="27246"/>
                </a:lnTo>
                <a:lnTo>
                  <a:pt x="99572" y="23838"/>
                </a:lnTo>
                <a:lnTo>
                  <a:pt x="235266" y="23838"/>
                </a:lnTo>
                <a:lnTo>
                  <a:pt x="199475" y="6276"/>
                </a:lnTo>
                <a:lnTo>
                  <a:pt x="151159" y="0"/>
                </a:lnTo>
                <a:close/>
              </a:path>
              <a:path w="282575" h="346709">
                <a:moveTo>
                  <a:pt x="230789" y="179289"/>
                </a:moveTo>
                <a:lnTo>
                  <a:pt x="127182" y="179289"/>
                </a:lnTo>
                <a:lnTo>
                  <a:pt x="173654" y="183848"/>
                </a:lnTo>
                <a:lnTo>
                  <a:pt x="205759" y="197492"/>
                </a:lnTo>
                <a:lnTo>
                  <a:pt x="224376" y="220172"/>
                </a:lnTo>
                <a:lnTo>
                  <a:pt x="230387" y="251840"/>
                </a:lnTo>
                <a:lnTo>
                  <a:pt x="224297" y="282089"/>
                </a:lnTo>
                <a:lnTo>
                  <a:pt x="205895" y="304178"/>
                </a:lnTo>
                <a:lnTo>
                  <a:pt x="174982" y="317717"/>
                </a:lnTo>
                <a:lnTo>
                  <a:pt x="131360" y="322316"/>
                </a:lnTo>
                <a:lnTo>
                  <a:pt x="239684" y="322316"/>
                </a:lnTo>
                <a:lnTo>
                  <a:pt x="250455" y="316938"/>
                </a:lnTo>
                <a:lnTo>
                  <a:pt x="274844" y="286551"/>
                </a:lnTo>
                <a:lnTo>
                  <a:pt x="282519" y="251840"/>
                </a:lnTo>
                <a:lnTo>
                  <a:pt x="276871" y="222156"/>
                </a:lnTo>
                <a:lnTo>
                  <a:pt x="259249" y="197038"/>
                </a:lnTo>
                <a:lnTo>
                  <a:pt x="230789" y="179289"/>
                </a:lnTo>
                <a:close/>
              </a:path>
              <a:path w="282575" h="346709">
                <a:moveTo>
                  <a:pt x="235189" y="23838"/>
                </a:moveTo>
                <a:lnTo>
                  <a:pt x="135537" y="23838"/>
                </a:lnTo>
                <a:lnTo>
                  <a:pt x="170505" y="27246"/>
                </a:lnTo>
                <a:lnTo>
                  <a:pt x="195602" y="38281"/>
                </a:lnTo>
                <a:lnTo>
                  <a:pt x="210730" y="58160"/>
                </a:lnTo>
                <a:lnTo>
                  <a:pt x="215795" y="88099"/>
                </a:lnTo>
                <a:lnTo>
                  <a:pt x="210575" y="118512"/>
                </a:lnTo>
                <a:lnTo>
                  <a:pt x="194360" y="139455"/>
                </a:lnTo>
                <a:lnTo>
                  <a:pt x="166316" y="151559"/>
                </a:lnTo>
                <a:lnTo>
                  <a:pt x="125607" y="155454"/>
                </a:lnTo>
                <a:lnTo>
                  <a:pt x="215862" y="155454"/>
                </a:lnTo>
                <a:lnTo>
                  <a:pt x="221034" y="153687"/>
                </a:lnTo>
                <a:lnTo>
                  <a:pt x="246088" y="134725"/>
                </a:lnTo>
                <a:lnTo>
                  <a:pt x="260293" y="111097"/>
                </a:lnTo>
                <a:lnTo>
                  <a:pt x="264778" y="84457"/>
                </a:lnTo>
                <a:lnTo>
                  <a:pt x="257213" y="50499"/>
                </a:lnTo>
                <a:lnTo>
                  <a:pt x="235189" y="23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51006" y="2853771"/>
            <a:ext cx="189812" cy="127825"/>
          </a:xfrm>
          <a:custGeom>
            <a:avLst/>
            <a:gdLst/>
            <a:ahLst/>
            <a:cxnLst/>
            <a:rect l="l" t="t" r="r" b="b"/>
            <a:pathLst>
              <a:path w="313055" h="210820">
                <a:moveTo>
                  <a:pt x="239086" y="0"/>
                </a:moveTo>
                <a:lnTo>
                  <a:pt x="219454" y="1864"/>
                </a:lnTo>
                <a:lnTo>
                  <a:pt x="201300" y="7982"/>
                </a:lnTo>
                <a:lnTo>
                  <a:pt x="185142" y="19140"/>
                </a:lnTo>
                <a:lnTo>
                  <a:pt x="171497" y="36122"/>
                </a:lnTo>
                <a:lnTo>
                  <a:pt x="160891" y="20380"/>
                </a:lnTo>
                <a:lnTo>
                  <a:pt x="146364" y="9085"/>
                </a:lnTo>
                <a:lnTo>
                  <a:pt x="128793" y="2278"/>
                </a:lnTo>
                <a:lnTo>
                  <a:pt x="109057" y="0"/>
                </a:lnTo>
                <a:lnTo>
                  <a:pt x="91206" y="2035"/>
                </a:lnTo>
                <a:lnTo>
                  <a:pt x="73949" y="8087"/>
                </a:lnTo>
                <a:lnTo>
                  <a:pt x="58854" y="18075"/>
                </a:lnTo>
                <a:lnTo>
                  <a:pt x="47484" y="31920"/>
                </a:lnTo>
                <a:lnTo>
                  <a:pt x="47484" y="6022"/>
                </a:lnTo>
                <a:lnTo>
                  <a:pt x="0" y="6022"/>
                </a:lnTo>
                <a:lnTo>
                  <a:pt x="0" y="210435"/>
                </a:lnTo>
                <a:lnTo>
                  <a:pt x="49151" y="210534"/>
                </a:lnTo>
                <a:lnTo>
                  <a:pt x="49151" y="89158"/>
                </a:lnTo>
                <a:lnTo>
                  <a:pt x="52175" y="71091"/>
                </a:lnTo>
                <a:lnTo>
                  <a:pt x="60814" y="56723"/>
                </a:lnTo>
                <a:lnTo>
                  <a:pt x="74422" y="47236"/>
                </a:lnTo>
                <a:lnTo>
                  <a:pt x="92352" y="43811"/>
                </a:lnTo>
                <a:lnTo>
                  <a:pt x="110547" y="47048"/>
                </a:lnTo>
                <a:lnTo>
                  <a:pt x="123061" y="55931"/>
                </a:lnTo>
                <a:lnTo>
                  <a:pt x="130283" y="69222"/>
                </a:lnTo>
                <a:lnTo>
                  <a:pt x="132604" y="85681"/>
                </a:lnTo>
                <a:lnTo>
                  <a:pt x="132604" y="210403"/>
                </a:lnTo>
                <a:lnTo>
                  <a:pt x="181338" y="210403"/>
                </a:lnTo>
                <a:lnTo>
                  <a:pt x="181338" y="89027"/>
                </a:lnTo>
                <a:lnTo>
                  <a:pt x="184419" y="71311"/>
                </a:lnTo>
                <a:lnTo>
                  <a:pt x="193156" y="56904"/>
                </a:lnTo>
                <a:lnTo>
                  <a:pt x="206784" y="47222"/>
                </a:lnTo>
                <a:lnTo>
                  <a:pt x="224543" y="43679"/>
                </a:lnTo>
                <a:lnTo>
                  <a:pt x="242562" y="46876"/>
                </a:lnTo>
                <a:lnTo>
                  <a:pt x="255085" y="55705"/>
                </a:lnTo>
                <a:lnTo>
                  <a:pt x="262392" y="69021"/>
                </a:lnTo>
                <a:lnTo>
                  <a:pt x="264766" y="85681"/>
                </a:lnTo>
                <a:lnTo>
                  <a:pt x="264766" y="210435"/>
                </a:lnTo>
                <a:lnTo>
                  <a:pt x="312663" y="210435"/>
                </a:lnTo>
                <a:lnTo>
                  <a:pt x="312663" y="77717"/>
                </a:lnTo>
                <a:lnTo>
                  <a:pt x="306463" y="42713"/>
                </a:lnTo>
                <a:lnTo>
                  <a:pt x="289999" y="18538"/>
                </a:lnTo>
                <a:lnTo>
                  <a:pt x="266473" y="4523"/>
                </a:lnTo>
                <a:lnTo>
                  <a:pt x="239086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377383" y="2735218"/>
            <a:ext cx="657219" cy="316867"/>
            <a:chOff x="2269687" y="4510428"/>
            <a:chExt cx="1083945" cy="522605"/>
          </a:xfrm>
        </p:grpSpPr>
        <p:sp>
          <p:nvSpPr>
            <p:cNvPr id="32" name="object 32"/>
            <p:cNvSpPr/>
            <p:nvPr/>
          </p:nvSpPr>
          <p:spPr>
            <a:xfrm>
              <a:off x="2269687" y="4612289"/>
              <a:ext cx="50165" cy="304165"/>
            </a:xfrm>
            <a:custGeom>
              <a:avLst/>
              <a:gdLst/>
              <a:ahLst/>
              <a:cxnLst/>
              <a:rect l="l" t="t" r="r" b="b"/>
              <a:pathLst>
                <a:path w="50164" h="304164">
                  <a:moveTo>
                    <a:pt x="49639" y="0"/>
                  </a:moveTo>
                  <a:lnTo>
                    <a:pt x="0" y="0"/>
                  </a:lnTo>
                  <a:lnTo>
                    <a:pt x="0" y="304103"/>
                  </a:lnTo>
                  <a:lnTo>
                    <a:pt x="49639" y="304103"/>
                  </a:lnTo>
                  <a:lnTo>
                    <a:pt x="4963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2299385" y="4510432"/>
              <a:ext cx="380365" cy="522605"/>
            </a:xfrm>
            <a:custGeom>
              <a:avLst/>
              <a:gdLst/>
              <a:ahLst/>
              <a:cxnLst/>
              <a:rect l="l" t="t" r="r" b="b"/>
              <a:pathLst>
                <a:path w="380364" h="522604">
                  <a:moveTo>
                    <a:pt x="299656" y="4991"/>
                  </a:moveTo>
                  <a:lnTo>
                    <a:pt x="283019" y="1320"/>
                  </a:lnTo>
                  <a:lnTo>
                    <a:pt x="258787" y="0"/>
                  </a:lnTo>
                  <a:lnTo>
                    <a:pt x="242531" y="1092"/>
                  </a:lnTo>
                  <a:lnTo>
                    <a:pt x="198094" y="19532"/>
                  </a:lnTo>
                  <a:lnTo>
                    <a:pt x="165862" y="63868"/>
                  </a:lnTo>
                  <a:lnTo>
                    <a:pt x="145923" y="151155"/>
                  </a:lnTo>
                  <a:lnTo>
                    <a:pt x="78447" y="151155"/>
                  </a:lnTo>
                  <a:lnTo>
                    <a:pt x="72936" y="192227"/>
                  </a:lnTo>
                  <a:lnTo>
                    <a:pt x="137579" y="192227"/>
                  </a:lnTo>
                  <a:lnTo>
                    <a:pt x="90995" y="420293"/>
                  </a:lnTo>
                  <a:lnTo>
                    <a:pt x="85013" y="440093"/>
                  </a:lnTo>
                  <a:lnTo>
                    <a:pt x="73634" y="458406"/>
                  </a:lnTo>
                  <a:lnTo>
                    <a:pt x="55168" y="471868"/>
                  </a:lnTo>
                  <a:lnTo>
                    <a:pt x="27889" y="477100"/>
                  </a:lnTo>
                  <a:lnTo>
                    <a:pt x="18135" y="477100"/>
                  </a:lnTo>
                  <a:lnTo>
                    <a:pt x="21678" y="476377"/>
                  </a:lnTo>
                  <a:lnTo>
                    <a:pt x="12852" y="474967"/>
                  </a:lnTo>
                  <a:lnTo>
                    <a:pt x="0" y="517258"/>
                  </a:lnTo>
                  <a:lnTo>
                    <a:pt x="17437" y="520928"/>
                  </a:lnTo>
                  <a:lnTo>
                    <a:pt x="42481" y="522300"/>
                  </a:lnTo>
                  <a:lnTo>
                    <a:pt x="72847" y="517918"/>
                  </a:lnTo>
                  <a:lnTo>
                    <a:pt x="101993" y="503656"/>
                  </a:lnTo>
                  <a:lnTo>
                    <a:pt x="126022" y="477850"/>
                  </a:lnTo>
                  <a:lnTo>
                    <a:pt x="141033" y="438861"/>
                  </a:lnTo>
                  <a:lnTo>
                    <a:pt x="191782" y="192189"/>
                  </a:lnTo>
                  <a:lnTo>
                    <a:pt x="267233" y="192189"/>
                  </a:lnTo>
                  <a:lnTo>
                    <a:pt x="276440" y="151155"/>
                  </a:lnTo>
                  <a:lnTo>
                    <a:pt x="200228" y="151155"/>
                  </a:lnTo>
                  <a:lnTo>
                    <a:pt x="210477" y="102133"/>
                  </a:lnTo>
                  <a:lnTo>
                    <a:pt x="218909" y="77114"/>
                  </a:lnTo>
                  <a:lnTo>
                    <a:pt x="232384" y="59182"/>
                  </a:lnTo>
                  <a:lnTo>
                    <a:pt x="250825" y="48387"/>
                  </a:lnTo>
                  <a:lnTo>
                    <a:pt x="274205" y="44780"/>
                  </a:lnTo>
                  <a:lnTo>
                    <a:pt x="283159" y="44780"/>
                  </a:lnTo>
                  <a:lnTo>
                    <a:pt x="280657" y="45529"/>
                  </a:lnTo>
                  <a:lnTo>
                    <a:pt x="288632" y="47015"/>
                  </a:lnTo>
                  <a:lnTo>
                    <a:pt x="299656" y="4991"/>
                  </a:lnTo>
                  <a:close/>
                </a:path>
                <a:path w="380364" h="522604">
                  <a:moveTo>
                    <a:pt x="379933" y="97472"/>
                  </a:moveTo>
                  <a:lnTo>
                    <a:pt x="330314" y="97472"/>
                  </a:lnTo>
                  <a:lnTo>
                    <a:pt x="262305" y="404304"/>
                  </a:lnTo>
                  <a:lnTo>
                    <a:pt x="311912" y="404304"/>
                  </a:lnTo>
                  <a:lnTo>
                    <a:pt x="379933" y="97472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91036" y="4706394"/>
              <a:ext cx="212395" cy="20786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43060" y="4711854"/>
              <a:ext cx="410845" cy="205104"/>
            </a:xfrm>
            <a:custGeom>
              <a:avLst/>
              <a:gdLst/>
              <a:ahLst/>
              <a:cxnLst/>
              <a:rect l="l" t="t" r="r" b="b"/>
              <a:pathLst>
                <a:path w="410845" h="205104">
                  <a:moveTo>
                    <a:pt x="331736" y="736"/>
                  </a:moveTo>
                  <a:lnTo>
                    <a:pt x="282143" y="0"/>
                  </a:lnTo>
                  <a:lnTo>
                    <a:pt x="214109" y="139687"/>
                  </a:lnTo>
                  <a:lnTo>
                    <a:pt x="193903" y="736"/>
                  </a:lnTo>
                  <a:lnTo>
                    <a:pt x="142405" y="0"/>
                  </a:lnTo>
                  <a:lnTo>
                    <a:pt x="65214" y="139687"/>
                  </a:lnTo>
                  <a:lnTo>
                    <a:pt x="54203" y="0"/>
                  </a:lnTo>
                  <a:lnTo>
                    <a:pt x="0" y="0"/>
                  </a:lnTo>
                  <a:lnTo>
                    <a:pt x="24803" y="204660"/>
                  </a:lnTo>
                  <a:lnTo>
                    <a:pt x="76276" y="204660"/>
                  </a:lnTo>
                  <a:lnTo>
                    <a:pt x="155244" y="58470"/>
                  </a:lnTo>
                  <a:lnTo>
                    <a:pt x="179158" y="204660"/>
                  </a:lnTo>
                  <a:lnTo>
                    <a:pt x="228752" y="204660"/>
                  </a:lnTo>
                  <a:lnTo>
                    <a:pt x="331736" y="736"/>
                  </a:lnTo>
                  <a:close/>
                </a:path>
                <a:path w="410845" h="205104">
                  <a:moveTo>
                    <a:pt x="376085" y="127"/>
                  </a:moveTo>
                  <a:lnTo>
                    <a:pt x="351396" y="127"/>
                  </a:lnTo>
                  <a:lnTo>
                    <a:pt x="351396" y="3632"/>
                  </a:lnTo>
                  <a:lnTo>
                    <a:pt x="361670" y="3632"/>
                  </a:lnTo>
                  <a:lnTo>
                    <a:pt x="361670" y="33223"/>
                  </a:lnTo>
                  <a:lnTo>
                    <a:pt x="365798" y="33223"/>
                  </a:lnTo>
                  <a:lnTo>
                    <a:pt x="365798" y="3708"/>
                  </a:lnTo>
                  <a:lnTo>
                    <a:pt x="376085" y="3708"/>
                  </a:lnTo>
                  <a:lnTo>
                    <a:pt x="376085" y="127"/>
                  </a:lnTo>
                  <a:close/>
                </a:path>
                <a:path w="410845" h="205104">
                  <a:moveTo>
                    <a:pt x="410375" y="127"/>
                  </a:moveTo>
                  <a:lnTo>
                    <a:pt x="405231" y="127"/>
                  </a:lnTo>
                  <a:lnTo>
                    <a:pt x="398868" y="17754"/>
                  </a:lnTo>
                  <a:lnTo>
                    <a:pt x="396519" y="24663"/>
                  </a:lnTo>
                  <a:lnTo>
                    <a:pt x="396290" y="24663"/>
                  </a:lnTo>
                  <a:lnTo>
                    <a:pt x="393954" y="17754"/>
                  </a:lnTo>
                  <a:lnTo>
                    <a:pt x="387477" y="127"/>
                  </a:lnTo>
                  <a:lnTo>
                    <a:pt x="382333" y="127"/>
                  </a:lnTo>
                  <a:lnTo>
                    <a:pt x="382447" y="33261"/>
                  </a:lnTo>
                  <a:lnTo>
                    <a:pt x="386359" y="33261"/>
                  </a:lnTo>
                  <a:lnTo>
                    <a:pt x="386359" y="12103"/>
                  </a:lnTo>
                  <a:lnTo>
                    <a:pt x="385800" y="5168"/>
                  </a:lnTo>
                  <a:lnTo>
                    <a:pt x="386016" y="5168"/>
                  </a:lnTo>
                  <a:lnTo>
                    <a:pt x="388594" y="12725"/>
                  </a:lnTo>
                  <a:lnTo>
                    <a:pt x="394957" y="29857"/>
                  </a:lnTo>
                  <a:lnTo>
                    <a:pt x="397751" y="29857"/>
                  </a:lnTo>
                  <a:lnTo>
                    <a:pt x="404114" y="12700"/>
                  </a:lnTo>
                  <a:lnTo>
                    <a:pt x="406679" y="5143"/>
                  </a:lnTo>
                  <a:lnTo>
                    <a:pt x="406908" y="5143"/>
                  </a:lnTo>
                  <a:lnTo>
                    <a:pt x="406349" y="12065"/>
                  </a:lnTo>
                  <a:lnTo>
                    <a:pt x="406349" y="33223"/>
                  </a:lnTo>
                  <a:lnTo>
                    <a:pt x="410375" y="33223"/>
                  </a:lnTo>
                  <a:lnTo>
                    <a:pt x="410375" y="127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85061" y="3942641"/>
            <a:ext cx="219384" cy="27423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2718564" y="4066354"/>
            <a:ext cx="189812" cy="127825"/>
          </a:xfrm>
          <a:custGeom>
            <a:avLst/>
            <a:gdLst/>
            <a:ahLst/>
            <a:cxnLst/>
            <a:rect l="l" t="t" r="r" b="b"/>
            <a:pathLst>
              <a:path w="313054" h="210820">
                <a:moveTo>
                  <a:pt x="239086" y="0"/>
                </a:moveTo>
                <a:lnTo>
                  <a:pt x="219454" y="1864"/>
                </a:lnTo>
                <a:lnTo>
                  <a:pt x="201300" y="7982"/>
                </a:lnTo>
                <a:lnTo>
                  <a:pt x="185142" y="19140"/>
                </a:lnTo>
                <a:lnTo>
                  <a:pt x="171497" y="36122"/>
                </a:lnTo>
                <a:lnTo>
                  <a:pt x="160891" y="20380"/>
                </a:lnTo>
                <a:lnTo>
                  <a:pt x="146364" y="9085"/>
                </a:lnTo>
                <a:lnTo>
                  <a:pt x="128793" y="2278"/>
                </a:lnTo>
                <a:lnTo>
                  <a:pt x="109057" y="0"/>
                </a:lnTo>
                <a:lnTo>
                  <a:pt x="91206" y="2035"/>
                </a:lnTo>
                <a:lnTo>
                  <a:pt x="73949" y="8087"/>
                </a:lnTo>
                <a:lnTo>
                  <a:pt x="58854" y="18075"/>
                </a:lnTo>
                <a:lnTo>
                  <a:pt x="47484" y="31920"/>
                </a:lnTo>
                <a:lnTo>
                  <a:pt x="47484" y="6022"/>
                </a:lnTo>
                <a:lnTo>
                  <a:pt x="0" y="6022"/>
                </a:lnTo>
                <a:lnTo>
                  <a:pt x="0" y="210435"/>
                </a:lnTo>
                <a:lnTo>
                  <a:pt x="49151" y="210534"/>
                </a:lnTo>
                <a:lnTo>
                  <a:pt x="49151" y="89158"/>
                </a:lnTo>
                <a:lnTo>
                  <a:pt x="52175" y="71091"/>
                </a:lnTo>
                <a:lnTo>
                  <a:pt x="60814" y="56723"/>
                </a:lnTo>
                <a:lnTo>
                  <a:pt x="74422" y="47236"/>
                </a:lnTo>
                <a:lnTo>
                  <a:pt x="92352" y="43811"/>
                </a:lnTo>
                <a:lnTo>
                  <a:pt x="110547" y="47048"/>
                </a:lnTo>
                <a:lnTo>
                  <a:pt x="123061" y="55931"/>
                </a:lnTo>
                <a:lnTo>
                  <a:pt x="130283" y="69222"/>
                </a:lnTo>
                <a:lnTo>
                  <a:pt x="132604" y="85681"/>
                </a:lnTo>
                <a:lnTo>
                  <a:pt x="132604" y="210403"/>
                </a:lnTo>
                <a:lnTo>
                  <a:pt x="181338" y="210403"/>
                </a:lnTo>
                <a:lnTo>
                  <a:pt x="181338" y="89027"/>
                </a:lnTo>
                <a:lnTo>
                  <a:pt x="184419" y="71311"/>
                </a:lnTo>
                <a:lnTo>
                  <a:pt x="193156" y="56904"/>
                </a:lnTo>
                <a:lnTo>
                  <a:pt x="206784" y="47222"/>
                </a:lnTo>
                <a:lnTo>
                  <a:pt x="224543" y="43679"/>
                </a:lnTo>
                <a:lnTo>
                  <a:pt x="242562" y="46876"/>
                </a:lnTo>
                <a:lnTo>
                  <a:pt x="255085" y="55705"/>
                </a:lnTo>
                <a:lnTo>
                  <a:pt x="262392" y="69021"/>
                </a:lnTo>
                <a:lnTo>
                  <a:pt x="264766" y="85681"/>
                </a:lnTo>
                <a:lnTo>
                  <a:pt x="264766" y="210435"/>
                </a:lnTo>
                <a:lnTo>
                  <a:pt x="312663" y="210435"/>
                </a:lnTo>
                <a:lnTo>
                  <a:pt x="312663" y="77717"/>
                </a:lnTo>
                <a:lnTo>
                  <a:pt x="306463" y="42713"/>
                </a:lnTo>
                <a:lnTo>
                  <a:pt x="289999" y="18538"/>
                </a:lnTo>
                <a:lnTo>
                  <a:pt x="266473" y="4523"/>
                </a:lnTo>
                <a:lnTo>
                  <a:pt x="239086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944942" y="3947800"/>
            <a:ext cx="657219" cy="316867"/>
            <a:chOff x="4855044" y="6510326"/>
            <a:chExt cx="1083945" cy="522605"/>
          </a:xfrm>
        </p:grpSpPr>
        <p:sp>
          <p:nvSpPr>
            <p:cNvPr id="39" name="object 39"/>
            <p:cNvSpPr/>
            <p:nvPr/>
          </p:nvSpPr>
          <p:spPr>
            <a:xfrm>
              <a:off x="4855044" y="6612187"/>
              <a:ext cx="50165" cy="304165"/>
            </a:xfrm>
            <a:custGeom>
              <a:avLst/>
              <a:gdLst/>
              <a:ahLst/>
              <a:cxnLst/>
              <a:rect l="l" t="t" r="r" b="b"/>
              <a:pathLst>
                <a:path w="50164" h="304165">
                  <a:moveTo>
                    <a:pt x="49639" y="0"/>
                  </a:moveTo>
                  <a:lnTo>
                    <a:pt x="0" y="0"/>
                  </a:lnTo>
                  <a:lnTo>
                    <a:pt x="0" y="304103"/>
                  </a:lnTo>
                  <a:lnTo>
                    <a:pt x="49639" y="304103"/>
                  </a:lnTo>
                  <a:lnTo>
                    <a:pt x="4963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4884737" y="6510327"/>
              <a:ext cx="380365" cy="522605"/>
            </a:xfrm>
            <a:custGeom>
              <a:avLst/>
              <a:gdLst/>
              <a:ahLst/>
              <a:cxnLst/>
              <a:rect l="l" t="t" r="r" b="b"/>
              <a:pathLst>
                <a:path w="380364" h="522604">
                  <a:moveTo>
                    <a:pt x="299669" y="4991"/>
                  </a:moveTo>
                  <a:lnTo>
                    <a:pt x="283019" y="1333"/>
                  </a:lnTo>
                  <a:lnTo>
                    <a:pt x="258800" y="0"/>
                  </a:lnTo>
                  <a:lnTo>
                    <a:pt x="242531" y="1092"/>
                  </a:lnTo>
                  <a:lnTo>
                    <a:pt x="198094" y="19532"/>
                  </a:lnTo>
                  <a:lnTo>
                    <a:pt x="165874" y="63881"/>
                  </a:lnTo>
                  <a:lnTo>
                    <a:pt x="145923" y="151168"/>
                  </a:lnTo>
                  <a:lnTo>
                    <a:pt x="78460" y="151168"/>
                  </a:lnTo>
                  <a:lnTo>
                    <a:pt x="72936" y="192227"/>
                  </a:lnTo>
                  <a:lnTo>
                    <a:pt x="137579" y="192227"/>
                  </a:lnTo>
                  <a:lnTo>
                    <a:pt x="91008" y="420306"/>
                  </a:lnTo>
                  <a:lnTo>
                    <a:pt x="85013" y="440093"/>
                  </a:lnTo>
                  <a:lnTo>
                    <a:pt x="73647" y="458406"/>
                  </a:lnTo>
                  <a:lnTo>
                    <a:pt x="55168" y="471868"/>
                  </a:lnTo>
                  <a:lnTo>
                    <a:pt x="27889" y="477113"/>
                  </a:lnTo>
                  <a:lnTo>
                    <a:pt x="18135" y="477113"/>
                  </a:lnTo>
                  <a:lnTo>
                    <a:pt x="21678" y="476377"/>
                  </a:lnTo>
                  <a:lnTo>
                    <a:pt x="12852" y="474967"/>
                  </a:lnTo>
                  <a:lnTo>
                    <a:pt x="0" y="517271"/>
                  </a:lnTo>
                  <a:lnTo>
                    <a:pt x="17437" y="520928"/>
                  </a:lnTo>
                  <a:lnTo>
                    <a:pt x="42494" y="522312"/>
                  </a:lnTo>
                  <a:lnTo>
                    <a:pt x="72859" y="517918"/>
                  </a:lnTo>
                  <a:lnTo>
                    <a:pt x="102006" y="503656"/>
                  </a:lnTo>
                  <a:lnTo>
                    <a:pt x="126022" y="477862"/>
                  </a:lnTo>
                  <a:lnTo>
                    <a:pt x="141046" y="438861"/>
                  </a:lnTo>
                  <a:lnTo>
                    <a:pt x="191782" y="192201"/>
                  </a:lnTo>
                  <a:lnTo>
                    <a:pt x="267246" y="192201"/>
                  </a:lnTo>
                  <a:lnTo>
                    <a:pt x="276440" y="151168"/>
                  </a:lnTo>
                  <a:lnTo>
                    <a:pt x="200228" y="151168"/>
                  </a:lnTo>
                  <a:lnTo>
                    <a:pt x="210489" y="102146"/>
                  </a:lnTo>
                  <a:lnTo>
                    <a:pt x="218909" y="77127"/>
                  </a:lnTo>
                  <a:lnTo>
                    <a:pt x="232384" y="59182"/>
                  </a:lnTo>
                  <a:lnTo>
                    <a:pt x="250837" y="48387"/>
                  </a:lnTo>
                  <a:lnTo>
                    <a:pt x="274205" y="44780"/>
                  </a:lnTo>
                  <a:lnTo>
                    <a:pt x="283171" y="44780"/>
                  </a:lnTo>
                  <a:lnTo>
                    <a:pt x="280657" y="45529"/>
                  </a:lnTo>
                  <a:lnTo>
                    <a:pt x="288632" y="47015"/>
                  </a:lnTo>
                  <a:lnTo>
                    <a:pt x="299669" y="4991"/>
                  </a:lnTo>
                  <a:close/>
                </a:path>
                <a:path w="380364" h="522604">
                  <a:moveTo>
                    <a:pt x="379933" y="97485"/>
                  </a:moveTo>
                  <a:lnTo>
                    <a:pt x="330314" y="97485"/>
                  </a:lnTo>
                  <a:lnTo>
                    <a:pt x="262318" y="404304"/>
                  </a:lnTo>
                  <a:lnTo>
                    <a:pt x="311924" y="404304"/>
                  </a:lnTo>
                  <a:lnTo>
                    <a:pt x="379933" y="97485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76393" y="6706292"/>
              <a:ext cx="212395" cy="20786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28411" y="6711749"/>
              <a:ext cx="410845" cy="205104"/>
            </a:xfrm>
            <a:custGeom>
              <a:avLst/>
              <a:gdLst/>
              <a:ahLst/>
              <a:cxnLst/>
              <a:rect l="l" t="t" r="r" b="b"/>
              <a:pathLst>
                <a:path w="410845" h="205104">
                  <a:moveTo>
                    <a:pt x="331736" y="736"/>
                  </a:moveTo>
                  <a:lnTo>
                    <a:pt x="282143" y="0"/>
                  </a:lnTo>
                  <a:lnTo>
                    <a:pt x="214122" y="139700"/>
                  </a:lnTo>
                  <a:lnTo>
                    <a:pt x="193903" y="736"/>
                  </a:lnTo>
                  <a:lnTo>
                    <a:pt x="142405" y="0"/>
                  </a:lnTo>
                  <a:lnTo>
                    <a:pt x="65227" y="139700"/>
                  </a:lnTo>
                  <a:lnTo>
                    <a:pt x="54216" y="0"/>
                  </a:lnTo>
                  <a:lnTo>
                    <a:pt x="0" y="0"/>
                  </a:lnTo>
                  <a:lnTo>
                    <a:pt x="24815" y="204673"/>
                  </a:lnTo>
                  <a:lnTo>
                    <a:pt x="76288" y="204673"/>
                  </a:lnTo>
                  <a:lnTo>
                    <a:pt x="155257" y="58483"/>
                  </a:lnTo>
                  <a:lnTo>
                    <a:pt x="179158" y="204673"/>
                  </a:lnTo>
                  <a:lnTo>
                    <a:pt x="228752" y="204673"/>
                  </a:lnTo>
                  <a:lnTo>
                    <a:pt x="331736" y="736"/>
                  </a:lnTo>
                  <a:close/>
                </a:path>
                <a:path w="410845" h="205104">
                  <a:moveTo>
                    <a:pt x="376085" y="139"/>
                  </a:moveTo>
                  <a:lnTo>
                    <a:pt x="351396" y="139"/>
                  </a:lnTo>
                  <a:lnTo>
                    <a:pt x="351396" y="3632"/>
                  </a:lnTo>
                  <a:lnTo>
                    <a:pt x="361670" y="3632"/>
                  </a:lnTo>
                  <a:lnTo>
                    <a:pt x="361670" y="33223"/>
                  </a:lnTo>
                  <a:lnTo>
                    <a:pt x="365810" y="33223"/>
                  </a:lnTo>
                  <a:lnTo>
                    <a:pt x="365810" y="3708"/>
                  </a:lnTo>
                  <a:lnTo>
                    <a:pt x="376085" y="3708"/>
                  </a:lnTo>
                  <a:lnTo>
                    <a:pt x="376085" y="139"/>
                  </a:lnTo>
                  <a:close/>
                </a:path>
                <a:path w="410845" h="205104">
                  <a:moveTo>
                    <a:pt x="410375" y="139"/>
                  </a:moveTo>
                  <a:lnTo>
                    <a:pt x="405244" y="139"/>
                  </a:lnTo>
                  <a:lnTo>
                    <a:pt x="398868" y="17767"/>
                  </a:lnTo>
                  <a:lnTo>
                    <a:pt x="396532" y="24676"/>
                  </a:lnTo>
                  <a:lnTo>
                    <a:pt x="396303" y="24676"/>
                  </a:lnTo>
                  <a:lnTo>
                    <a:pt x="393954" y="17767"/>
                  </a:lnTo>
                  <a:lnTo>
                    <a:pt x="387477" y="139"/>
                  </a:lnTo>
                  <a:lnTo>
                    <a:pt x="382346" y="139"/>
                  </a:lnTo>
                  <a:lnTo>
                    <a:pt x="382447" y="33261"/>
                  </a:lnTo>
                  <a:lnTo>
                    <a:pt x="386359" y="33261"/>
                  </a:lnTo>
                  <a:lnTo>
                    <a:pt x="386359" y="12103"/>
                  </a:lnTo>
                  <a:lnTo>
                    <a:pt x="385800" y="5168"/>
                  </a:lnTo>
                  <a:lnTo>
                    <a:pt x="386029" y="5168"/>
                  </a:lnTo>
                  <a:lnTo>
                    <a:pt x="388594" y="12725"/>
                  </a:lnTo>
                  <a:lnTo>
                    <a:pt x="394957" y="29857"/>
                  </a:lnTo>
                  <a:lnTo>
                    <a:pt x="397751" y="29857"/>
                  </a:lnTo>
                  <a:lnTo>
                    <a:pt x="404126" y="12700"/>
                  </a:lnTo>
                  <a:lnTo>
                    <a:pt x="406692" y="5143"/>
                  </a:lnTo>
                  <a:lnTo>
                    <a:pt x="406908" y="5143"/>
                  </a:lnTo>
                  <a:lnTo>
                    <a:pt x="406349" y="12065"/>
                  </a:lnTo>
                  <a:lnTo>
                    <a:pt x="406349" y="33223"/>
                  </a:lnTo>
                  <a:lnTo>
                    <a:pt x="410375" y="33223"/>
                  </a:lnTo>
                  <a:lnTo>
                    <a:pt x="410375" y="139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43" name="object 43"/>
          <p:cNvSpPr/>
          <p:nvPr/>
        </p:nvSpPr>
        <p:spPr>
          <a:xfrm>
            <a:off x="1295358" y="4522262"/>
            <a:ext cx="189812" cy="127825"/>
          </a:xfrm>
          <a:custGeom>
            <a:avLst/>
            <a:gdLst/>
            <a:ahLst/>
            <a:cxnLst/>
            <a:rect l="l" t="t" r="r" b="b"/>
            <a:pathLst>
              <a:path w="313055" h="210820">
                <a:moveTo>
                  <a:pt x="239086" y="0"/>
                </a:moveTo>
                <a:lnTo>
                  <a:pt x="219454" y="1864"/>
                </a:lnTo>
                <a:lnTo>
                  <a:pt x="201300" y="7982"/>
                </a:lnTo>
                <a:lnTo>
                  <a:pt x="185142" y="19140"/>
                </a:lnTo>
                <a:lnTo>
                  <a:pt x="171497" y="36122"/>
                </a:lnTo>
                <a:lnTo>
                  <a:pt x="160891" y="20380"/>
                </a:lnTo>
                <a:lnTo>
                  <a:pt x="146364" y="9085"/>
                </a:lnTo>
                <a:lnTo>
                  <a:pt x="128793" y="2278"/>
                </a:lnTo>
                <a:lnTo>
                  <a:pt x="109057" y="0"/>
                </a:lnTo>
                <a:lnTo>
                  <a:pt x="91206" y="2035"/>
                </a:lnTo>
                <a:lnTo>
                  <a:pt x="73949" y="8087"/>
                </a:lnTo>
                <a:lnTo>
                  <a:pt x="58854" y="18075"/>
                </a:lnTo>
                <a:lnTo>
                  <a:pt x="47484" y="31920"/>
                </a:lnTo>
                <a:lnTo>
                  <a:pt x="47484" y="6022"/>
                </a:lnTo>
                <a:lnTo>
                  <a:pt x="0" y="6022"/>
                </a:lnTo>
                <a:lnTo>
                  <a:pt x="0" y="210435"/>
                </a:lnTo>
                <a:lnTo>
                  <a:pt x="49151" y="210534"/>
                </a:lnTo>
                <a:lnTo>
                  <a:pt x="49151" y="89158"/>
                </a:lnTo>
                <a:lnTo>
                  <a:pt x="52175" y="71091"/>
                </a:lnTo>
                <a:lnTo>
                  <a:pt x="60814" y="56723"/>
                </a:lnTo>
                <a:lnTo>
                  <a:pt x="74422" y="47236"/>
                </a:lnTo>
                <a:lnTo>
                  <a:pt x="92352" y="43811"/>
                </a:lnTo>
                <a:lnTo>
                  <a:pt x="110547" y="47048"/>
                </a:lnTo>
                <a:lnTo>
                  <a:pt x="123061" y="55931"/>
                </a:lnTo>
                <a:lnTo>
                  <a:pt x="130283" y="69222"/>
                </a:lnTo>
                <a:lnTo>
                  <a:pt x="132604" y="85681"/>
                </a:lnTo>
                <a:lnTo>
                  <a:pt x="132604" y="210403"/>
                </a:lnTo>
                <a:lnTo>
                  <a:pt x="181338" y="210403"/>
                </a:lnTo>
                <a:lnTo>
                  <a:pt x="181338" y="89027"/>
                </a:lnTo>
                <a:lnTo>
                  <a:pt x="184419" y="71311"/>
                </a:lnTo>
                <a:lnTo>
                  <a:pt x="193156" y="56904"/>
                </a:lnTo>
                <a:lnTo>
                  <a:pt x="206784" y="47222"/>
                </a:lnTo>
                <a:lnTo>
                  <a:pt x="224543" y="43679"/>
                </a:lnTo>
                <a:lnTo>
                  <a:pt x="242562" y="46876"/>
                </a:lnTo>
                <a:lnTo>
                  <a:pt x="255085" y="55705"/>
                </a:lnTo>
                <a:lnTo>
                  <a:pt x="262392" y="69021"/>
                </a:lnTo>
                <a:lnTo>
                  <a:pt x="264766" y="85681"/>
                </a:lnTo>
                <a:lnTo>
                  <a:pt x="264766" y="210435"/>
                </a:lnTo>
                <a:lnTo>
                  <a:pt x="312663" y="210435"/>
                </a:lnTo>
                <a:lnTo>
                  <a:pt x="312663" y="77717"/>
                </a:lnTo>
                <a:lnTo>
                  <a:pt x="306463" y="42713"/>
                </a:lnTo>
                <a:lnTo>
                  <a:pt x="289999" y="18538"/>
                </a:lnTo>
                <a:lnTo>
                  <a:pt x="266473" y="4523"/>
                </a:lnTo>
                <a:lnTo>
                  <a:pt x="239086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521735" y="4403709"/>
            <a:ext cx="657219" cy="316867"/>
            <a:chOff x="2507765" y="7262252"/>
            <a:chExt cx="1083945" cy="522605"/>
          </a:xfrm>
        </p:grpSpPr>
        <p:sp>
          <p:nvSpPr>
            <p:cNvPr id="45" name="object 45"/>
            <p:cNvSpPr/>
            <p:nvPr/>
          </p:nvSpPr>
          <p:spPr>
            <a:xfrm>
              <a:off x="2507765" y="7364113"/>
              <a:ext cx="50165" cy="304165"/>
            </a:xfrm>
            <a:custGeom>
              <a:avLst/>
              <a:gdLst/>
              <a:ahLst/>
              <a:cxnLst/>
              <a:rect l="l" t="t" r="r" b="b"/>
              <a:pathLst>
                <a:path w="50164" h="304165">
                  <a:moveTo>
                    <a:pt x="49639" y="0"/>
                  </a:moveTo>
                  <a:lnTo>
                    <a:pt x="0" y="0"/>
                  </a:lnTo>
                  <a:lnTo>
                    <a:pt x="0" y="304103"/>
                  </a:lnTo>
                  <a:lnTo>
                    <a:pt x="49639" y="304103"/>
                  </a:lnTo>
                  <a:lnTo>
                    <a:pt x="4963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2537460" y="7262256"/>
              <a:ext cx="380365" cy="522605"/>
            </a:xfrm>
            <a:custGeom>
              <a:avLst/>
              <a:gdLst/>
              <a:ahLst/>
              <a:cxnLst/>
              <a:rect l="l" t="t" r="r" b="b"/>
              <a:pathLst>
                <a:path w="380364" h="522604">
                  <a:moveTo>
                    <a:pt x="299669" y="4991"/>
                  </a:moveTo>
                  <a:lnTo>
                    <a:pt x="283019" y="1320"/>
                  </a:lnTo>
                  <a:lnTo>
                    <a:pt x="258800" y="0"/>
                  </a:lnTo>
                  <a:lnTo>
                    <a:pt x="242531" y="1092"/>
                  </a:lnTo>
                  <a:lnTo>
                    <a:pt x="198094" y="19532"/>
                  </a:lnTo>
                  <a:lnTo>
                    <a:pt x="165874" y="63868"/>
                  </a:lnTo>
                  <a:lnTo>
                    <a:pt x="145923" y="151155"/>
                  </a:lnTo>
                  <a:lnTo>
                    <a:pt x="78460" y="151155"/>
                  </a:lnTo>
                  <a:lnTo>
                    <a:pt x="72936" y="192227"/>
                  </a:lnTo>
                  <a:lnTo>
                    <a:pt x="137579" y="192227"/>
                  </a:lnTo>
                  <a:lnTo>
                    <a:pt x="90995" y="420293"/>
                  </a:lnTo>
                  <a:lnTo>
                    <a:pt x="85013" y="440093"/>
                  </a:lnTo>
                  <a:lnTo>
                    <a:pt x="73647" y="458406"/>
                  </a:lnTo>
                  <a:lnTo>
                    <a:pt x="55168" y="471868"/>
                  </a:lnTo>
                  <a:lnTo>
                    <a:pt x="27889" y="477100"/>
                  </a:lnTo>
                  <a:lnTo>
                    <a:pt x="18135" y="477100"/>
                  </a:lnTo>
                  <a:lnTo>
                    <a:pt x="21678" y="476377"/>
                  </a:lnTo>
                  <a:lnTo>
                    <a:pt x="12852" y="474967"/>
                  </a:lnTo>
                  <a:lnTo>
                    <a:pt x="0" y="517258"/>
                  </a:lnTo>
                  <a:lnTo>
                    <a:pt x="17437" y="520928"/>
                  </a:lnTo>
                  <a:lnTo>
                    <a:pt x="42494" y="522300"/>
                  </a:lnTo>
                  <a:lnTo>
                    <a:pt x="72859" y="517918"/>
                  </a:lnTo>
                  <a:lnTo>
                    <a:pt x="101993" y="503656"/>
                  </a:lnTo>
                  <a:lnTo>
                    <a:pt x="126022" y="477850"/>
                  </a:lnTo>
                  <a:lnTo>
                    <a:pt x="141046" y="438861"/>
                  </a:lnTo>
                  <a:lnTo>
                    <a:pt x="191782" y="192201"/>
                  </a:lnTo>
                  <a:lnTo>
                    <a:pt x="267246" y="192201"/>
                  </a:lnTo>
                  <a:lnTo>
                    <a:pt x="276440" y="151155"/>
                  </a:lnTo>
                  <a:lnTo>
                    <a:pt x="200228" y="151155"/>
                  </a:lnTo>
                  <a:lnTo>
                    <a:pt x="210489" y="102133"/>
                  </a:lnTo>
                  <a:lnTo>
                    <a:pt x="218909" y="77114"/>
                  </a:lnTo>
                  <a:lnTo>
                    <a:pt x="232384" y="59182"/>
                  </a:lnTo>
                  <a:lnTo>
                    <a:pt x="250837" y="48387"/>
                  </a:lnTo>
                  <a:lnTo>
                    <a:pt x="274205" y="44780"/>
                  </a:lnTo>
                  <a:lnTo>
                    <a:pt x="283171" y="44780"/>
                  </a:lnTo>
                  <a:lnTo>
                    <a:pt x="280657" y="45529"/>
                  </a:lnTo>
                  <a:lnTo>
                    <a:pt x="288632" y="47015"/>
                  </a:lnTo>
                  <a:lnTo>
                    <a:pt x="299669" y="4991"/>
                  </a:lnTo>
                  <a:close/>
                </a:path>
                <a:path w="380364" h="522604">
                  <a:moveTo>
                    <a:pt x="379933" y="97472"/>
                  </a:moveTo>
                  <a:lnTo>
                    <a:pt x="330314" y="97472"/>
                  </a:lnTo>
                  <a:lnTo>
                    <a:pt x="262318" y="404304"/>
                  </a:lnTo>
                  <a:lnTo>
                    <a:pt x="311924" y="404304"/>
                  </a:lnTo>
                  <a:lnTo>
                    <a:pt x="379933" y="97472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29114" y="7458218"/>
              <a:ext cx="212395" cy="2078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181134" y="7463678"/>
              <a:ext cx="410845" cy="205104"/>
            </a:xfrm>
            <a:custGeom>
              <a:avLst/>
              <a:gdLst/>
              <a:ahLst/>
              <a:cxnLst/>
              <a:rect l="l" t="t" r="r" b="b"/>
              <a:pathLst>
                <a:path w="410845" h="205104">
                  <a:moveTo>
                    <a:pt x="331736" y="736"/>
                  </a:moveTo>
                  <a:lnTo>
                    <a:pt x="282143" y="0"/>
                  </a:lnTo>
                  <a:lnTo>
                    <a:pt x="214122" y="139687"/>
                  </a:lnTo>
                  <a:lnTo>
                    <a:pt x="193903" y="736"/>
                  </a:lnTo>
                  <a:lnTo>
                    <a:pt x="142405" y="0"/>
                  </a:lnTo>
                  <a:lnTo>
                    <a:pt x="65227" y="139687"/>
                  </a:lnTo>
                  <a:lnTo>
                    <a:pt x="54216" y="0"/>
                  </a:lnTo>
                  <a:lnTo>
                    <a:pt x="0" y="0"/>
                  </a:lnTo>
                  <a:lnTo>
                    <a:pt x="24815" y="204660"/>
                  </a:lnTo>
                  <a:lnTo>
                    <a:pt x="76288" y="204660"/>
                  </a:lnTo>
                  <a:lnTo>
                    <a:pt x="155257" y="58470"/>
                  </a:lnTo>
                  <a:lnTo>
                    <a:pt x="179158" y="204660"/>
                  </a:lnTo>
                  <a:lnTo>
                    <a:pt x="228752" y="204660"/>
                  </a:lnTo>
                  <a:lnTo>
                    <a:pt x="331736" y="736"/>
                  </a:lnTo>
                  <a:close/>
                </a:path>
                <a:path w="410845" h="205104">
                  <a:moveTo>
                    <a:pt x="376085" y="127"/>
                  </a:moveTo>
                  <a:lnTo>
                    <a:pt x="351396" y="127"/>
                  </a:lnTo>
                  <a:lnTo>
                    <a:pt x="351396" y="3632"/>
                  </a:lnTo>
                  <a:lnTo>
                    <a:pt x="361670" y="3632"/>
                  </a:lnTo>
                  <a:lnTo>
                    <a:pt x="361670" y="33223"/>
                  </a:lnTo>
                  <a:lnTo>
                    <a:pt x="365810" y="33223"/>
                  </a:lnTo>
                  <a:lnTo>
                    <a:pt x="365810" y="3708"/>
                  </a:lnTo>
                  <a:lnTo>
                    <a:pt x="376085" y="3708"/>
                  </a:lnTo>
                  <a:lnTo>
                    <a:pt x="376085" y="127"/>
                  </a:lnTo>
                  <a:close/>
                </a:path>
                <a:path w="410845" h="205104">
                  <a:moveTo>
                    <a:pt x="410375" y="127"/>
                  </a:moveTo>
                  <a:lnTo>
                    <a:pt x="405231" y="127"/>
                  </a:lnTo>
                  <a:lnTo>
                    <a:pt x="398868" y="17754"/>
                  </a:lnTo>
                  <a:lnTo>
                    <a:pt x="396519" y="24663"/>
                  </a:lnTo>
                  <a:lnTo>
                    <a:pt x="396303" y="24663"/>
                  </a:lnTo>
                  <a:lnTo>
                    <a:pt x="393954" y="17754"/>
                  </a:lnTo>
                  <a:lnTo>
                    <a:pt x="387477" y="127"/>
                  </a:lnTo>
                  <a:lnTo>
                    <a:pt x="382333" y="127"/>
                  </a:lnTo>
                  <a:lnTo>
                    <a:pt x="382447" y="33261"/>
                  </a:lnTo>
                  <a:lnTo>
                    <a:pt x="386359" y="33261"/>
                  </a:lnTo>
                  <a:lnTo>
                    <a:pt x="386359" y="12103"/>
                  </a:lnTo>
                  <a:lnTo>
                    <a:pt x="385800" y="5168"/>
                  </a:lnTo>
                  <a:lnTo>
                    <a:pt x="386029" y="5168"/>
                  </a:lnTo>
                  <a:lnTo>
                    <a:pt x="388594" y="12725"/>
                  </a:lnTo>
                  <a:lnTo>
                    <a:pt x="394957" y="29857"/>
                  </a:lnTo>
                  <a:lnTo>
                    <a:pt x="397751" y="29857"/>
                  </a:lnTo>
                  <a:lnTo>
                    <a:pt x="404114" y="12700"/>
                  </a:lnTo>
                  <a:lnTo>
                    <a:pt x="406692" y="5143"/>
                  </a:lnTo>
                  <a:lnTo>
                    <a:pt x="406908" y="5143"/>
                  </a:lnTo>
                  <a:lnTo>
                    <a:pt x="406349" y="12065"/>
                  </a:lnTo>
                  <a:lnTo>
                    <a:pt x="406349" y="33223"/>
                  </a:lnTo>
                  <a:lnTo>
                    <a:pt x="410375" y="33223"/>
                  </a:lnTo>
                  <a:lnTo>
                    <a:pt x="410375" y="127"/>
                  </a:lnTo>
                  <a:close/>
                </a:path>
              </a:pathLst>
            </a:custGeom>
            <a:solidFill>
              <a:srgbClr val="0093E1"/>
            </a:solidFill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49" name="object 4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85061" y="4430353"/>
            <a:ext cx="219384" cy="27423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09060" y="4392347"/>
            <a:ext cx="1458374" cy="315473"/>
          </a:xfrm>
          <a:prstGeom prst="rect">
            <a:avLst/>
          </a:prstGeom>
        </p:spPr>
      </p:pic>
      <p:sp>
        <p:nvSpPr>
          <p:cNvPr id="52" name="Text 5">
            <a:extLst>
              <a:ext uri="{FF2B5EF4-FFF2-40B4-BE49-F238E27FC236}">
                <a16:creationId xmlns:a16="http://schemas.microsoft.com/office/drawing/2014/main" id="{3ED93E0E-4543-89F2-EC3A-EEA8D8E28FE9}"/>
              </a:ext>
            </a:extLst>
          </p:cNvPr>
          <p:cNvSpPr/>
          <p:nvPr/>
        </p:nvSpPr>
        <p:spPr>
          <a:xfrm>
            <a:off x="1128920" y="1954807"/>
            <a:ext cx="38360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There can be one tool for tracking experiments</a:t>
            </a:r>
            <a:r>
              <a:rPr lang="ru-RU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:</a:t>
            </a:r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C648A2DE-488D-6FE4-EE1D-99C4F4187B45}"/>
              </a:ext>
            </a:extLst>
          </p:cNvPr>
          <p:cNvSpPr/>
          <p:nvPr/>
        </p:nvSpPr>
        <p:spPr>
          <a:xfrm>
            <a:off x="1140828" y="3351901"/>
            <a:ext cx="61152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Or there may be several</a:t>
            </a:r>
            <a:r>
              <a:rPr lang="ru-RU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:</a:t>
            </a:r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8515" y="6425216"/>
            <a:ext cx="204530" cy="1523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12B7DAD-1CD8-5827-3894-7A1A180FD5BA}"/>
              </a:ext>
            </a:extLst>
          </p:cNvPr>
          <p:cNvSpPr txBox="1"/>
          <p:nvPr/>
        </p:nvSpPr>
        <p:spPr>
          <a:xfrm>
            <a:off x="572688" y="1469074"/>
            <a:ext cx="79986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57109" rtl="0"/>
            <a:r>
              <a:rPr lang="en" sz="2200" b="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Lifecycle management</a:t>
            </a:r>
            <a:r>
              <a:rPr lang="ru-RU" sz="2200" b="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:</a:t>
            </a:r>
            <a:endParaRPr lang="en" sz="2200" b="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Store models (weights + deps)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Version them &amp; track changes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Promote versions to production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endParaRPr lang="en" sz="22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just" defTabSz="457109" rtl="0"/>
            <a:r>
              <a:rPr lang="en" sz="2200" b="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Production history tracking: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Investigate incidents during training: which code/data lead to the problematic model in prod?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Investigate incidents in prod: which tests/monitoring did we miss?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endParaRPr lang="en" sz="22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just" defTabSz="457109" rtl="0"/>
            <a:r>
              <a:rPr lang="en" sz="2200" b="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Model sharing across teams:</a:t>
            </a: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Search: find the right model, e.g., on </a:t>
            </a:r>
            <a:r>
              <a:rPr lang="en" sz="2200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HuggingFace</a:t>
            </a:r>
            <a:endParaRPr lang="en" sz="22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marL="285693" indent="-285693" algn="just" defTabSz="457109" rtl="0">
              <a:buFont typeface="Arial" panose="020B0604020202020204" pitchFamily="34" charset="0"/>
              <a:buChar char="•"/>
            </a:pPr>
            <a:r>
              <a:rPr lang="en" sz="22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Usage: load a model ready for inference</a:t>
            </a: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CC71661A-A3AC-0424-E29A-FDD25DF41973}"/>
              </a:ext>
            </a:extLst>
          </p:cNvPr>
          <p:cNvSpPr/>
          <p:nvPr/>
        </p:nvSpPr>
        <p:spPr>
          <a:xfrm>
            <a:off x="616482" y="367898"/>
            <a:ext cx="11180282" cy="69794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Model Registry tasks</a:t>
            </a:r>
            <a:endParaRPr lang="en-US" sz="4000" b="1" kern="1200" dirty="0">
              <a:solidFill>
                <a:srgbClr val="141414"/>
              </a:solidFill>
              <a:latin typeface="GRAPHIKLCG-SEMIBOLD" panose="020B0503030202060203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8985" y="6425216"/>
            <a:ext cx="158825" cy="1523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2688" y="343870"/>
            <a:ext cx="4306771" cy="688791"/>
            <a:chOff x="942513" y="566404"/>
            <a:chExt cx="7103109" cy="11360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466476" cy="11357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5907" y="566404"/>
              <a:ext cx="3949333" cy="113573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572612" y="1844394"/>
            <a:ext cx="6895224" cy="3380427"/>
          </a:xfrm>
          <a:custGeom>
            <a:avLst/>
            <a:gdLst/>
            <a:ahLst/>
            <a:cxnLst/>
            <a:rect l="l" t="t" r="r" b="b"/>
            <a:pathLst>
              <a:path w="11372215" h="5575300">
                <a:moveTo>
                  <a:pt x="11157825" y="0"/>
                </a:moveTo>
                <a:lnTo>
                  <a:pt x="213872" y="0"/>
                </a:lnTo>
                <a:lnTo>
                  <a:pt x="164840" y="5650"/>
                </a:lnTo>
                <a:lnTo>
                  <a:pt x="119826" y="21746"/>
                </a:lnTo>
                <a:lnTo>
                  <a:pt x="80115" y="47000"/>
                </a:lnTo>
                <a:lnTo>
                  <a:pt x="46992" y="80127"/>
                </a:lnTo>
                <a:lnTo>
                  <a:pt x="21742" y="119843"/>
                </a:lnTo>
                <a:lnTo>
                  <a:pt x="5649" y="164860"/>
                </a:lnTo>
                <a:lnTo>
                  <a:pt x="0" y="213893"/>
                </a:lnTo>
                <a:lnTo>
                  <a:pt x="0" y="5361156"/>
                </a:lnTo>
                <a:lnTo>
                  <a:pt x="5649" y="5410189"/>
                </a:lnTo>
                <a:lnTo>
                  <a:pt x="21742" y="5455206"/>
                </a:lnTo>
                <a:lnTo>
                  <a:pt x="46992" y="5494921"/>
                </a:lnTo>
                <a:lnTo>
                  <a:pt x="80115" y="5528049"/>
                </a:lnTo>
                <a:lnTo>
                  <a:pt x="119826" y="5553303"/>
                </a:lnTo>
                <a:lnTo>
                  <a:pt x="164840" y="5569398"/>
                </a:lnTo>
                <a:lnTo>
                  <a:pt x="213872" y="5575049"/>
                </a:lnTo>
                <a:lnTo>
                  <a:pt x="11157825" y="5575049"/>
                </a:lnTo>
                <a:lnTo>
                  <a:pt x="11206858" y="5569398"/>
                </a:lnTo>
                <a:lnTo>
                  <a:pt x="11251875" y="5553303"/>
                </a:lnTo>
                <a:lnTo>
                  <a:pt x="11291591" y="5528049"/>
                </a:lnTo>
                <a:lnTo>
                  <a:pt x="11324718" y="5494921"/>
                </a:lnTo>
                <a:lnTo>
                  <a:pt x="11349972" y="5455206"/>
                </a:lnTo>
                <a:lnTo>
                  <a:pt x="11366068" y="5410189"/>
                </a:lnTo>
                <a:lnTo>
                  <a:pt x="11371719" y="5361156"/>
                </a:lnTo>
                <a:lnTo>
                  <a:pt x="11371719" y="213893"/>
                </a:lnTo>
                <a:lnTo>
                  <a:pt x="11366068" y="164860"/>
                </a:lnTo>
                <a:lnTo>
                  <a:pt x="11349972" y="119843"/>
                </a:lnTo>
                <a:lnTo>
                  <a:pt x="11324718" y="80127"/>
                </a:lnTo>
                <a:lnTo>
                  <a:pt x="11291591" y="47000"/>
                </a:lnTo>
                <a:lnTo>
                  <a:pt x="11251875" y="21746"/>
                </a:lnTo>
                <a:lnTo>
                  <a:pt x="11206858" y="5650"/>
                </a:lnTo>
                <a:lnTo>
                  <a:pt x="11157825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3234" y="1944940"/>
            <a:ext cx="6350000" cy="3559971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mlflow.sklearn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MlflowClient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mlflow.models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infer_signature</a:t>
            </a:r>
          </a:p>
          <a:p>
            <a:pPr marL="7700" algn="l" defTabSz="457109" rtl="0">
              <a:spcBef>
                <a:spcPts val="0"/>
              </a:spcBef>
            </a:pPr>
            <a:endParaRPr lang="en-US" sz="1200"/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signature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infer_signature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(X_train, model.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predict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(X_train))</a:t>
            </a:r>
          </a:p>
          <a:p>
            <a:pPr marL="7700" algn="l" defTabSz="457109" rtl="0">
              <a:spcBef>
                <a:spcPts val="0"/>
              </a:spcBef>
            </a:pPr>
            <a:endParaRPr lang="en-US" sz="1200"/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with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start_run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():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info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mlflow.sklearn.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log_model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    sk_model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model,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    name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"classifier"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    signature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signature,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    input_example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X_train[:</a:t>
            </a:r>
            <a:r>
              <a:rPr lang="en-US" sz="1200" kern="1200" spc="-40" dirty="0">
                <a:solidFill>
                  <a:srgbClr val="4776D5"/>
                </a:solidFill>
                <a:latin typeface="Monaco"/>
                <a:cs typeface="Monaco"/>
              </a:rPr>
              <a:t>3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],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    registered_model_name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"bot_classifier"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)</a:t>
            </a:r>
          </a:p>
          <a:p>
            <a:pPr marL="7700" algn="l" defTabSz="457109" rtl="0">
              <a:spcBef>
                <a:spcPts val="0"/>
              </a:spcBef>
            </a:pPr>
            <a:endParaRPr lang="en-US" sz="1200"/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client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MlflowClient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()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client.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set_registered_model_alias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"bot_classifier"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"champion"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, info.registered_model_version,</a:t>
            </a:r>
          </a:p>
          <a:p>
            <a:pPr marL="7700" algn="l" defTabSz="457109" rtl="0">
              <a:spcBef>
                <a:spcPts val="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939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3243" y="442865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459849" y="330136"/>
                </a:moveTo>
                <a:lnTo>
                  <a:pt x="419028" y="330136"/>
                </a:lnTo>
                <a:lnTo>
                  <a:pt x="419028" y="479870"/>
                </a:lnTo>
                <a:lnTo>
                  <a:pt x="558479" y="479870"/>
                </a:lnTo>
                <a:lnTo>
                  <a:pt x="558479" y="512393"/>
                </a:lnTo>
                <a:lnTo>
                  <a:pt x="596693" y="512393"/>
                </a:lnTo>
                <a:lnTo>
                  <a:pt x="596693" y="446647"/>
                </a:lnTo>
                <a:lnTo>
                  <a:pt x="459850" y="446647"/>
                </a:lnTo>
                <a:lnTo>
                  <a:pt x="459849" y="330136"/>
                </a:lnTo>
                <a:close/>
              </a:path>
              <a:path w="784859" h="512444">
                <a:moveTo>
                  <a:pt x="247903" y="400095"/>
                </a:moveTo>
                <a:lnTo>
                  <a:pt x="221081" y="417012"/>
                </a:lnTo>
                <a:lnTo>
                  <a:pt x="337101" y="480902"/>
                </a:lnTo>
                <a:lnTo>
                  <a:pt x="357675" y="468768"/>
                </a:lnTo>
                <a:lnTo>
                  <a:pt x="357675" y="445243"/>
                </a:lnTo>
                <a:lnTo>
                  <a:pt x="329950" y="445243"/>
                </a:lnTo>
                <a:lnTo>
                  <a:pt x="247903" y="400095"/>
                </a:lnTo>
                <a:close/>
              </a:path>
              <a:path w="784859" h="512444">
                <a:moveTo>
                  <a:pt x="576488" y="330136"/>
                </a:moveTo>
                <a:lnTo>
                  <a:pt x="535667" y="330136"/>
                </a:lnTo>
                <a:lnTo>
                  <a:pt x="535667" y="446647"/>
                </a:lnTo>
                <a:lnTo>
                  <a:pt x="576489" y="446647"/>
                </a:lnTo>
                <a:lnTo>
                  <a:pt x="576488" y="330136"/>
                </a:lnTo>
                <a:close/>
              </a:path>
              <a:path w="784859" h="512444">
                <a:moveTo>
                  <a:pt x="357675" y="316967"/>
                </a:moveTo>
                <a:lnTo>
                  <a:pt x="329950" y="316967"/>
                </a:lnTo>
                <a:lnTo>
                  <a:pt x="329950" y="445243"/>
                </a:lnTo>
                <a:lnTo>
                  <a:pt x="357675" y="445243"/>
                </a:lnTo>
                <a:lnTo>
                  <a:pt x="357675" y="316967"/>
                </a:lnTo>
                <a:close/>
              </a:path>
              <a:path w="784859" h="512444">
                <a:moveTo>
                  <a:pt x="163780" y="0"/>
                </a:moveTo>
                <a:lnTo>
                  <a:pt x="143206" y="12135"/>
                </a:lnTo>
                <a:lnTo>
                  <a:pt x="143206" y="181387"/>
                </a:lnTo>
                <a:lnTo>
                  <a:pt x="0" y="271902"/>
                </a:lnTo>
                <a:lnTo>
                  <a:pt x="0" y="295199"/>
                </a:lnTo>
                <a:lnTo>
                  <a:pt x="194724" y="402443"/>
                </a:lnTo>
                <a:lnTo>
                  <a:pt x="245713" y="370214"/>
                </a:lnTo>
                <a:lnTo>
                  <a:pt x="193649" y="370214"/>
                </a:lnTo>
                <a:lnTo>
                  <a:pt x="34622" y="282799"/>
                </a:lnTo>
                <a:lnTo>
                  <a:pt x="157499" y="205163"/>
                </a:lnTo>
                <a:lnTo>
                  <a:pt x="215154" y="205163"/>
                </a:lnTo>
                <a:lnTo>
                  <a:pt x="170966" y="180849"/>
                </a:lnTo>
                <a:lnTo>
                  <a:pt x="170965" y="35620"/>
                </a:lnTo>
                <a:lnTo>
                  <a:pt x="228489" y="35620"/>
                </a:lnTo>
                <a:lnTo>
                  <a:pt x="163780" y="0"/>
                </a:lnTo>
                <a:close/>
              </a:path>
              <a:path w="784859" h="512444">
                <a:moveTo>
                  <a:pt x="215154" y="205163"/>
                </a:moveTo>
                <a:lnTo>
                  <a:pt x="157499" y="205163"/>
                </a:lnTo>
                <a:lnTo>
                  <a:pt x="316440" y="292620"/>
                </a:lnTo>
                <a:lnTo>
                  <a:pt x="193606" y="370214"/>
                </a:lnTo>
                <a:lnTo>
                  <a:pt x="245713" y="370214"/>
                </a:lnTo>
                <a:lnTo>
                  <a:pt x="329950" y="316967"/>
                </a:lnTo>
                <a:lnTo>
                  <a:pt x="357675" y="316967"/>
                </a:lnTo>
                <a:lnTo>
                  <a:pt x="357675" y="299512"/>
                </a:lnTo>
                <a:lnTo>
                  <a:pt x="407082" y="268307"/>
                </a:lnTo>
                <a:lnTo>
                  <a:pt x="329915" y="268307"/>
                </a:lnTo>
                <a:lnTo>
                  <a:pt x="215154" y="205163"/>
                </a:lnTo>
                <a:close/>
              </a:path>
              <a:path w="784859" h="512444">
                <a:moveTo>
                  <a:pt x="228489" y="35620"/>
                </a:moveTo>
                <a:lnTo>
                  <a:pt x="170965" y="35620"/>
                </a:lnTo>
                <a:lnTo>
                  <a:pt x="329915" y="123111"/>
                </a:lnTo>
                <a:lnTo>
                  <a:pt x="329915" y="268307"/>
                </a:lnTo>
                <a:lnTo>
                  <a:pt x="407082" y="268307"/>
                </a:lnTo>
                <a:lnTo>
                  <a:pt x="409759" y="266616"/>
                </a:lnTo>
                <a:lnTo>
                  <a:pt x="357675" y="266616"/>
                </a:lnTo>
                <a:lnTo>
                  <a:pt x="357674" y="106731"/>
                </a:lnTo>
                <a:lnTo>
                  <a:pt x="228489" y="35620"/>
                </a:lnTo>
                <a:close/>
              </a:path>
              <a:path w="784859" h="512444">
                <a:moveTo>
                  <a:pt x="384074" y="121258"/>
                </a:moveTo>
                <a:lnTo>
                  <a:pt x="384074" y="152915"/>
                </a:lnTo>
                <a:lnTo>
                  <a:pt x="466217" y="198066"/>
                </a:lnTo>
                <a:lnTo>
                  <a:pt x="357675" y="266616"/>
                </a:lnTo>
                <a:lnTo>
                  <a:pt x="409759" y="266616"/>
                </a:lnTo>
                <a:lnTo>
                  <a:pt x="500920" y="209040"/>
                </a:lnTo>
                <a:lnTo>
                  <a:pt x="500920" y="185102"/>
                </a:lnTo>
                <a:lnTo>
                  <a:pt x="384074" y="121258"/>
                </a:lnTo>
                <a:close/>
              </a:path>
              <a:path w="784859" h="512444">
                <a:moveTo>
                  <a:pt x="650938" y="330426"/>
                </a:moveTo>
                <a:lnTo>
                  <a:pt x="605986" y="330426"/>
                </a:lnTo>
                <a:lnTo>
                  <a:pt x="678956" y="441982"/>
                </a:lnTo>
                <a:lnTo>
                  <a:pt x="656600" y="480159"/>
                </a:lnTo>
                <a:lnTo>
                  <a:pt x="696553" y="480159"/>
                </a:lnTo>
                <a:lnTo>
                  <a:pt x="740268" y="405953"/>
                </a:lnTo>
                <a:lnTo>
                  <a:pt x="700236" y="405953"/>
                </a:lnTo>
                <a:lnTo>
                  <a:pt x="650938" y="330426"/>
                </a:lnTo>
                <a:close/>
              </a:path>
              <a:path w="784859" h="512444">
                <a:moveTo>
                  <a:pt x="784761" y="330426"/>
                </a:moveTo>
                <a:lnTo>
                  <a:pt x="744568" y="330426"/>
                </a:lnTo>
                <a:lnTo>
                  <a:pt x="700236" y="405953"/>
                </a:lnTo>
                <a:lnTo>
                  <a:pt x="740268" y="405953"/>
                </a:lnTo>
                <a:lnTo>
                  <a:pt x="784761" y="33042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1465" y="6425216"/>
            <a:ext cx="185105" cy="1523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2688" y="343870"/>
            <a:ext cx="5865310" cy="688791"/>
            <a:chOff x="942513" y="566404"/>
            <a:chExt cx="9673590" cy="11360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466476" cy="11357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5907" y="566404"/>
              <a:ext cx="6519614" cy="113573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612" y="1370712"/>
            <a:ext cx="9750426" cy="385160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80198" y="5338171"/>
            <a:ext cx="85858" cy="465482"/>
          </a:xfrm>
          <a:custGeom>
            <a:avLst/>
            <a:gdLst/>
            <a:ahLst/>
            <a:cxnLst/>
            <a:rect l="l" t="t" r="r" b="b"/>
            <a:pathLst>
              <a:path w="141605" h="767715">
                <a:moveTo>
                  <a:pt x="70555" y="62398"/>
                </a:moveTo>
                <a:lnTo>
                  <a:pt x="54903" y="89230"/>
                </a:lnTo>
                <a:lnTo>
                  <a:pt x="54798" y="767629"/>
                </a:lnTo>
                <a:lnTo>
                  <a:pt x="86207" y="767629"/>
                </a:lnTo>
                <a:lnTo>
                  <a:pt x="86207" y="89230"/>
                </a:lnTo>
                <a:lnTo>
                  <a:pt x="70555" y="62398"/>
                </a:lnTo>
                <a:close/>
              </a:path>
              <a:path w="141605" h="767715">
                <a:moveTo>
                  <a:pt x="70502" y="0"/>
                </a:moveTo>
                <a:lnTo>
                  <a:pt x="2031" y="117468"/>
                </a:lnTo>
                <a:lnTo>
                  <a:pt x="0" y="123400"/>
                </a:lnTo>
                <a:lnTo>
                  <a:pt x="382" y="129430"/>
                </a:lnTo>
                <a:lnTo>
                  <a:pt x="3003" y="134871"/>
                </a:lnTo>
                <a:lnTo>
                  <a:pt x="7685" y="139035"/>
                </a:lnTo>
                <a:lnTo>
                  <a:pt x="13556" y="141008"/>
                </a:lnTo>
                <a:lnTo>
                  <a:pt x="19555" y="140606"/>
                </a:lnTo>
                <a:lnTo>
                  <a:pt x="24984" y="138005"/>
                </a:lnTo>
                <a:lnTo>
                  <a:pt x="29147" y="133382"/>
                </a:lnTo>
                <a:lnTo>
                  <a:pt x="54798" y="89410"/>
                </a:lnTo>
                <a:lnTo>
                  <a:pt x="54798" y="31199"/>
                </a:lnTo>
                <a:lnTo>
                  <a:pt x="88716" y="31199"/>
                </a:lnTo>
                <a:lnTo>
                  <a:pt x="70502" y="0"/>
                </a:lnTo>
                <a:close/>
              </a:path>
              <a:path w="141605" h="767715">
                <a:moveTo>
                  <a:pt x="88716" y="31199"/>
                </a:moveTo>
                <a:lnTo>
                  <a:pt x="86207" y="31199"/>
                </a:lnTo>
                <a:lnTo>
                  <a:pt x="86311" y="89410"/>
                </a:lnTo>
                <a:lnTo>
                  <a:pt x="111962" y="133382"/>
                </a:lnTo>
                <a:lnTo>
                  <a:pt x="116066" y="138005"/>
                </a:lnTo>
                <a:lnTo>
                  <a:pt x="121476" y="140606"/>
                </a:lnTo>
                <a:lnTo>
                  <a:pt x="127494" y="141008"/>
                </a:lnTo>
                <a:lnTo>
                  <a:pt x="133424" y="139035"/>
                </a:lnTo>
                <a:lnTo>
                  <a:pt x="138047" y="134871"/>
                </a:lnTo>
                <a:lnTo>
                  <a:pt x="140648" y="129430"/>
                </a:lnTo>
                <a:lnTo>
                  <a:pt x="141051" y="123400"/>
                </a:lnTo>
                <a:lnTo>
                  <a:pt x="139078" y="117468"/>
                </a:lnTo>
                <a:lnTo>
                  <a:pt x="88716" y="31199"/>
                </a:lnTo>
                <a:close/>
              </a:path>
              <a:path w="141605" h="767715">
                <a:moveTo>
                  <a:pt x="86207" y="31199"/>
                </a:moveTo>
                <a:lnTo>
                  <a:pt x="54798" y="31199"/>
                </a:lnTo>
                <a:lnTo>
                  <a:pt x="54798" y="89230"/>
                </a:lnTo>
                <a:lnTo>
                  <a:pt x="70555" y="62398"/>
                </a:lnTo>
                <a:lnTo>
                  <a:pt x="56997" y="39156"/>
                </a:lnTo>
                <a:lnTo>
                  <a:pt x="86207" y="39156"/>
                </a:lnTo>
                <a:lnTo>
                  <a:pt x="86207" y="31199"/>
                </a:lnTo>
                <a:close/>
              </a:path>
              <a:path w="141605" h="767715">
                <a:moveTo>
                  <a:pt x="86207" y="39156"/>
                </a:moveTo>
                <a:lnTo>
                  <a:pt x="84113" y="39156"/>
                </a:lnTo>
                <a:lnTo>
                  <a:pt x="70555" y="62398"/>
                </a:lnTo>
                <a:lnTo>
                  <a:pt x="86207" y="89230"/>
                </a:lnTo>
                <a:lnTo>
                  <a:pt x="86207" y="39156"/>
                </a:lnTo>
                <a:close/>
              </a:path>
              <a:path w="141605" h="767715">
                <a:moveTo>
                  <a:pt x="84113" y="39156"/>
                </a:moveTo>
                <a:lnTo>
                  <a:pt x="56997" y="39156"/>
                </a:lnTo>
                <a:lnTo>
                  <a:pt x="70555" y="62398"/>
                </a:lnTo>
                <a:lnTo>
                  <a:pt x="84113" y="39156"/>
                </a:lnTo>
                <a:close/>
              </a:path>
            </a:pathLst>
          </a:custGeom>
          <a:solidFill>
            <a:srgbClr val="2CB8FF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77968" y="4667575"/>
            <a:ext cx="632579" cy="1064565"/>
          </a:xfrm>
          <a:custGeom>
            <a:avLst/>
            <a:gdLst/>
            <a:ahLst/>
            <a:cxnLst/>
            <a:rect l="l" t="t" r="r" b="b"/>
            <a:pathLst>
              <a:path w="1043304" h="1755775">
                <a:moveTo>
                  <a:pt x="1011152" y="53753"/>
                </a:moveTo>
                <a:lnTo>
                  <a:pt x="984004" y="68955"/>
                </a:lnTo>
                <a:lnTo>
                  <a:pt x="0" y="1739729"/>
                </a:lnTo>
                <a:lnTo>
                  <a:pt x="27011" y="1755643"/>
                </a:lnTo>
                <a:lnTo>
                  <a:pt x="1011033" y="84838"/>
                </a:lnTo>
                <a:lnTo>
                  <a:pt x="1011152" y="53753"/>
                </a:lnTo>
                <a:close/>
              </a:path>
              <a:path w="1043304" h="1755775">
                <a:moveTo>
                  <a:pt x="1042696" y="18949"/>
                </a:moveTo>
                <a:lnTo>
                  <a:pt x="1013455" y="18949"/>
                </a:lnTo>
                <a:lnTo>
                  <a:pt x="1040466" y="34863"/>
                </a:lnTo>
                <a:lnTo>
                  <a:pt x="1011033" y="84838"/>
                </a:lnTo>
                <a:lnTo>
                  <a:pt x="1010837" y="135895"/>
                </a:lnTo>
                <a:lnTo>
                  <a:pt x="1010836" y="144689"/>
                </a:lnTo>
                <a:lnTo>
                  <a:pt x="1017747" y="151704"/>
                </a:lnTo>
                <a:lnTo>
                  <a:pt x="1035127" y="151704"/>
                </a:lnTo>
                <a:lnTo>
                  <a:pt x="1042141" y="144689"/>
                </a:lnTo>
                <a:lnTo>
                  <a:pt x="1042247" y="135895"/>
                </a:lnTo>
                <a:lnTo>
                  <a:pt x="1042401" y="95804"/>
                </a:lnTo>
                <a:lnTo>
                  <a:pt x="1042514" y="66481"/>
                </a:lnTo>
                <a:lnTo>
                  <a:pt x="1042635" y="34863"/>
                </a:lnTo>
                <a:lnTo>
                  <a:pt x="1042696" y="18949"/>
                </a:lnTo>
                <a:close/>
              </a:path>
              <a:path w="1043304" h="1755775">
                <a:moveTo>
                  <a:pt x="1042769" y="0"/>
                </a:moveTo>
                <a:lnTo>
                  <a:pt x="924149" y="66481"/>
                </a:lnTo>
                <a:lnTo>
                  <a:pt x="919387" y="70569"/>
                </a:lnTo>
                <a:lnTo>
                  <a:pt x="916676" y="75943"/>
                </a:lnTo>
                <a:lnTo>
                  <a:pt x="916184" y="81926"/>
                </a:lnTo>
                <a:lnTo>
                  <a:pt x="918077" y="87839"/>
                </a:lnTo>
                <a:lnTo>
                  <a:pt x="922165" y="92601"/>
                </a:lnTo>
                <a:lnTo>
                  <a:pt x="927539" y="95312"/>
                </a:lnTo>
                <a:lnTo>
                  <a:pt x="933521" y="95804"/>
                </a:lnTo>
                <a:lnTo>
                  <a:pt x="939435" y="93912"/>
                </a:lnTo>
                <a:lnTo>
                  <a:pt x="984004" y="68955"/>
                </a:lnTo>
                <a:lnTo>
                  <a:pt x="1013455" y="18949"/>
                </a:lnTo>
                <a:lnTo>
                  <a:pt x="1042696" y="18949"/>
                </a:lnTo>
                <a:lnTo>
                  <a:pt x="1042769" y="0"/>
                </a:lnTo>
                <a:close/>
              </a:path>
              <a:path w="1043304" h="1755775">
                <a:moveTo>
                  <a:pt x="1026783" y="26802"/>
                </a:moveTo>
                <a:lnTo>
                  <a:pt x="1011256" y="26802"/>
                </a:lnTo>
                <a:lnTo>
                  <a:pt x="1034603" y="40621"/>
                </a:lnTo>
                <a:lnTo>
                  <a:pt x="1011152" y="53753"/>
                </a:lnTo>
                <a:lnTo>
                  <a:pt x="1011033" y="84838"/>
                </a:lnTo>
                <a:lnTo>
                  <a:pt x="1040466" y="34863"/>
                </a:lnTo>
                <a:lnTo>
                  <a:pt x="1026783" y="26802"/>
                </a:lnTo>
                <a:close/>
              </a:path>
              <a:path w="1043304" h="1755775">
                <a:moveTo>
                  <a:pt x="1013455" y="18949"/>
                </a:moveTo>
                <a:lnTo>
                  <a:pt x="984004" y="68955"/>
                </a:lnTo>
                <a:lnTo>
                  <a:pt x="1011152" y="53753"/>
                </a:lnTo>
                <a:lnTo>
                  <a:pt x="1011256" y="26802"/>
                </a:lnTo>
                <a:lnTo>
                  <a:pt x="1026783" y="26802"/>
                </a:lnTo>
                <a:lnTo>
                  <a:pt x="1013455" y="18949"/>
                </a:lnTo>
                <a:close/>
              </a:path>
              <a:path w="1043304" h="1755775">
                <a:moveTo>
                  <a:pt x="1011256" y="26802"/>
                </a:moveTo>
                <a:lnTo>
                  <a:pt x="1011152" y="53753"/>
                </a:lnTo>
                <a:lnTo>
                  <a:pt x="1034603" y="40621"/>
                </a:lnTo>
                <a:lnTo>
                  <a:pt x="1011256" y="26802"/>
                </a:lnTo>
                <a:close/>
              </a:path>
            </a:pathLst>
          </a:custGeom>
          <a:solidFill>
            <a:srgbClr val="2CB8FF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95462" y="4509384"/>
            <a:ext cx="844337" cy="1235897"/>
          </a:xfrm>
          <a:custGeom>
            <a:avLst/>
            <a:gdLst/>
            <a:ahLst/>
            <a:cxnLst/>
            <a:rect l="l" t="t" r="r" b="b"/>
            <a:pathLst>
              <a:path w="1392555" h="2038350">
                <a:moveTo>
                  <a:pt x="35027" y="51624"/>
                </a:moveTo>
                <a:lnTo>
                  <a:pt x="37149" y="82676"/>
                </a:lnTo>
                <a:lnTo>
                  <a:pt x="1366489" y="2038007"/>
                </a:lnTo>
                <a:lnTo>
                  <a:pt x="1392453" y="2020314"/>
                </a:lnTo>
                <a:lnTo>
                  <a:pt x="63172" y="65067"/>
                </a:lnTo>
                <a:lnTo>
                  <a:pt x="35027" y="51624"/>
                </a:lnTo>
                <a:close/>
              </a:path>
              <a:path w="1392555" h="2038350">
                <a:moveTo>
                  <a:pt x="0" y="0"/>
                </a:moveTo>
                <a:lnTo>
                  <a:pt x="9317" y="135685"/>
                </a:lnTo>
                <a:lnTo>
                  <a:pt x="9946" y="144375"/>
                </a:lnTo>
                <a:lnTo>
                  <a:pt x="17379" y="150866"/>
                </a:lnTo>
                <a:lnTo>
                  <a:pt x="26069" y="150238"/>
                </a:lnTo>
                <a:lnTo>
                  <a:pt x="34758" y="149714"/>
                </a:lnTo>
                <a:lnTo>
                  <a:pt x="41250" y="142176"/>
                </a:lnTo>
                <a:lnTo>
                  <a:pt x="40621" y="133487"/>
                </a:lnTo>
                <a:lnTo>
                  <a:pt x="37149" y="82676"/>
                </a:lnTo>
                <a:lnTo>
                  <a:pt x="4501" y="34654"/>
                </a:lnTo>
                <a:lnTo>
                  <a:pt x="30466" y="16960"/>
                </a:lnTo>
                <a:lnTo>
                  <a:pt x="35496" y="16960"/>
                </a:lnTo>
                <a:lnTo>
                  <a:pt x="0" y="0"/>
                </a:lnTo>
                <a:close/>
              </a:path>
              <a:path w="1392555" h="2038350">
                <a:moveTo>
                  <a:pt x="35496" y="16960"/>
                </a:moveTo>
                <a:lnTo>
                  <a:pt x="30466" y="16960"/>
                </a:lnTo>
                <a:lnTo>
                  <a:pt x="63172" y="65067"/>
                </a:lnTo>
                <a:lnTo>
                  <a:pt x="109092" y="87002"/>
                </a:lnTo>
                <a:lnTo>
                  <a:pt x="115162" y="88534"/>
                </a:lnTo>
                <a:lnTo>
                  <a:pt x="121133" y="87643"/>
                </a:lnTo>
                <a:lnTo>
                  <a:pt x="126318" y="84572"/>
                </a:lnTo>
                <a:lnTo>
                  <a:pt x="130032" y="79568"/>
                </a:lnTo>
                <a:lnTo>
                  <a:pt x="131566" y="73514"/>
                </a:lnTo>
                <a:lnTo>
                  <a:pt x="130686" y="67568"/>
                </a:lnTo>
                <a:lnTo>
                  <a:pt x="127647" y="62387"/>
                </a:lnTo>
                <a:lnTo>
                  <a:pt x="122703" y="58629"/>
                </a:lnTo>
                <a:lnTo>
                  <a:pt x="35496" y="16960"/>
                </a:lnTo>
                <a:close/>
              </a:path>
              <a:path w="1392555" h="2038350">
                <a:moveTo>
                  <a:pt x="30466" y="16960"/>
                </a:moveTo>
                <a:lnTo>
                  <a:pt x="4501" y="34654"/>
                </a:lnTo>
                <a:lnTo>
                  <a:pt x="37149" y="82676"/>
                </a:lnTo>
                <a:lnTo>
                  <a:pt x="35027" y="51624"/>
                </a:lnTo>
                <a:lnTo>
                  <a:pt x="10678" y="39993"/>
                </a:lnTo>
                <a:lnTo>
                  <a:pt x="33188" y="24708"/>
                </a:lnTo>
                <a:lnTo>
                  <a:pt x="35733" y="24708"/>
                </a:lnTo>
                <a:lnTo>
                  <a:pt x="30466" y="16960"/>
                </a:lnTo>
                <a:close/>
              </a:path>
              <a:path w="1392555" h="2038350">
                <a:moveTo>
                  <a:pt x="35733" y="24708"/>
                </a:moveTo>
                <a:lnTo>
                  <a:pt x="33188" y="24708"/>
                </a:lnTo>
                <a:lnTo>
                  <a:pt x="35027" y="51624"/>
                </a:lnTo>
                <a:lnTo>
                  <a:pt x="63172" y="65067"/>
                </a:lnTo>
                <a:lnTo>
                  <a:pt x="35733" y="24708"/>
                </a:lnTo>
                <a:close/>
              </a:path>
              <a:path w="1392555" h="2038350">
                <a:moveTo>
                  <a:pt x="33188" y="24708"/>
                </a:moveTo>
                <a:lnTo>
                  <a:pt x="10678" y="39993"/>
                </a:lnTo>
                <a:lnTo>
                  <a:pt x="35027" y="51624"/>
                </a:lnTo>
                <a:lnTo>
                  <a:pt x="33188" y="24708"/>
                </a:lnTo>
                <a:close/>
              </a:path>
            </a:pathLst>
          </a:custGeom>
          <a:solidFill>
            <a:srgbClr val="2CB8FF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AEE51430-3730-0A8B-5B1B-86FD1841CB7E}"/>
              </a:ext>
            </a:extLst>
          </p:cNvPr>
          <p:cNvSpPr/>
          <p:nvPr/>
        </p:nvSpPr>
        <p:spPr>
          <a:xfrm>
            <a:off x="357937" y="5806407"/>
            <a:ext cx="291291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Versions of the same model</a:t>
            </a: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92A9BBA-15A0-60DC-4002-501A823B76B3}"/>
              </a:ext>
            </a:extLst>
          </p:cNvPr>
          <p:cNvSpPr/>
          <p:nvPr/>
        </p:nvSpPr>
        <p:spPr>
          <a:xfrm>
            <a:off x="3622931" y="5822209"/>
            <a:ext cx="291291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-US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Tags: free-form metadata &amp; labels</a:t>
            </a: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FDF265A4-EB74-1209-BD4B-930B21FEAEB0}"/>
              </a:ext>
            </a:extLst>
          </p:cNvPr>
          <p:cNvSpPr/>
          <p:nvPr/>
        </p:nvSpPr>
        <p:spPr>
          <a:xfrm>
            <a:off x="7195462" y="5822209"/>
            <a:ext cx="367861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Aliases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—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shortcuts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to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the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model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,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like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`: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latest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`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in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Docker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   </a:t>
            </a:r>
            <a:r>
              <a:rPr lang="ru-RU" kern="1200" dirty="0" err="1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images</a:t>
            </a:r>
            <a:r>
              <a:rPr lang="ru-RU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69702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6132" y="6425216"/>
            <a:ext cx="193104" cy="1523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2688" y="343870"/>
            <a:ext cx="5865310" cy="688791"/>
            <a:chOff x="942513" y="566404"/>
            <a:chExt cx="9673590" cy="11360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513" y="566404"/>
              <a:ext cx="3466476" cy="11357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5907" y="566404"/>
              <a:ext cx="6519614" cy="113573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612" y="2007060"/>
            <a:ext cx="8894852" cy="4217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1465" y="6425216"/>
            <a:ext cx="185105" cy="1523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72612" y="1588382"/>
            <a:ext cx="6895224" cy="2185727"/>
          </a:xfrm>
          <a:custGeom>
            <a:avLst/>
            <a:gdLst/>
            <a:ahLst/>
            <a:cxnLst/>
            <a:rect l="l" t="t" r="r" b="b"/>
            <a:pathLst>
              <a:path w="11372215" h="3604895">
                <a:moveTo>
                  <a:pt x="11233415" y="0"/>
                </a:moveTo>
                <a:lnTo>
                  <a:pt x="138282" y="0"/>
                </a:lnTo>
                <a:lnTo>
                  <a:pt x="94580" y="7057"/>
                </a:lnTo>
                <a:lnTo>
                  <a:pt x="56621" y="26708"/>
                </a:lnTo>
                <a:lnTo>
                  <a:pt x="26685" y="56671"/>
                </a:lnTo>
                <a:lnTo>
                  <a:pt x="7051" y="94665"/>
                </a:lnTo>
                <a:lnTo>
                  <a:pt x="0" y="138407"/>
                </a:lnTo>
                <a:lnTo>
                  <a:pt x="0" y="3466476"/>
                </a:lnTo>
                <a:lnTo>
                  <a:pt x="7051" y="3510208"/>
                </a:lnTo>
                <a:lnTo>
                  <a:pt x="26685" y="3548176"/>
                </a:lnTo>
                <a:lnTo>
                  <a:pt x="56621" y="3578108"/>
                </a:lnTo>
                <a:lnTo>
                  <a:pt x="94580" y="3597733"/>
                </a:lnTo>
                <a:lnTo>
                  <a:pt x="138282" y="3604779"/>
                </a:lnTo>
                <a:lnTo>
                  <a:pt x="11233415" y="3604779"/>
                </a:lnTo>
                <a:lnTo>
                  <a:pt x="11277107" y="3597733"/>
                </a:lnTo>
                <a:lnTo>
                  <a:pt x="11315070" y="3578108"/>
                </a:lnTo>
                <a:lnTo>
                  <a:pt x="11345017" y="3548176"/>
                </a:lnTo>
                <a:lnTo>
                  <a:pt x="11364662" y="3510208"/>
                </a:lnTo>
                <a:lnTo>
                  <a:pt x="11371719" y="3466476"/>
                </a:lnTo>
                <a:lnTo>
                  <a:pt x="11371719" y="138407"/>
                </a:lnTo>
                <a:lnTo>
                  <a:pt x="11364662" y="94665"/>
                </a:lnTo>
                <a:lnTo>
                  <a:pt x="11345017" y="56671"/>
                </a:lnTo>
                <a:lnTo>
                  <a:pt x="11315070" y="26708"/>
                </a:lnTo>
                <a:lnTo>
                  <a:pt x="11277107" y="7057"/>
                </a:lnTo>
                <a:lnTo>
                  <a:pt x="11233415" y="0"/>
                </a:lnTo>
                <a:close/>
              </a:path>
            </a:pathLst>
          </a:custGeom>
          <a:solidFill>
            <a:srgbClr val="E6E6E6">
              <a:alpha val="39999"/>
            </a:srgbClr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3234" y="1688991"/>
            <a:ext cx="7283966" cy="2267310"/>
          </a:xfrm>
          <a:prstGeom prst="rect">
            <a:avLst/>
          </a:prstGeom>
        </p:spPr>
        <p:txBody>
          <a:bodyPr vert="horz" wrap="square" lIns="0" tIns="50822" rIns="0" bIns="0" rtlCol="0">
            <a:spAutoFit/>
          </a:bodyPr>
          <a:lstStyle/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import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MlflowClient</a:t>
            </a:r>
          </a:p>
          <a:p>
            <a:pPr marL="7700" algn="l" defTabSz="457109" rtl="0">
              <a:spcBef>
                <a:spcPts val="20"/>
              </a:spcBef>
            </a:pPr>
            <a:endParaRPr lang="en-US" sz="1200"/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979FB0"/>
                </a:solidFill>
                <a:latin typeface="Monaco"/>
                <a:cs typeface="Monaco"/>
              </a:rPr>
              <a:t># Load the champion by alias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model_uri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"models:/bot_classifier@champion"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model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mlflow.pyfunc.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load_model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(model_uri)</a:t>
            </a:r>
          </a:p>
          <a:p>
            <a:pPr marL="7700" algn="l" defTabSz="457109" rtl="0">
              <a:spcBef>
                <a:spcPts val="20"/>
              </a:spcBef>
            </a:pPr>
            <a:endParaRPr lang="en-US" sz="1200"/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979FB0"/>
                </a:solidFill>
                <a:latin typeface="Monaco"/>
                <a:cs typeface="Monaco"/>
              </a:rPr>
              <a:t># Resolve concrete version for logs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mv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MlflowClient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().</a:t>
            </a:r>
            <a:r>
              <a:rPr lang="en-US" sz="1200" kern="1200" spc="-40" dirty="0">
                <a:solidFill>
                  <a:srgbClr val="0C959B"/>
                </a:solidFill>
                <a:latin typeface="Monaco"/>
                <a:cs typeface="Monaco"/>
              </a:rPr>
              <a:t>get_model_version_by_alias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(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   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"bot_classifier"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200" kern="1200" spc="-40" dirty="0">
                <a:solidFill>
                  <a:srgbClr val="C86764"/>
                </a:solidFill>
                <a:latin typeface="Monaco"/>
                <a:cs typeface="Monaco"/>
              </a:rPr>
              <a:t>"champion"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)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version </a:t>
            </a:r>
            <a:r>
              <a:rPr lang="en-US" sz="1200" kern="1200" spc="-40" dirty="0">
                <a:solidFill>
                  <a:srgbClr val="994BC3"/>
                </a:solidFill>
                <a:latin typeface="Monaco"/>
                <a:cs typeface="Monaco"/>
              </a:rPr>
              <a:t>=</a:t>
            </a:r>
            <a:r>
              <a:rPr lang="en-US" sz="1200" kern="1200" spc="-40" dirty="0">
                <a:solidFill>
                  <a:srgbClr val="403E52"/>
                </a:solidFill>
                <a:latin typeface="Monaco"/>
                <a:cs typeface="Monaco"/>
              </a:rPr>
              <a:t> mv.version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7F0FD6D-D819-6D00-605C-AEC92444DFC8}"/>
              </a:ext>
            </a:extLst>
          </p:cNvPr>
          <p:cNvSpPr/>
          <p:nvPr/>
        </p:nvSpPr>
        <p:spPr>
          <a:xfrm>
            <a:off x="648837" y="4223473"/>
            <a:ext cx="4227963" cy="777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lnSpc>
                <a:spcPct val="112000"/>
              </a:lnSpc>
            </a:pPr>
            <a:r>
              <a:rPr lang="en-US" sz="1500" b="1" kern="1200" dirty="0">
                <a:solidFill>
                  <a:srgbClr val="141414"/>
                </a:solidFill>
                <a:latin typeface="Graphik LCG" pitchFamily="34" charset="0"/>
              </a:rPr>
              <a:t>Pull method. </a:t>
            </a:r>
            <a:r>
              <a:rPr lang="en-US" sz="1500" kern="1200" dirty="0">
                <a:solidFill>
                  <a:srgbClr val="141414"/>
                </a:solidFill>
                <a:latin typeface="Graphik LC" pitchFamily="34" charset="0"/>
              </a:rPr>
              <a:t>The alias eases rollout — but log the resolved concrete version, not just the alias, for reproducibility.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9E44AAE-82B7-D675-05BA-B0892F9A4FFB}"/>
              </a:ext>
            </a:extLst>
          </p:cNvPr>
          <p:cNvSpPr/>
          <p:nvPr/>
        </p:nvSpPr>
        <p:spPr>
          <a:xfrm>
            <a:off x="616482" y="366937"/>
            <a:ext cx="11180282" cy="69890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" sz="4000" b="1" kern="1200" dirty="0" err="1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MLFlow</a:t>
            </a:r>
            <a:r>
              <a:rPr lang="en" sz="4000" b="1" kern="1200" dirty="0">
                <a:solidFill>
                  <a:srgbClr val="141414"/>
                </a:solidFill>
                <a:latin typeface="GRAPHIKLCG-SEMIBOLD" panose="020B0503030202060203" pitchFamily="34" charset="0"/>
                <a:ea typeface="+mn-ea"/>
                <a:cs typeface="+mn-cs"/>
              </a:rPr>
              <a:t> - getting the model via API</a:t>
            </a:r>
            <a:endParaRPr lang="en-US" sz="4000" b="1" kern="1200" dirty="0">
              <a:solidFill>
                <a:srgbClr val="141414"/>
              </a:solidFill>
              <a:latin typeface="GRAPHIKLCG-SEMIBOLD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973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" y="3655"/>
            <a:ext cx="12189942" cy="6855952"/>
          </a:xfrm>
          <a:custGeom>
            <a:avLst/>
            <a:gdLst/>
            <a:ahLst/>
            <a:cxnLst/>
            <a:rect l="l" t="t" r="r" b="b"/>
            <a:pathLst>
              <a:path w="20104735" h="11307445">
                <a:moveTo>
                  <a:pt x="20104204" y="0"/>
                </a:moveTo>
                <a:lnTo>
                  <a:pt x="0" y="0"/>
                </a:lnTo>
                <a:lnTo>
                  <a:pt x="0" y="11307142"/>
                </a:lnTo>
                <a:lnTo>
                  <a:pt x="20104204" y="11307142"/>
                </a:lnTo>
                <a:lnTo>
                  <a:pt x="201042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15" y="4938"/>
            <a:ext cx="5294719" cy="6849407"/>
          </a:xfrm>
          <a:custGeom>
            <a:avLst/>
            <a:gdLst/>
            <a:ahLst/>
            <a:cxnLst/>
            <a:rect l="l" t="t" r="r" b="b"/>
            <a:pathLst>
              <a:path w="8732520" h="11296650">
                <a:moveTo>
                  <a:pt x="5611197" y="0"/>
                </a:moveTo>
                <a:lnTo>
                  <a:pt x="0" y="0"/>
                </a:lnTo>
                <a:lnTo>
                  <a:pt x="0" y="11296278"/>
                </a:lnTo>
                <a:lnTo>
                  <a:pt x="5627668" y="11296278"/>
                </a:lnTo>
                <a:lnTo>
                  <a:pt x="5867436" y="11136747"/>
                </a:lnTo>
                <a:lnTo>
                  <a:pt x="6099791" y="10967305"/>
                </a:lnTo>
                <a:lnTo>
                  <a:pt x="6324430" y="10788254"/>
                </a:lnTo>
                <a:lnTo>
                  <a:pt x="6541053" y="10599896"/>
                </a:lnTo>
                <a:lnTo>
                  <a:pt x="6749357" y="10402530"/>
                </a:lnTo>
                <a:lnTo>
                  <a:pt x="6949041" y="10196459"/>
                </a:lnTo>
                <a:lnTo>
                  <a:pt x="7139803" y="9981985"/>
                </a:lnTo>
                <a:lnTo>
                  <a:pt x="7321341" y="9759408"/>
                </a:lnTo>
                <a:lnTo>
                  <a:pt x="7493354" y="9529029"/>
                </a:lnTo>
                <a:lnTo>
                  <a:pt x="7655540" y="9291151"/>
                </a:lnTo>
                <a:lnTo>
                  <a:pt x="7807596" y="9046074"/>
                </a:lnTo>
                <a:lnTo>
                  <a:pt x="7949223" y="8794100"/>
                </a:lnTo>
                <a:lnTo>
                  <a:pt x="8059059" y="8579070"/>
                </a:lnTo>
                <a:lnTo>
                  <a:pt x="8161267" y="8359634"/>
                </a:lnTo>
                <a:lnTo>
                  <a:pt x="8255674" y="8135967"/>
                </a:lnTo>
                <a:lnTo>
                  <a:pt x="8342103" y="7908242"/>
                </a:lnTo>
                <a:lnTo>
                  <a:pt x="8420381" y="7676634"/>
                </a:lnTo>
                <a:lnTo>
                  <a:pt x="8490333" y="7441318"/>
                </a:lnTo>
                <a:lnTo>
                  <a:pt x="8551785" y="7202467"/>
                </a:lnTo>
                <a:lnTo>
                  <a:pt x="8604561" y="6960257"/>
                </a:lnTo>
                <a:lnTo>
                  <a:pt x="8648487" y="6714861"/>
                </a:lnTo>
                <a:lnTo>
                  <a:pt x="8683388" y="6466455"/>
                </a:lnTo>
                <a:lnTo>
                  <a:pt x="8709091" y="6215211"/>
                </a:lnTo>
                <a:lnTo>
                  <a:pt x="8725420" y="5961306"/>
                </a:lnTo>
                <a:lnTo>
                  <a:pt x="8732200" y="5704912"/>
                </a:lnTo>
                <a:lnTo>
                  <a:pt x="8729269" y="5447062"/>
                </a:lnTo>
                <a:lnTo>
                  <a:pt x="8716665" y="5191405"/>
                </a:lnTo>
                <a:lnTo>
                  <a:pt x="8694563" y="4938357"/>
                </a:lnTo>
                <a:lnTo>
                  <a:pt x="8663138" y="4688096"/>
                </a:lnTo>
                <a:lnTo>
                  <a:pt x="8622567" y="4440797"/>
                </a:lnTo>
                <a:lnTo>
                  <a:pt x="8573027" y="4196635"/>
                </a:lnTo>
                <a:lnTo>
                  <a:pt x="8514693" y="3955787"/>
                </a:lnTo>
                <a:lnTo>
                  <a:pt x="8447741" y="3718427"/>
                </a:lnTo>
                <a:lnTo>
                  <a:pt x="8372348" y="3484732"/>
                </a:lnTo>
                <a:lnTo>
                  <a:pt x="8288690" y="3254878"/>
                </a:lnTo>
                <a:lnTo>
                  <a:pt x="8196942" y="3029039"/>
                </a:lnTo>
                <a:lnTo>
                  <a:pt x="8097282" y="2807392"/>
                </a:lnTo>
                <a:lnTo>
                  <a:pt x="7989886" y="2590112"/>
                </a:lnTo>
                <a:lnTo>
                  <a:pt x="7874928" y="2377375"/>
                </a:lnTo>
                <a:lnTo>
                  <a:pt x="7727248" y="2128334"/>
                </a:lnTo>
                <a:lnTo>
                  <a:pt x="7569239" y="1886392"/>
                </a:lnTo>
                <a:lnTo>
                  <a:pt x="7401205" y="1651851"/>
                </a:lnTo>
                <a:lnTo>
                  <a:pt x="7223451" y="1425016"/>
                </a:lnTo>
                <a:lnTo>
                  <a:pt x="7036281" y="1206190"/>
                </a:lnTo>
                <a:lnTo>
                  <a:pt x="6840000" y="995676"/>
                </a:lnTo>
                <a:lnTo>
                  <a:pt x="6634913" y="793778"/>
                </a:lnTo>
                <a:lnTo>
                  <a:pt x="6421323" y="600800"/>
                </a:lnTo>
                <a:lnTo>
                  <a:pt x="6199535" y="417045"/>
                </a:lnTo>
                <a:lnTo>
                  <a:pt x="5969854" y="242816"/>
                </a:lnTo>
                <a:lnTo>
                  <a:pt x="5732583" y="78418"/>
                </a:lnTo>
                <a:lnTo>
                  <a:pt x="5611197" y="0"/>
                </a:lnTo>
                <a:close/>
              </a:path>
            </a:pathLst>
          </a:custGeom>
          <a:solidFill>
            <a:srgbClr val="00A651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03243" y="442865"/>
            <a:ext cx="475878" cy="310707"/>
          </a:xfrm>
          <a:custGeom>
            <a:avLst/>
            <a:gdLst/>
            <a:ahLst/>
            <a:cxnLst/>
            <a:rect l="l" t="t" r="r" b="b"/>
            <a:pathLst>
              <a:path w="784859" h="512444">
                <a:moveTo>
                  <a:pt x="459849" y="330136"/>
                </a:moveTo>
                <a:lnTo>
                  <a:pt x="419028" y="330136"/>
                </a:lnTo>
                <a:lnTo>
                  <a:pt x="419028" y="479870"/>
                </a:lnTo>
                <a:lnTo>
                  <a:pt x="558479" y="479870"/>
                </a:lnTo>
                <a:lnTo>
                  <a:pt x="558479" y="512393"/>
                </a:lnTo>
                <a:lnTo>
                  <a:pt x="596693" y="512393"/>
                </a:lnTo>
                <a:lnTo>
                  <a:pt x="596693" y="446647"/>
                </a:lnTo>
                <a:lnTo>
                  <a:pt x="459850" y="446647"/>
                </a:lnTo>
                <a:lnTo>
                  <a:pt x="459849" y="330136"/>
                </a:lnTo>
                <a:close/>
              </a:path>
              <a:path w="784859" h="512444">
                <a:moveTo>
                  <a:pt x="247903" y="400095"/>
                </a:moveTo>
                <a:lnTo>
                  <a:pt x="221081" y="417012"/>
                </a:lnTo>
                <a:lnTo>
                  <a:pt x="337101" y="480902"/>
                </a:lnTo>
                <a:lnTo>
                  <a:pt x="357675" y="468768"/>
                </a:lnTo>
                <a:lnTo>
                  <a:pt x="357675" y="445243"/>
                </a:lnTo>
                <a:lnTo>
                  <a:pt x="329950" y="445243"/>
                </a:lnTo>
                <a:lnTo>
                  <a:pt x="247903" y="400095"/>
                </a:lnTo>
                <a:close/>
              </a:path>
              <a:path w="784859" h="512444">
                <a:moveTo>
                  <a:pt x="576488" y="330136"/>
                </a:moveTo>
                <a:lnTo>
                  <a:pt x="535667" y="330136"/>
                </a:lnTo>
                <a:lnTo>
                  <a:pt x="535667" y="446647"/>
                </a:lnTo>
                <a:lnTo>
                  <a:pt x="576489" y="446647"/>
                </a:lnTo>
                <a:lnTo>
                  <a:pt x="576488" y="330136"/>
                </a:lnTo>
                <a:close/>
              </a:path>
              <a:path w="784859" h="512444">
                <a:moveTo>
                  <a:pt x="357675" y="316967"/>
                </a:moveTo>
                <a:lnTo>
                  <a:pt x="329950" y="316967"/>
                </a:lnTo>
                <a:lnTo>
                  <a:pt x="329950" y="445243"/>
                </a:lnTo>
                <a:lnTo>
                  <a:pt x="357675" y="445243"/>
                </a:lnTo>
                <a:lnTo>
                  <a:pt x="357675" y="316967"/>
                </a:lnTo>
                <a:close/>
              </a:path>
              <a:path w="784859" h="512444">
                <a:moveTo>
                  <a:pt x="163780" y="0"/>
                </a:moveTo>
                <a:lnTo>
                  <a:pt x="143206" y="12135"/>
                </a:lnTo>
                <a:lnTo>
                  <a:pt x="143206" y="181387"/>
                </a:lnTo>
                <a:lnTo>
                  <a:pt x="0" y="271902"/>
                </a:lnTo>
                <a:lnTo>
                  <a:pt x="0" y="295199"/>
                </a:lnTo>
                <a:lnTo>
                  <a:pt x="194724" y="402443"/>
                </a:lnTo>
                <a:lnTo>
                  <a:pt x="245713" y="370214"/>
                </a:lnTo>
                <a:lnTo>
                  <a:pt x="193649" y="370214"/>
                </a:lnTo>
                <a:lnTo>
                  <a:pt x="34622" y="282799"/>
                </a:lnTo>
                <a:lnTo>
                  <a:pt x="157499" y="205163"/>
                </a:lnTo>
                <a:lnTo>
                  <a:pt x="215154" y="205163"/>
                </a:lnTo>
                <a:lnTo>
                  <a:pt x="170966" y="180849"/>
                </a:lnTo>
                <a:lnTo>
                  <a:pt x="170965" y="35620"/>
                </a:lnTo>
                <a:lnTo>
                  <a:pt x="228489" y="35620"/>
                </a:lnTo>
                <a:lnTo>
                  <a:pt x="163780" y="0"/>
                </a:lnTo>
                <a:close/>
              </a:path>
              <a:path w="784859" h="512444">
                <a:moveTo>
                  <a:pt x="215154" y="205163"/>
                </a:moveTo>
                <a:lnTo>
                  <a:pt x="157499" y="205163"/>
                </a:lnTo>
                <a:lnTo>
                  <a:pt x="316440" y="292620"/>
                </a:lnTo>
                <a:lnTo>
                  <a:pt x="193606" y="370214"/>
                </a:lnTo>
                <a:lnTo>
                  <a:pt x="245713" y="370214"/>
                </a:lnTo>
                <a:lnTo>
                  <a:pt x="329950" y="316967"/>
                </a:lnTo>
                <a:lnTo>
                  <a:pt x="357675" y="316967"/>
                </a:lnTo>
                <a:lnTo>
                  <a:pt x="357675" y="299512"/>
                </a:lnTo>
                <a:lnTo>
                  <a:pt x="407082" y="268307"/>
                </a:lnTo>
                <a:lnTo>
                  <a:pt x="329915" y="268307"/>
                </a:lnTo>
                <a:lnTo>
                  <a:pt x="215154" y="205163"/>
                </a:lnTo>
                <a:close/>
              </a:path>
              <a:path w="784859" h="512444">
                <a:moveTo>
                  <a:pt x="228489" y="35620"/>
                </a:moveTo>
                <a:lnTo>
                  <a:pt x="170965" y="35620"/>
                </a:lnTo>
                <a:lnTo>
                  <a:pt x="329915" y="123111"/>
                </a:lnTo>
                <a:lnTo>
                  <a:pt x="329915" y="268307"/>
                </a:lnTo>
                <a:lnTo>
                  <a:pt x="407082" y="268307"/>
                </a:lnTo>
                <a:lnTo>
                  <a:pt x="409759" y="266616"/>
                </a:lnTo>
                <a:lnTo>
                  <a:pt x="357675" y="266616"/>
                </a:lnTo>
                <a:lnTo>
                  <a:pt x="357674" y="106731"/>
                </a:lnTo>
                <a:lnTo>
                  <a:pt x="228489" y="35620"/>
                </a:lnTo>
                <a:close/>
              </a:path>
              <a:path w="784859" h="512444">
                <a:moveTo>
                  <a:pt x="384074" y="121258"/>
                </a:moveTo>
                <a:lnTo>
                  <a:pt x="384074" y="152915"/>
                </a:lnTo>
                <a:lnTo>
                  <a:pt x="466217" y="198066"/>
                </a:lnTo>
                <a:lnTo>
                  <a:pt x="357675" y="266616"/>
                </a:lnTo>
                <a:lnTo>
                  <a:pt x="409759" y="266616"/>
                </a:lnTo>
                <a:lnTo>
                  <a:pt x="500920" y="209040"/>
                </a:lnTo>
                <a:lnTo>
                  <a:pt x="500920" y="185102"/>
                </a:lnTo>
                <a:lnTo>
                  <a:pt x="384074" y="121258"/>
                </a:lnTo>
                <a:close/>
              </a:path>
              <a:path w="784859" h="512444">
                <a:moveTo>
                  <a:pt x="650938" y="330426"/>
                </a:moveTo>
                <a:lnTo>
                  <a:pt x="605986" y="330426"/>
                </a:lnTo>
                <a:lnTo>
                  <a:pt x="678956" y="441982"/>
                </a:lnTo>
                <a:lnTo>
                  <a:pt x="656600" y="480159"/>
                </a:lnTo>
                <a:lnTo>
                  <a:pt x="696553" y="480159"/>
                </a:lnTo>
                <a:lnTo>
                  <a:pt x="740268" y="405953"/>
                </a:lnTo>
                <a:lnTo>
                  <a:pt x="700236" y="405953"/>
                </a:lnTo>
                <a:lnTo>
                  <a:pt x="650938" y="330426"/>
                </a:lnTo>
                <a:close/>
              </a:path>
              <a:path w="784859" h="512444">
                <a:moveTo>
                  <a:pt x="784761" y="330426"/>
                </a:moveTo>
                <a:lnTo>
                  <a:pt x="744568" y="330426"/>
                </a:lnTo>
                <a:lnTo>
                  <a:pt x="700236" y="405953"/>
                </a:lnTo>
                <a:lnTo>
                  <a:pt x="740268" y="405953"/>
                </a:lnTo>
                <a:lnTo>
                  <a:pt x="784761" y="33042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-16806" y="16039"/>
            <a:ext cx="5309349" cy="6853257"/>
          </a:xfrm>
          <a:custGeom>
            <a:avLst/>
            <a:gdLst/>
            <a:ahLst/>
            <a:cxnLst/>
            <a:rect l="l" t="t" r="r" b="b"/>
            <a:pathLst>
              <a:path w="8756650" h="11303000">
                <a:moveTo>
                  <a:pt x="5648241" y="0"/>
                </a:moveTo>
                <a:lnTo>
                  <a:pt x="0" y="0"/>
                </a:lnTo>
                <a:lnTo>
                  <a:pt x="0" y="11303000"/>
                </a:lnTo>
                <a:lnTo>
                  <a:pt x="5678178" y="11303000"/>
                </a:lnTo>
                <a:lnTo>
                  <a:pt x="5710978" y="11290300"/>
                </a:lnTo>
                <a:lnTo>
                  <a:pt x="5754562" y="11264900"/>
                </a:lnTo>
                <a:lnTo>
                  <a:pt x="5797908" y="11226800"/>
                </a:lnTo>
                <a:lnTo>
                  <a:pt x="5883879" y="11176000"/>
                </a:lnTo>
                <a:lnTo>
                  <a:pt x="5926499" y="11137900"/>
                </a:lnTo>
                <a:lnTo>
                  <a:pt x="5968875" y="11112500"/>
                </a:lnTo>
                <a:lnTo>
                  <a:pt x="6011004" y="11074400"/>
                </a:lnTo>
                <a:lnTo>
                  <a:pt x="6052884" y="11049000"/>
                </a:lnTo>
                <a:lnTo>
                  <a:pt x="6094514" y="11010900"/>
                </a:lnTo>
                <a:lnTo>
                  <a:pt x="6135891" y="10985500"/>
                </a:lnTo>
                <a:lnTo>
                  <a:pt x="6177014" y="10947400"/>
                </a:lnTo>
                <a:lnTo>
                  <a:pt x="6217882" y="10922000"/>
                </a:lnTo>
                <a:lnTo>
                  <a:pt x="6258492" y="10883900"/>
                </a:lnTo>
                <a:lnTo>
                  <a:pt x="6298843" y="10858500"/>
                </a:lnTo>
                <a:lnTo>
                  <a:pt x="6378760" y="10782300"/>
                </a:lnTo>
                <a:lnTo>
                  <a:pt x="6418322" y="10756900"/>
                </a:lnTo>
                <a:lnTo>
                  <a:pt x="6496647" y="10680700"/>
                </a:lnTo>
                <a:lnTo>
                  <a:pt x="6535406" y="10655300"/>
                </a:lnTo>
                <a:lnTo>
                  <a:pt x="6612107" y="10579100"/>
                </a:lnTo>
                <a:lnTo>
                  <a:pt x="6687708" y="10502900"/>
                </a:lnTo>
                <a:lnTo>
                  <a:pt x="6725091" y="10477500"/>
                </a:lnTo>
                <a:lnTo>
                  <a:pt x="6799016" y="10401300"/>
                </a:lnTo>
                <a:lnTo>
                  <a:pt x="6871805" y="10325100"/>
                </a:lnTo>
                <a:lnTo>
                  <a:pt x="6943446" y="10248900"/>
                </a:lnTo>
                <a:lnTo>
                  <a:pt x="7013923" y="10172700"/>
                </a:lnTo>
                <a:lnTo>
                  <a:pt x="7083223" y="10096500"/>
                </a:lnTo>
                <a:lnTo>
                  <a:pt x="7151332" y="10020300"/>
                </a:lnTo>
                <a:lnTo>
                  <a:pt x="7184935" y="9982200"/>
                </a:lnTo>
                <a:lnTo>
                  <a:pt x="7218236" y="9931400"/>
                </a:lnTo>
                <a:lnTo>
                  <a:pt x="7251231" y="9893300"/>
                </a:lnTo>
                <a:lnTo>
                  <a:pt x="7283920" y="9855200"/>
                </a:lnTo>
                <a:lnTo>
                  <a:pt x="7316301" y="9817100"/>
                </a:lnTo>
                <a:lnTo>
                  <a:pt x="7348372" y="9779000"/>
                </a:lnTo>
                <a:lnTo>
                  <a:pt x="7380131" y="9728200"/>
                </a:lnTo>
                <a:lnTo>
                  <a:pt x="7411576" y="9690100"/>
                </a:lnTo>
                <a:lnTo>
                  <a:pt x="7442706" y="9652000"/>
                </a:lnTo>
                <a:lnTo>
                  <a:pt x="7473519" y="9601200"/>
                </a:lnTo>
                <a:lnTo>
                  <a:pt x="7504013" y="9563100"/>
                </a:lnTo>
                <a:lnTo>
                  <a:pt x="7534187" y="9525000"/>
                </a:lnTo>
                <a:lnTo>
                  <a:pt x="7564038" y="9474200"/>
                </a:lnTo>
                <a:lnTo>
                  <a:pt x="7593565" y="9436100"/>
                </a:lnTo>
                <a:lnTo>
                  <a:pt x="7622766" y="9398000"/>
                </a:lnTo>
                <a:lnTo>
                  <a:pt x="7651640" y="9347200"/>
                </a:lnTo>
                <a:lnTo>
                  <a:pt x="7680185" y="9309100"/>
                </a:lnTo>
                <a:lnTo>
                  <a:pt x="7708398" y="9258300"/>
                </a:lnTo>
                <a:lnTo>
                  <a:pt x="7736279" y="9220200"/>
                </a:lnTo>
                <a:lnTo>
                  <a:pt x="7763825" y="9169400"/>
                </a:lnTo>
                <a:lnTo>
                  <a:pt x="7791034" y="9131300"/>
                </a:lnTo>
                <a:lnTo>
                  <a:pt x="7817906" y="9080500"/>
                </a:lnTo>
                <a:lnTo>
                  <a:pt x="7844437" y="9042400"/>
                </a:lnTo>
                <a:lnTo>
                  <a:pt x="7870628" y="8991600"/>
                </a:lnTo>
                <a:lnTo>
                  <a:pt x="7896474" y="8953500"/>
                </a:lnTo>
                <a:lnTo>
                  <a:pt x="7921976" y="8902700"/>
                </a:lnTo>
                <a:lnTo>
                  <a:pt x="7947131" y="8851900"/>
                </a:lnTo>
                <a:lnTo>
                  <a:pt x="7971937" y="8813800"/>
                </a:lnTo>
                <a:lnTo>
                  <a:pt x="7996393" y="8763000"/>
                </a:lnTo>
                <a:lnTo>
                  <a:pt x="8020497" y="8724900"/>
                </a:lnTo>
                <a:lnTo>
                  <a:pt x="8044247" y="8674100"/>
                </a:lnTo>
                <a:lnTo>
                  <a:pt x="8067641" y="8623300"/>
                </a:lnTo>
                <a:lnTo>
                  <a:pt x="8090678" y="8572500"/>
                </a:lnTo>
                <a:lnTo>
                  <a:pt x="8113356" y="8534400"/>
                </a:lnTo>
                <a:lnTo>
                  <a:pt x="8135673" y="8483600"/>
                </a:lnTo>
                <a:lnTo>
                  <a:pt x="8157627" y="8432800"/>
                </a:lnTo>
                <a:lnTo>
                  <a:pt x="8179217" y="8382000"/>
                </a:lnTo>
                <a:lnTo>
                  <a:pt x="8200441" y="8343900"/>
                </a:lnTo>
                <a:lnTo>
                  <a:pt x="8221297" y="8293100"/>
                </a:lnTo>
                <a:lnTo>
                  <a:pt x="8241783" y="8242300"/>
                </a:lnTo>
                <a:lnTo>
                  <a:pt x="8261898" y="8191500"/>
                </a:lnTo>
                <a:lnTo>
                  <a:pt x="8281640" y="8140700"/>
                </a:lnTo>
                <a:lnTo>
                  <a:pt x="8301007" y="8089900"/>
                </a:lnTo>
                <a:lnTo>
                  <a:pt x="8319997" y="8051800"/>
                </a:lnTo>
                <a:lnTo>
                  <a:pt x="8338609" y="8001000"/>
                </a:lnTo>
                <a:lnTo>
                  <a:pt x="8356841" y="7950200"/>
                </a:lnTo>
                <a:lnTo>
                  <a:pt x="8374691" y="7899400"/>
                </a:lnTo>
                <a:lnTo>
                  <a:pt x="8392157" y="7848600"/>
                </a:lnTo>
                <a:lnTo>
                  <a:pt x="8409238" y="7797800"/>
                </a:lnTo>
                <a:lnTo>
                  <a:pt x="8425932" y="7747000"/>
                </a:lnTo>
                <a:lnTo>
                  <a:pt x="8442237" y="7696200"/>
                </a:lnTo>
                <a:lnTo>
                  <a:pt x="8458151" y="7645400"/>
                </a:lnTo>
                <a:lnTo>
                  <a:pt x="8473673" y="7594600"/>
                </a:lnTo>
                <a:lnTo>
                  <a:pt x="8488800" y="7543800"/>
                </a:lnTo>
                <a:lnTo>
                  <a:pt x="8503532" y="7493000"/>
                </a:lnTo>
                <a:lnTo>
                  <a:pt x="8517866" y="7442200"/>
                </a:lnTo>
                <a:lnTo>
                  <a:pt x="8531801" y="7391400"/>
                </a:lnTo>
                <a:lnTo>
                  <a:pt x="8545334" y="7340600"/>
                </a:lnTo>
                <a:lnTo>
                  <a:pt x="8558465" y="7289800"/>
                </a:lnTo>
                <a:lnTo>
                  <a:pt x="8571191" y="7239000"/>
                </a:lnTo>
                <a:lnTo>
                  <a:pt x="8583510" y="7188200"/>
                </a:lnTo>
                <a:lnTo>
                  <a:pt x="8595421" y="7124700"/>
                </a:lnTo>
                <a:lnTo>
                  <a:pt x="8606923" y="7073900"/>
                </a:lnTo>
                <a:lnTo>
                  <a:pt x="8618012" y="7023100"/>
                </a:lnTo>
                <a:lnTo>
                  <a:pt x="8628689" y="6972300"/>
                </a:lnTo>
                <a:lnTo>
                  <a:pt x="8638950" y="6921500"/>
                </a:lnTo>
                <a:lnTo>
                  <a:pt x="8648794" y="6870700"/>
                </a:lnTo>
                <a:lnTo>
                  <a:pt x="8658219" y="6807200"/>
                </a:lnTo>
                <a:lnTo>
                  <a:pt x="8667224" y="6756400"/>
                </a:lnTo>
                <a:lnTo>
                  <a:pt x="8675807" y="6705600"/>
                </a:lnTo>
                <a:lnTo>
                  <a:pt x="8683966" y="6654800"/>
                </a:lnTo>
                <a:lnTo>
                  <a:pt x="8691699" y="6604000"/>
                </a:lnTo>
                <a:lnTo>
                  <a:pt x="8699005" y="6540500"/>
                </a:lnTo>
                <a:lnTo>
                  <a:pt x="8705882" y="6489700"/>
                </a:lnTo>
                <a:lnTo>
                  <a:pt x="8712327" y="6438900"/>
                </a:lnTo>
                <a:lnTo>
                  <a:pt x="8718340" y="6388100"/>
                </a:lnTo>
                <a:lnTo>
                  <a:pt x="8723919" y="6324600"/>
                </a:lnTo>
                <a:lnTo>
                  <a:pt x="8729061" y="6273800"/>
                </a:lnTo>
                <a:lnTo>
                  <a:pt x="8733765" y="6223000"/>
                </a:lnTo>
                <a:lnTo>
                  <a:pt x="8738030" y="6159500"/>
                </a:lnTo>
                <a:lnTo>
                  <a:pt x="8741853" y="6108700"/>
                </a:lnTo>
                <a:lnTo>
                  <a:pt x="8745233" y="6057900"/>
                </a:lnTo>
                <a:lnTo>
                  <a:pt x="8748168" y="5994400"/>
                </a:lnTo>
                <a:lnTo>
                  <a:pt x="8750656" y="5943600"/>
                </a:lnTo>
                <a:lnTo>
                  <a:pt x="8752696" y="5892800"/>
                </a:lnTo>
                <a:lnTo>
                  <a:pt x="8754285" y="5829300"/>
                </a:lnTo>
                <a:lnTo>
                  <a:pt x="8755423" y="5778500"/>
                </a:lnTo>
                <a:lnTo>
                  <a:pt x="8756106" y="5715000"/>
                </a:lnTo>
                <a:lnTo>
                  <a:pt x="8756335" y="5664200"/>
                </a:lnTo>
                <a:lnTo>
                  <a:pt x="8756106" y="5613400"/>
                </a:lnTo>
                <a:lnTo>
                  <a:pt x="8755423" y="5549900"/>
                </a:lnTo>
                <a:lnTo>
                  <a:pt x="8754285" y="5499100"/>
                </a:lnTo>
                <a:lnTo>
                  <a:pt x="8752696" y="5448300"/>
                </a:lnTo>
                <a:lnTo>
                  <a:pt x="8750656" y="5384800"/>
                </a:lnTo>
                <a:lnTo>
                  <a:pt x="8748168" y="5334000"/>
                </a:lnTo>
                <a:lnTo>
                  <a:pt x="8745233" y="5283200"/>
                </a:lnTo>
                <a:lnTo>
                  <a:pt x="8741853" y="5219700"/>
                </a:lnTo>
                <a:lnTo>
                  <a:pt x="8738030" y="5168900"/>
                </a:lnTo>
                <a:lnTo>
                  <a:pt x="8733765" y="5118100"/>
                </a:lnTo>
                <a:lnTo>
                  <a:pt x="8729061" y="5054600"/>
                </a:lnTo>
                <a:lnTo>
                  <a:pt x="8723919" y="5003800"/>
                </a:lnTo>
                <a:lnTo>
                  <a:pt x="8718340" y="4953000"/>
                </a:lnTo>
                <a:lnTo>
                  <a:pt x="8712327" y="4889500"/>
                </a:lnTo>
                <a:lnTo>
                  <a:pt x="8705882" y="4838700"/>
                </a:lnTo>
                <a:lnTo>
                  <a:pt x="8699005" y="4787900"/>
                </a:lnTo>
                <a:lnTo>
                  <a:pt x="8691699" y="4737100"/>
                </a:lnTo>
                <a:lnTo>
                  <a:pt x="8683966" y="4673600"/>
                </a:lnTo>
                <a:lnTo>
                  <a:pt x="8675807" y="4622800"/>
                </a:lnTo>
                <a:lnTo>
                  <a:pt x="8667224" y="4572000"/>
                </a:lnTo>
                <a:lnTo>
                  <a:pt x="8658219" y="4521200"/>
                </a:lnTo>
                <a:lnTo>
                  <a:pt x="8648794" y="4470400"/>
                </a:lnTo>
                <a:lnTo>
                  <a:pt x="8638950" y="4406900"/>
                </a:lnTo>
                <a:lnTo>
                  <a:pt x="8628689" y="4356100"/>
                </a:lnTo>
                <a:lnTo>
                  <a:pt x="8618012" y="4305300"/>
                </a:lnTo>
                <a:lnTo>
                  <a:pt x="8606923" y="4254500"/>
                </a:lnTo>
                <a:lnTo>
                  <a:pt x="8595421" y="4203700"/>
                </a:lnTo>
                <a:lnTo>
                  <a:pt x="8583510" y="4152900"/>
                </a:lnTo>
                <a:lnTo>
                  <a:pt x="8571191" y="4102100"/>
                </a:lnTo>
                <a:lnTo>
                  <a:pt x="8558465" y="4038600"/>
                </a:lnTo>
                <a:lnTo>
                  <a:pt x="8545334" y="3987800"/>
                </a:lnTo>
                <a:lnTo>
                  <a:pt x="8531801" y="3937000"/>
                </a:lnTo>
                <a:lnTo>
                  <a:pt x="8517866" y="3886200"/>
                </a:lnTo>
                <a:lnTo>
                  <a:pt x="8503532" y="3835400"/>
                </a:lnTo>
                <a:lnTo>
                  <a:pt x="8488800" y="3784600"/>
                </a:lnTo>
                <a:lnTo>
                  <a:pt x="8473673" y="3733800"/>
                </a:lnTo>
                <a:lnTo>
                  <a:pt x="8458151" y="3683000"/>
                </a:lnTo>
                <a:lnTo>
                  <a:pt x="8442237" y="3632200"/>
                </a:lnTo>
                <a:lnTo>
                  <a:pt x="8425932" y="3581400"/>
                </a:lnTo>
                <a:lnTo>
                  <a:pt x="8409238" y="3530600"/>
                </a:lnTo>
                <a:lnTo>
                  <a:pt x="8392157" y="3479800"/>
                </a:lnTo>
                <a:lnTo>
                  <a:pt x="8374691" y="3429000"/>
                </a:lnTo>
                <a:lnTo>
                  <a:pt x="8356841" y="3378200"/>
                </a:lnTo>
                <a:lnTo>
                  <a:pt x="8338609" y="3327400"/>
                </a:lnTo>
                <a:lnTo>
                  <a:pt x="8319997" y="3289300"/>
                </a:lnTo>
                <a:lnTo>
                  <a:pt x="8301007" y="3238500"/>
                </a:lnTo>
                <a:lnTo>
                  <a:pt x="8281640" y="3187700"/>
                </a:lnTo>
                <a:lnTo>
                  <a:pt x="8261898" y="3136900"/>
                </a:lnTo>
                <a:lnTo>
                  <a:pt x="8241783" y="3086100"/>
                </a:lnTo>
                <a:lnTo>
                  <a:pt x="8221297" y="3035300"/>
                </a:lnTo>
                <a:lnTo>
                  <a:pt x="8200441" y="2997200"/>
                </a:lnTo>
                <a:lnTo>
                  <a:pt x="8179217" y="2946400"/>
                </a:lnTo>
                <a:lnTo>
                  <a:pt x="8157627" y="2895600"/>
                </a:lnTo>
                <a:lnTo>
                  <a:pt x="8135673" y="2844800"/>
                </a:lnTo>
                <a:lnTo>
                  <a:pt x="8113356" y="2794000"/>
                </a:lnTo>
                <a:lnTo>
                  <a:pt x="8090678" y="2755900"/>
                </a:lnTo>
                <a:lnTo>
                  <a:pt x="8067641" y="2705100"/>
                </a:lnTo>
                <a:lnTo>
                  <a:pt x="8044247" y="2654300"/>
                </a:lnTo>
                <a:lnTo>
                  <a:pt x="8020497" y="2616200"/>
                </a:lnTo>
                <a:lnTo>
                  <a:pt x="7996393" y="2565400"/>
                </a:lnTo>
                <a:lnTo>
                  <a:pt x="7971937" y="2514600"/>
                </a:lnTo>
                <a:lnTo>
                  <a:pt x="7947131" y="2476500"/>
                </a:lnTo>
                <a:lnTo>
                  <a:pt x="7921976" y="2425700"/>
                </a:lnTo>
                <a:lnTo>
                  <a:pt x="7896474" y="2387600"/>
                </a:lnTo>
                <a:lnTo>
                  <a:pt x="7870628" y="2336800"/>
                </a:lnTo>
                <a:lnTo>
                  <a:pt x="7844437" y="2286000"/>
                </a:lnTo>
                <a:lnTo>
                  <a:pt x="7817906" y="2247900"/>
                </a:lnTo>
                <a:lnTo>
                  <a:pt x="7791034" y="2197100"/>
                </a:lnTo>
                <a:lnTo>
                  <a:pt x="7763825" y="2159000"/>
                </a:lnTo>
                <a:lnTo>
                  <a:pt x="7736279" y="2108200"/>
                </a:lnTo>
                <a:lnTo>
                  <a:pt x="7708398" y="2070100"/>
                </a:lnTo>
                <a:lnTo>
                  <a:pt x="7680185" y="2019300"/>
                </a:lnTo>
                <a:lnTo>
                  <a:pt x="7651640" y="1981200"/>
                </a:lnTo>
                <a:lnTo>
                  <a:pt x="7622766" y="1943100"/>
                </a:lnTo>
                <a:lnTo>
                  <a:pt x="7593565" y="1892300"/>
                </a:lnTo>
                <a:lnTo>
                  <a:pt x="7564038" y="1854200"/>
                </a:lnTo>
                <a:lnTo>
                  <a:pt x="7534187" y="1803400"/>
                </a:lnTo>
                <a:lnTo>
                  <a:pt x="7504013" y="1765300"/>
                </a:lnTo>
                <a:lnTo>
                  <a:pt x="7473519" y="1727200"/>
                </a:lnTo>
                <a:lnTo>
                  <a:pt x="7442706" y="1676400"/>
                </a:lnTo>
                <a:lnTo>
                  <a:pt x="7411576" y="1638300"/>
                </a:lnTo>
                <a:lnTo>
                  <a:pt x="7380131" y="1600200"/>
                </a:lnTo>
                <a:lnTo>
                  <a:pt x="7348372" y="1562100"/>
                </a:lnTo>
                <a:lnTo>
                  <a:pt x="7316301" y="1511300"/>
                </a:lnTo>
                <a:lnTo>
                  <a:pt x="7283920" y="1473200"/>
                </a:lnTo>
                <a:lnTo>
                  <a:pt x="7251231" y="1435100"/>
                </a:lnTo>
                <a:lnTo>
                  <a:pt x="7218236" y="1397000"/>
                </a:lnTo>
                <a:lnTo>
                  <a:pt x="7184935" y="1358900"/>
                </a:lnTo>
                <a:lnTo>
                  <a:pt x="7151332" y="1320800"/>
                </a:lnTo>
                <a:lnTo>
                  <a:pt x="7117427" y="1270000"/>
                </a:lnTo>
                <a:lnTo>
                  <a:pt x="7048721" y="1193800"/>
                </a:lnTo>
                <a:lnTo>
                  <a:pt x="6978830" y="1117600"/>
                </a:lnTo>
                <a:lnTo>
                  <a:pt x="6907770" y="1041400"/>
                </a:lnTo>
                <a:lnTo>
                  <a:pt x="6835553" y="965200"/>
                </a:lnTo>
                <a:lnTo>
                  <a:pt x="6799016" y="927100"/>
                </a:lnTo>
                <a:lnTo>
                  <a:pt x="6762194" y="901700"/>
                </a:lnTo>
                <a:lnTo>
                  <a:pt x="6687708" y="825500"/>
                </a:lnTo>
                <a:lnTo>
                  <a:pt x="6612107" y="749300"/>
                </a:lnTo>
                <a:lnTo>
                  <a:pt x="6573893" y="711200"/>
                </a:lnTo>
                <a:lnTo>
                  <a:pt x="6535406" y="685800"/>
                </a:lnTo>
                <a:lnTo>
                  <a:pt x="6457619" y="609600"/>
                </a:lnTo>
                <a:lnTo>
                  <a:pt x="6418322" y="571500"/>
                </a:lnTo>
                <a:lnTo>
                  <a:pt x="6378760" y="546100"/>
                </a:lnTo>
                <a:lnTo>
                  <a:pt x="6338933" y="508000"/>
                </a:lnTo>
                <a:lnTo>
                  <a:pt x="6298843" y="482600"/>
                </a:lnTo>
                <a:lnTo>
                  <a:pt x="6217882" y="406400"/>
                </a:lnTo>
                <a:lnTo>
                  <a:pt x="6177014" y="381000"/>
                </a:lnTo>
                <a:lnTo>
                  <a:pt x="6135891" y="342900"/>
                </a:lnTo>
                <a:lnTo>
                  <a:pt x="6094514" y="317500"/>
                </a:lnTo>
                <a:lnTo>
                  <a:pt x="6052884" y="279400"/>
                </a:lnTo>
                <a:lnTo>
                  <a:pt x="6011004" y="254000"/>
                </a:lnTo>
                <a:lnTo>
                  <a:pt x="5968875" y="215900"/>
                </a:lnTo>
                <a:lnTo>
                  <a:pt x="5883879" y="165100"/>
                </a:lnTo>
                <a:lnTo>
                  <a:pt x="5841014" y="127000"/>
                </a:lnTo>
                <a:lnTo>
                  <a:pt x="5754562" y="76200"/>
                </a:lnTo>
                <a:lnTo>
                  <a:pt x="5710978" y="38100"/>
                </a:lnTo>
                <a:lnTo>
                  <a:pt x="5667157" y="12700"/>
                </a:lnTo>
                <a:lnTo>
                  <a:pt x="5648241" y="0"/>
                </a:lnTo>
                <a:close/>
              </a:path>
            </a:pathLst>
          </a:custGeom>
          <a:solidFill>
            <a:srgbClr val="2CB8FF"/>
          </a:solidFill>
        </p:spPr>
        <p:txBody>
          <a:bodyPr wrap="square" lIns="0" tIns="0" rIns="0" bIns="0" rtlCol="0"/>
          <a:lstStyle/>
          <a:p>
            <a:pPr algn="l" defTabSz="457109" rtl="0"/>
            <a:endParaRPr sz="1091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56040" y="1905000"/>
            <a:ext cx="462787" cy="462787"/>
            <a:chOff x="10649757" y="3151028"/>
            <a:chExt cx="763270" cy="763270"/>
          </a:xfrm>
        </p:grpSpPr>
        <p:sp>
          <p:nvSpPr>
            <p:cNvPr id="20" name="object 20"/>
            <p:cNvSpPr/>
            <p:nvPr/>
          </p:nvSpPr>
          <p:spPr>
            <a:xfrm>
              <a:off x="10660227" y="3161498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0" y="370937"/>
                  </a:moveTo>
                  <a:lnTo>
                    <a:pt x="2891" y="324402"/>
                  </a:lnTo>
                  <a:lnTo>
                    <a:pt x="11333" y="279593"/>
                  </a:lnTo>
                  <a:lnTo>
                    <a:pt x="24979" y="236859"/>
                  </a:lnTo>
                  <a:lnTo>
                    <a:pt x="43479" y="196545"/>
                  </a:lnTo>
                  <a:lnTo>
                    <a:pt x="66486" y="159001"/>
                  </a:lnTo>
                  <a:lnTo>
                    <a:pt x="93653" y="124572"/>
                  </a:lnTo>
                  <a:lnTo>
                    <a:pt x="124630" y="93606"/>
                  </a:lnTo>
                  <a:lnTo>
                    <a:pt x="159071" y="66452"/>
                  </a:lnTo>
                  <a:lnTo>
                    <a:pt x="196626" y="43455"/>
                  </a:lnTo>
                  <a:lnTo>
                    <a:pt x="236949" y="24965"/>
                  </a:lnTo>
                  <a:lnTo>
                    <a:pt x="279691" y="11327"/>
                  </a:lnTo>
                  <a:lnTo>
                    <a:pt x="324505" y="2889"/>
                  </a:lnTo>
                  <a:lnTo>
                    <a:pt x="371041" y="0"/>
                  </a:lnTo>
                  <a:lnTo>
                    <a:pt x="417576" y="2889"/>
                  </a:lnTo>
                  <a:lnTo>
                    <a:pt x="462385" y="11327"/>
                  </a:lnTo>
                  <a:lnTo>
                    <a:pt x="505119" y="24965"/>
                  </a:lnTo>
                  <a:lnTo>
                    <a:pt x="545433" y="43455"/>
                  </a:lnTo>
                  <a:lnTo>
                    <a:pt x="582977" y="66452"/>
                  </a:lnTo>
                  <a:lnTo>
                    <a:pt x="617406" y="93606"/>
                  </a:lnTo>
                  <a:lnTo>
                    <a:pt x="648372" y="124572"/>
                  </a:lnTo>
                  <a:lnTo>
                    <a:pt x="675526" y="159001"/>
                  </a:lnTo>
                  <a:lnTo>
                    <a:pt x="698523" y="196545"/>
                  </a:lnTo>
                  <a:lnTo>
                    <a:pt x="717013" y="236859"/>
                  </a:lnTo>
                  <a:lnTo>
                    <a:pt x="730651" y="279593"/>
                  </a:lnTo>
                  <a:lnTo>
                    <a:pt x="739089" y="324402"/>
                  </a:lnTo>
                  <a:lnTo>
                    <a:pt x="741978" y="370937"/>
                  </a:lnTo>
                  <a:lnTo>
                    <a:pt x="739089" y="417471"/>
                  </a:lnTo>
                  <a:lnTo>
                    <a:pt x="730651" y="462280"/>
                  </a:lnTo>
                  <a:lnTo>
                    <a:pt x="717013" y="505014"/>
                  </a:lnTo>
                  <a:lnTo>
                    <a:pt x="698523" y="545328"/>
                  </a:lnTo>
                  <a:lnTo>
                    <a:pt x="675526" y="582873"/>
                  </a:lnTo>
                  <a:lnTo>
                    <a:pt x="648372" y="617301"/>
                  </a:lnTo>
                  <a:lnTo>
                    <a:pt x="617406" y="648267"/>
                  </a:lnTo>
                  <a:lnTo>
                    <a:pt x="582977" y="675421"/>
                  </a:lnTo>
                  <a:lnTo>
                    <a:pt x="545433" y="698418"/>
                  </a:lnTo>
                  <a:lnTo>
                    <a:pt x="505119" y="716909"/>
                  </a:lnTo>
                  <a:lnTo>
                    <a:pt x="462385" y="730547"/>
                  </a:lnTo>
                  <a:lnTo>
                    <a:pt x="417576" y="738984"/>
                  </a:lnTo>
                  <a:lnTo>
                    <a:pt x="371041" y="741874"/>
                  </a:lnTo>
                  <a:lnTo>
                    <a:pt x="324505" y="738984"/>
                  </a:lnTo>
                  <a:lnTo>
                    <a:pt x="279691" y="730547"/>
                  </a:lnTo>
                  <a:lnTo>
                    <a:pt x="236949" y="716909"/>
                  </a:lnTo>
                  <a:lnTo>
                    <a:pt x="196626" y="698418"/>
                  </a:lnTo>
                  <a:lnTo>
                    <a:pt x="159071" y="675421"/>
                  </a:lnTo>
                  <a:lnTo>
                    <a:pt x="124630" y="648267"/>
                  </a:lnTo>
                  <a:lnTo>
                    <a:pt x="93653" y="617301"/>
                  </a:lnTo>
                  <a:lnTo>
                    <a:pt x="66486" y="582873"/>
                  </a:lnTo>
                  <a:lnTo>
                    <a:pt x="43479" y="545328"/>
                  </a:lnTo>
                  <a:lnTo>
                    <a:pt x="24979" y="505014"/>
                  </a:lnTo>
                  <a:lnTo>
                    <a:pt x="11333" y="462280"/>
                  </a:lnTo>
                  <a:lnTo>
                    <a:pt x="2891" y="417471"/>
                  </a:lnTo>
                  <a:lnTo>
                    <a:pt x="0" y="370937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5589" y="3305454"/>
              <a:ext cx="527666" cy="42338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955787" y="2848556"/>
            <a:ext cx="475493" cy="462787"/>
            <a:chOff x="10649339" y="4707226"/>
            <a:chExt cx="784225" cy="763270"/>
          </a:xfrm>
        </p:grpSpPr>
        <p:sp>
          <p:nvSpPr>
            <p:cNvPr id="23" name="object 23"/>
            <p:cNvSpPr/>
            <p:nvPr/>
          </p:nvSpPr>
          <p:spPr>
            <a:xfrm>
              <a:off x="10659808" y="4717696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0" y="370937"/>
                  </a:moveTo>
                  <a:lnTo>
                    <a:pt x="2891" y="324422"/>
                  </a:lnTo>
                  <a:lnTo>
                    <a:pt x="11333" y="279628"/>
                  </a:lnTo>
                  <a:lnTo>
                    <a:pt x="24979" y="236902"/>
                  </a:lnTo>
                  <a:lnTo>
                    <a:pt x="43479" y="196592"/>
                  </a:lnTo>
                  <a:lnTo>
                    <a:pt x="66486" y="159046"/>
                  </a:lnTo>
                  <a:lnTo>
                    <a:pt x="93653" y="124614"/>
                  </a:lnTo>
                  <a:lnTo>
                    <a:pt x="124630" y="93642"/>
                  </a:lnTo>
                  <a:lnTo>
                    <a:pt x="159071" y="66480"/>
                  </a:lnTo>
                  <a:lnTo>
                    <a:pt x="196626" y="43476"/>
                  </a:lnTo>
                  <a:lnTo>
                    <a:pt x="236949" y="24977"/>
                  </a:lnTo>
                  <a:lnTo>
                    <a:pt x="279691" y="11333"/>
                  </a:lnTo>
                  <a:lnTo>
                    <a:pt x="324505" y="2891"/>
                  </a:lnTo>
                  <a:lnTo>
                    <a:pt x="371041" y="0"/>
                  </a:lnTo>
                  <a:lnTo>
                    <a:pt x="417576" y="2891"/>
                  </a:lnTo>
                  <a:lnTo>
                    <a:pt x="462385" y="11333"/>
                  </a:lnTo>
                  <a:lnTo>
                    <a:pt x="505119" y="24977"/>
                  </a:lnTo>
                  <a:lnTo>
                    <a:pt x="545433" y="43476"/>
                  </a:lnTo>
                  <a:lnTo>
                    <a:pt x="582977" y="66480"/>
                  </a:lnTo>
                  <a:lnTo>
                    <a:pt x="617406" y="93642"/>
                  </a:lnTo>
                  <a:lnTo>
                    <a:pt x="648372" y="124614"/>
                  </a:lnTo>
                  <a:lnTo>
                    <a:pt x="675526" y="159046"/>
                  </a:lnTo>
                  <a:lnTo>
                    <a:pt x="698523" y="196592"/>
                  </a:lnTo>
                  <a:lnTo>
                    <a:pt x="717013" y="236902"/>
                  </a:lnTo>
                  <a:lnTo>
                    <a:pt x="730651" y="279628"/>
                  </a:lnTo>
                  <a:lnTo>
                    <a:pt x="739089" y="324422"/>
                  </a:lnTo>
                  <a:lnTo>
                    <a:pt x="741978" y="370937"/>
                  </a:lnTo>
                  <a:lnTo>
                    <a:pt x="739089" y="417473"/>
                  </a:lnTo>
                  <a:lnTo>
                    <a:pt x="730651" y="462286"/>
                  </a:lnTo>
                  <a:lnTo>
                    <a:pt x="717013" y="505029"/>
                  </a:lnTo>
                  <a:lnTo>
                    <a:pt x="698523" y="545351"/>
                  </a:lnTo>
                  <a:lnTo>
                    <a:pt x="675526" y="582907"/>
                  </a:lnTo>
                  <a:lnTo>
                    <a:pt x="648372" y="617348"/>
                  </a:lnTo>
                  <a:lnTo>
                    <a:pt x="617406" y="648325"/>
                  </a:lnTo>
                  <a:lnTo>
                    <a:pt x="582977" y="675492"/>
                  </a:lnTo>
                  <a:lnTo>
                    <a:pt x="545433" y="698499"/>
                  </a:lnTo>
                  <a:lnTo>
                    <a:pt x="505119" y="716999"/>
                  </a:lnTo>
                  <a:lnTo>
                    <a:pt x="462385" y="730645"/>
                  </a:lnTo>
                  <a:lnTo>
                    <a:pt x="417576" y="739087"/>
                  </a:lnTo>
                  <a:lnTo>
                    <a:pt x="371041" y="741978"/>
                  </a:lnTo>
                  <a:lnTo>
                    <a:pt x="324505" y="739087"/>
                  </a:lnTo>
                  <a:lnTo>
                    <a:pt x="279691" y="730645"/>
                  </a:lnTo>
                  <a:lnTo>
                    <a:pt x="236949" y="716999"/>
                  </a:lnTo>
                  <a:lnTo>
                    <a:pt x="196626" y="698499"/>
                  </a:lnTo>
                  <a:lnTo>
                    <a:pt x="159071" y="675492"/>
                  </a:lnTo>
                  <a:lnTo>
                    <a:pt x="124630" y="648325"/>
                  </a:lnTo>
                  <a:lnTo>
                    <a:pt x="93653" y="617348"/>
                  </a:lnTo>
                  <a:lnTo>
                    <a:pt x="66486" y="582907"/>
                  </a:lnTo>
                  <a:lnTo>
                    <a:pt x="43479" y="545351"/>
                  </a:lnTo>
                  <a:lnTo>
                    <a:pt x="24979" y="505029"/>
                  </a:lnTo>
                  <a:lnTo>
                    <a:pt x="11333" y="462286"/>
                  </a:lnTo>
                  <a:lnTo>
                    <a:pt x="2891" y="417473"/>
                  </a:lnTo>
                  <a:lnTo>
                    <a:pt x="0" y="370937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9939" y="4861610"/>
              <a:ext cx="603047" cy="42364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956040" y="3792113"/>
            <a:ext cx="476263" cy="462787"/>
            <a:chOff x="10649757" y="6263424"/>
            <a:chExt cx="785495" cy="763270"/>
          </a:xfrm>
        </p:grpSpPr>
        <p:sp>
          <p:nvSpPr>
            <p:cNvPr id="26" name="object 26"/>
            <p:cNvSpPr/>
            <p:nvPr/>
          </p:nvSpPr>
          <p:spPr>
            <a:xfrm>
              <a:off x="10660227" y="6273893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5">
                  <a:moveTo>
                    <a:pt x="0" y="371041"/>
                  </a:moveTo>
                  <a:lnTo>
                    <a:pt x="2891" y="324505"/>
                  </a:lnTo>
                  <a:lnTo>
                    <a:pt x="11333" y="279691"/>
                  </a:lnTo>
                  <a:lnTo>
                    <a:pt x="24979" y="236949"/>
                  </a:lnTo>
                  <a:lnTo>
                    <a:pt x="43479" y="196626"/>
                  </a:lnTo>
                  <a:lnTo>
                    <a:pt x="66486" y="159071"/>
                  </a:lnTo>
                  <a:lnTo>
                    <a:pt x="93653" y="124630"/>
                  </a:lnTo>
                  <a:lnTo>
                    <a:pt x="124630" y="93653"/>
                  </a:lnTo>
                  <a:lnTo>
                    <a:pt x="159071" y="66486"/>
                  </a:lnTo>
                  <a:lnTo>
                    <a:pt x="196626" y="43479"/>
                  </a:lnTo>
                  <a:lnTo>
                    <a:pt x="236949" y="24979"/>
                  </a:lnTo>
                  <a:lnTo>
                    <a:pt x="279691" y="11333"/>
                  </a:lnTo>
                  <a:lnTo>
                    <a:pt x="324505" y="2891"/>
                  </a:lnTo>
                  <a:lnTo>
                    <a:pt x="371041" y="0"/>
                  </a:lnTo>
                  <a:lnTo>
                    <a:pt x="417576" y="2891"/>
                  </a:lnTo>
                  <a:lnTo>
                    <a:pt x="462385" y="11333"/>
                  </a:lnTo>
                  <a:lnTo>
                    <a:pt x="505119" y="24979"/>
                  </a:lnTo>
                  <a:lnTo>
                    <a:pt x="545433" y="43479"/>
                  </a:lnTo>
                  <a:lnTo>
                    <a:pt x="582977" y="66486"/>
                  </a:lnTo>
                  <a:lnTo>
                    <a:pt x="617406" y="93653"/>
                  </a:lnTo>
                  <a:lnTo>
                    <a:pt x="648372" y="124630"/>
                  </a:lnTo>
                  <a:lnTo>
                    <a:pt x="675526" y="159071"/>
                  </a:lnTo>
                  <a:lnTo>
                    <a:pt x="698523" y="196626"/>
                  </a:lnTo>
                  <a:lnTo>
                    <a:pt x="717013" y="236949"/>
                  </a:lnTo>
                  <a:lnTo>
                    <a:pt x="730651" y="279691"/>
                  </a:lnTo>
                  <a:lnTo>
                    <a:pt x="739089" y="324505"/>
                  </a:lnTo>
                  <a:lnTo>
                    <a:pt x="741978" y="371041"/>
                  </a:lnTo>
                  <a:lnTo>
                    <a:pt x="739089" y="417576"/>
                  </a:lnTo>
                  <a:lnTo>
                    <a:pt x="730651" y="462385"/>
                  </a:lnTo>
                  <a:lnTo>
                    <a:pt x="717013" y="505119"/>
                  </a:lnTo>
                  <a:lnTo>
                    <a:pt x="698523" y="545433"/>
                  </a:lnTo>
                  <a:lnTo>
                    <a:pt x="675526" y="582977"/>
                  </a:lnTo>
                  <a:lnTo>
                    <a:pt x="648372" y="617406"/>
                  </a:lnTo>
                  <a:lnTo>
                    <a:pt x="617406" y="648372"/>
                  </a:lnTo>
                  <a:lnTo>
                    <a:pt x="582977" y="675526"/>
                  </a:lnTo>
                  <a:lnTo>
                    <a:pt x="545433" y="698523"/>
                  </a:lnTo>
                  <a:lnTo>
                    <a:pt x="505119" y="717013"/>
                  </a:lnTo>
                  <a:lnTo>
                    <a:pt x="462385" y="730651"/>
                  </a:lnTo>
                  <a:lnTo>
                    <a:pt x="417576" y="739089"/>
                  </a:lnTo>
                  <a:lnTo>
                    <a:pt x="371041" y="741978"/>
                  </a:lnTo>
                  <a:lnTo>
                    <a:pt x="324505" y="739089"/>
                  </a:lnTo>
                  <a:lnTo>
                    <a:pt x="279691" y="730651"/>
                  </a:lnTo>
                  <a:lnTo>
                    <a:pt x="236949" y="717013"/>
                  </a:lnTo>
                  <a:lnTo>
                    <a:pt x="196626" y="698523"/>
                  </a:lnTo>
                  <a:lnTo>
                    <a:pt x="159071" y="675526"/>
                  </a:lnTo>
                  <a:lnTo>
                    <a:pt x="124630" y="648372"/>
                  </a:lnTo>
                  <a:lnTo>
                    <a:pt x="93653" y="617406"/>
                  </a:lnTo>
                  <a:lnTo>
                    <a:pt x="66486" y="582977"/>
                  </a:lnTo>
                  <a:lnTo>
                    <a:pt x="43479" y="545433"/>
                  </a:lnTo>
                  <a:lnTo>
                    <a:pt x="24979" y="505119"/>
                  </a:lnTo>
                  <a:lnTo>
                    <a:pt x="11333" y="462385"/>
                  </a:lnTo>
                  <a:lnTo>
                    <a:pt x="2891" y="417576"/>
                  </a:lnTo>
                  <a:lnTo>
                    <a:pt x="0" y="371041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4181" y="6418478"/>
              <a:ext cx="437209" cy="42338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2785" y="6418478"/>
              <a:ext cx="391980" cy="42338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5941059" y="4735734"/>
            <a:ext cx="478958" cy="462787"/>
            <a:chOff x="10625049" y="7819727"/>
            <a:chExt cx="789940" cy="763270"/>
          </a:xfrm>
        </p:grpSpPr>
        <p:sp>
          <p:nvSpPr>
            <p:cNvPr id="30" name="object 30"/>
            <p:cNvSpPr/>
            <p:nvPr/>
          </p:nvSpPr>
          <p:spPr>
            <a:xfrm>
              <a:off x="10635519" y="7830196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5">
                  <a:moveTo>
                    <a:pt x="0" y="370937"/>
                  </a:moveTo>
                  <a:lnTo>
                    <a:pt x="2889" y="324402"/>
                  </a:lnTo>
                  <a:lnTo>
                    <a:pt x="11327" y="279593"/>
                  </a:lnTo>
                  <a:lnTo>
                    <a:pt x="24965" y="236859"/>
                  </a:lnTo>
                  <a:lnTo>
                    <a:pt x="43455" y="196545"/>
                  </a:lnTo>
                  <a:lnTo>
                    <a:pt x="66452" y="159001"/>
                  </a:lnTo>
                  <a:lnTo>
                    <a:pt x="93606" y="124572"/>
                  </a:lnTo>
                  <a:lnTo>
                    <a:pt x="124572" y="93606"/>
                  </a:lnTo>
                  <a:lnTo>
                    <a:pt x="159001" y="66452"/>
                  </a:lnTo>
                  <a:lnTo>
                    <a:pt x="196545" y="43455"/>
                  </a:lnTo>
                  <a:lnTo>
                    <a:pt x="236859" y="24965"/>
                  </a:lnTo>
                  <a:lnTo>
                    <a:pt x="279593" y="11327"/>
                  </a:lnTo>
                  <a:lnTo>
                    <a:pt x="324402" y="2889"/>
                  </a:lnTo>
                  <a:lnTo>
                    <a:pt x="370937" y="0"/>
                  </a:lnTo>
                  <a:lnTo>
                    <a:pt x="417471" y="2889"/>
                  </a:lnTo>
                  <a:lnTo>
                    <a:pt x="462280" y="11327"/>
                  </a:lnTo>
                  <a:lnTo>
                    <a:pt x="505014" y="24965"/>
                  </a:lnTo>
                  <a:lnTo>
                    <a:pt x="545328" y="43455"/>
                  </a:lnTo>
                  <a:lnTo>
                    <a:pt x="582873" y="66452"/>
                  </a:lnTo>
                  <a:lnTo>
                    <a:pt x="617301" y="93606"/>
                  </a:lnTo>
                  <a:lnTo>
                    <a:pt x="648267" y="124572"/>
                  </a:lnTo>
                  <a:lnTo>
                    <a:pt x="675421" y="159001"/>
                  </a:lnTo>
                  <a:lnTo>
                    <a:pt x="698418" y="196545"/>
                  </a:lnTo>
                  <a:lnTo>
                    <a:pt x="716909" y="236859"/>
                  </a:lnTo>
                  <a:lnTo>
                    <a:pt x="730547" y="279593"/>
                  </a:lnTo>
                  <a:lnTo>
                    <a:pt x="738984" y="324402"/>
                  </a:lnTo>
                  <a:lnTo>
                    <a:pt x="741874" y="370937"/>
                  </a:lnTo>
                  <a:lnTo>
                    <a:pt x="738984" y="417471"/>
                  </a:lnTo>
                  <a:lnTo>
                    <a:pt x="730547" y="462280"/>
                  </a:lnTo>
                  <a:lnTo>
                    <a:pt x="716909" y="505014"/>
                  </a:lnTo>
                  <a:lnTo>
                    <a:pt x="698418" y="545328"/>
                  </a:lnTo>
                  <a:lnTo>
                    <a:pt x="675421" y="582873"/>
                  </a:lnTo>
                  <a:lnTo>
                    <a:pt x="648267" y="617301"/>
                  </a:lnTo>
                  <a:lnTo>
                    <a:pt x="617301" y="648267"/>
                  </a:lnTo>
                  <a:lnTo>
                    <a:pt x="582873" y="675421"/>
                  </a:lnTo>
                  <a:lnTo>
                    <a:pt x="545328" y="698418"/>
                  </a:lnTo>
                  <a:lnTo>
                    <a:pt x="505014" y="716909"/>
                  </a:lnTo>
                  <a:lnTo>
                    <a:pt x="462280" y="730547"/>
                  </a:lnTo>
                  <a:lnTo>
                    <a:pt x="417471" y="738984"/>
                  </a:lnTo>
                  <a:lnTo>
                    <a:pt x="370937" y="741874"/>
                  </a:lnTo>
                  <a:lnTo>
                    <a:pt x="324402" y="738984"/>
                  </a:lnTo>
                  <a:lnTo>
                    <a:pt x="279593" y="730547"/>
                  </a:lnTo>
                  <a:lnTo>
                    <a:pt x="236859" y="716909"/>
                  </a:lnTo>
                  <a:lnTo>
                    <a:pt x="196545" y="698418"/>
                  </a:lnTo>
                  <a:lnTo>
                    <a:pt x="159001" y="675421"/>
                  </a:lnTo>
                  <a:lnTo>
                    <a:pt x="124572" y="648267"/>
                  </a:lnTo>
                  <a:lnTo>
                    <a:pt x="93606" y="617301"/>
                  </a:lnTo>
                  <a:lnTo>
                    <a:pt x="66452" y="582873"/>
                  </a:lnTo>
                  <a:lnTo>
                    <a:pt x="43455" y="545328"/>
                  </a:lnTo>
                  <a:lnTo>
                    <a:pt x="24965" y="505014"/>
                  </a:lnTo>
                  <a:lnTo>
                    <a:pt x="11327" y="462280"/>
                  </a:lnTo>
                  <a:lnTo>
                    <a:pt x="2889" y="417471"/>
                  </a:lnTo>
                  <a:lnTo>
                    <a:pt x="0" y="370937"/>
                  </a:lnTo>
                  <a:close/>
                </a:path>
              </a:pathLst>
            </a:custGeom>
            <a:ln w="2093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pPr algn="l" defTabSz="457109" rtl="0"/>
              <a:endParaRPr sz="1091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99368" y="7974781"/>
              <a:ext cx="427158" cy="42338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12947" y="7974781"/>
              <a:ext cx="402031" cy="423389"/>
            </a:xfrm>
            <a:prstGeom prst="rect">
              <a:avLst/>
            </a:prstGeom>
          </p:spPr>
        </p:pic>
      </p:grpSp>
      <p:sp>
        <p:nvSpPr>
          <p:cNvPr id="33" name="Text 3">
            <a:extLst>
              <a:ext uri="{FF2B5EF4-FFF2-40B4-BE49-F238E27FC236}">
                <a16:creationId xmlns:a16="http://schemas.microsoft.com/office/drawing/2014/main" id="{B2C42A44-0CBD-A411-DF3F-E93C2B36C88E}"/>
              </a:ext>
            </a:extLst>
          </p:cNvPr>
          <p:cNvSpPr/>
          <p:nvPr/>
        </p:nvSpPr>
        <p:spPr>
          <a:xfrm>
            <a:off x="519196" y="2798897"/>
            <a:ext cx="4440062" cy="14595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l" defTabSz="743903" rtl="0">
              <a:lnSpc>
                <a:spcPts val="5899"/>
              </a:lnSpc>
              <a:spcBef>
                <a:spcPct val="0"/>
              </a:spcBef>
            </a:pPr>
            <a:r>
              <a:rPr lang="en-US" sz="4000" b="1" kern="1200" dirty="0">
                <a:solidFill>
                  <a:srgbClr val="FAFAFA"/>
                </a:solidFill>
                <a:latin typeface="GRAPHIKLCG-SEMIBOLD" panose="020B0503030202060203" pitchFamily="34" charset="0"/>
                <a:ea typeface="+mn-ea"/>
                <a:cs typeface="+mn-cs"/>
              </a:rPr>
              <a:t>How to choose a Model Registry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4890F299-ED83-A52C-F5D3-C8AA26AD7D91}"/>
              </a:ext>
            </a:extLst>
          </p:cNvPr>
          <p:cNvSpPr/>
          <p:nvPr/>
        </p:nvSpPr>
        <p:spPr>
          <a:xfrm>
            <a:off x="6589171" y="2036019"/>
            <a:ext cx="6115281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Which tasks do we solve?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What will deployment look like (push/pull)?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How much will it cost us?</a:t>
            </a: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endParaRPr lang="en" sz="2000" kern="1200" dirty="0">
              <a:solidFill>
                <a:srgbClr val="141414"/>
              </a:solidFill>
              <a:latin typeface="Graphik LCG" panose="020B0503030202060203" pitchFamily="34" charset="0"/>
              <a:ea typeface="+mn-ea"/>
              <a:cs typeface="+mn-cs"/>
            </a:endParaRPr>
          </a:p>
          <a:p>
            <a:pPr algn="l" defTabSz="457109" rtl="0"/>
            <a:r>
              <a:rPr lang="en" sz="2000" kern="1200" dirty="0">
                <a:solidFill>
                  <a:srgbClr val="141414"/>
                </a:solidFill>
                <a:latin typeface="Graphik LCG" panose="020B0503030202060203" pitchFamily="34" charset="0"/>
                <a:ea typeface="+mn-ea"/>
                <a:cs typeface="+mn-cs"/>
              </a:rPr>
              <a:t>What else exists in the ecosystem?</a:t>
            </a:r>
          </a:p>
        </p:txBody>
      </p:sp>
    </p:spTree>
    <p:extLst>
      <p:ext uri="{BB962C8B-B14F-4D97-AF65-F5344CB8AC3E}">
        <p14:creationId xmlns:p14="http://schemas.microsoft.com/office/powerpoint/2010/main" val="4206364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Model Lifecycle</a:t>
            </a:r>
            <a:endParaRPr sz="4000" b="1" spc="7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423" y="141265"/>
            <a:ext cx="4504452" cy="67165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3100" y="1894839"/>
            <a:ext cx="4538980" cy="243720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spcBef>
                <a:spcPts val="680"/>
              </a:spcBef>
            </a:pPr>
            <a:r>
              <a:rPr lang="en" sz="1600" spc="-25" dirty="0">
                <a:latin typeface="Graphik LCG" panose="020B0503030202060203" pitchFamily="34" charset="0"/>
                <a:cs typeface="Arial"/>
              </a:rPr>
              <a:t>So far we have</a:t>
            </a:r>
            <a:r>
              <a:rPr lang="ru-RU" sz="1600" spc="-25" dirty="0">
                <a:latin typeface="Graphik LCG" panose="020B0503030202060203" pitchFamily="34" charset="0"/>
                <a:cs typeface="Arial"/>
              </a:rPr>
              <a:t>:</a:t>
            </a: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532765" indent="-253365">
              <a:spcBef>
                <a:spcPts val="580"/>
              </a:spcBef>
              <a:buClr>
                <a:srgbClr val="0077FF"/>
              </a:buClr>
              <a:buFontTx/>
              <a:buChar char="•"/>
              <a:tabLst>
                <a:tab pos="5327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Trained several model versions</a:t>
            </a:r>
            <a:r>
              <a:rPr lang="ru-RU" sz="1600" spc="-10" dirty="0">
                <a:latin typeface="Graphik LCG" panose="020B0503030202060203" pitchFamily="34" charset="0"/>
                <a:cs typeface="Arial"/>
              </a:rPr>
              <a:t>.</a:t>
            </a: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533400" marR="5080" indent="-254000">
              <a:lnSpc>
                <a:spcPct val="109400"/>
              </a:lnSpc>
              <a:spcBef>
                <a:spcPts val="500"/>
              </a:spcBef>
              <a:buClr>
                <a:srgbClr val="0077FF"/>
              </a:buClr>
              <a:buChar char="•"/>
              <a:tabLst>
                <a:tab pos="533400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Chosen the best one (via </a:t>
            </a:r>
            <a:r>
              <a:rPr lang="en" sz="1600" dirty="0" err="1">
                <a:latin typeface="Graphik LCG" panose="020B0503030202060203" pitchFamily="34" charset="0"/>
                <a:cs typeface="Arial"/>
              </a:rPr>
              <a:t>MLflow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 experiments)</a:t>
            </a:r>
          </a:p>
          <a:p>
            <a:pPr marL="533400" marR="5080" indent="-254000">
              <a:lnSpc>
                <a:spcPct val="109400"/>
              </a:lnSpc>
              <a:spcBef>
                <a:spcPts val="500"/>
              </a:spcBef>
              <a:buClr>
                <a:srgbClr val="0077FF"/>
              </a:buClr>
              <a:buChar char="•"/>
              <a:tabLst>
                <a:tab pos="533400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Stored the best checkpoint in a registry (S3, </a:t>
            </a:r>
            <a:r>
              <a:rPr lang="en" sz="1600" dirty="0" err="1">
                <a:latin typeface="Graphik LCG" panose="020B0503030202060203" pitchFamily="34" charset="0"/>
                <a:cs typeface="Arial"/>
              </a:rPr>
              <a:t>MLflow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, etc.)</a:t>
            </a:r>
          </a:p>
          <a:p>
            <a:pPr marL="533400" marR="5080" indent="-254000">
              <a:lnSpc>
                <a:spcPct val="109400"/>
              </a:lnSpc>
              <a:spcBef>
                <a:spcPts val="500"/>
              </a:spcBef>
              <a:buClr>
                <a:srgbClr val="0077FF"/>
              </a:buClr>
              <a:buChar char="•"/>
              <a:tabLst>
                <a:tab pos="533400" algn="l"/>
              </a:tabLst>
            </a:pP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" sz="1600" dirty="0"/>
              <a:t>What’s next?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718" y="620566"/>
            <a:ext cx="7818682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Model Usage Scenarios</a:t>
            </a:r>
            <a:endParaRPr sz="4000" b="1" spc="7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0" y="4167833"/>
            <a:ext cx="2553970" cy="469358"/>
          </a:xfrm>
          <a:prstGeom prst="rect">
            <a:avLst/>
          </a:prstGeom>
          <a:solidFill>
            <a:srgbClr val="EBF3F9"/>
          </a:solidFill>
          <a:ln w="12700">
            <a:solidFill>
              <a:srgbClr val="0077FF"/>
            </a:solidFill>
          </a:ln>
        </p:spPr>
        <p:txBody>
          <a:bodyPr vert="horz" wrap="square" lIns="0" tIns="220979" rIns="0" bIns="0" rtlCol="0">
            <a:spAutoFit/>
          </a:bodyPr>
          <a:lstStyle/>
          <a:p>
            <a:pPr marL="660400" algn="ctr">
              <a:lnSpc>
                <a:spcPct val="100000"/>
              </a:lnSpc>
            </a:pPr>
            <a:r>
              <a:rPr lang="en-US" sz="1600" spc="-10" dirty="0">
                <a:latin typeface="Graphik LCG" panose="020B0503030202060203" pitchFamily="34" charset="0"/>
                <a:cs typeface="Arial"/>
              </a:rPr>
              <a:t>App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62733" y="1589401"/>
            <a:ext cx="1367155" cy="1270635"/>
            <a:chOff x="9762733" y="1589401"/>
            <a:chExt cx="1367155" cy="1270635"/>
          </a:xfrm>
        </p:grpSpPr>
        <p:sp>
          <p:nvSpPr>
            <p:cNvPr id="5" name="object 5"/>
            <p:cNvSpPr/>
            <p:nvPr/>
          </p:nvSpPr>
          <p:spPr>
            <a:xfrm>
              <a:off x="9769083" y="1595751"/>
              <a:ext cx="1354455" cy="1173480"/>
            </a:xfrm>
            <a:custGeom>
              <a:avLst/>
              <a:gdLst/>
              <a:ahLst/>
              <a:cxnLst/>
              <a:rect l="l" t="t" r="r" b="b"/>
              <a:pathLst>
                <a:path w="1354454" h="1173480">
                  <a:moveTo>
                    <a:pt x="933977" y="544603"/>
                  </a:moveTo>
                  <a:lnTo>
                    <a:pt x="420010" y="544603"/>
                  </a:lnTo>
                  <a:lnTo>
                    <a:pt x="430544" y="614812"/>
                  </a:lnTo>
                  <a:lnTo>
                    <a:pt x="444897" y="664597"/>
                  </a:lnTo>
                  <a:lnTo>
                    <a:pt x="465054" y="702708"/>
                  </a:lnTo>
                  <a:lnTo>
                    <a:pt x="493003" y="737892"/>
                  </a:lnTo>
                  <a:lnTo>
                    <a:pt x="492251" y="790891"/>
                  </a:lnTo>
                  <a:lnTo>
                    <a:pt x="484148" y="842606"/>
                  </a:lnTo>
                  <a:lnTo>
                    <a:pt x="462269" y="888836"/>
                  </a:lnTo>
                  <a:lnTo>
                    <a:pt x="427942" y="928743"/>
                  </a:lnTo>
                  <a:lnTo>
                    <a:pt x="382492" y="961496"/>
                  </a:lnTo>
                  <a:lnTo>
                    <a:pt x="341770" y="980297"/>
                  </a:lnTo>
                  <a:lnTo>
                    <a:pt x="290771" y="992554"/>
                  </a:lnTo>
                  <a:lnTo>
                    <a:pt x="264562" y="994821"/>
                  </a:lnTo>
                  <a:lnTo>
                    <a:pt x="201345" y="1002005"/>
                  </a:lnTo>
                  <a:lnTo>
                    <a:pt x="149650" y="1016558"/>
                  </a:lnTo>
                  <a:lnTo>
                    <a:pt x="107648" y="1037714"/>
                  </a:lnTo>
                  <a:lnTo>
                    <a:pt x="73510" y="1064708"/>
                  </a:lnTo>
                  <a:lnTo>
                    <a:pt x="45409" y="1096774"/>
                  </a:lnTo>
                  <a:lnTo>
                    <a:pt x="21515" y="1133146"/>
                  </a:lnTo>
                  <a:lnTo>
                    <a:pt x="0" y="1173059"/>
                  </a:lnTo>
                  <a:lnTo>
                    <a:pt x="1353986" y="1173059"/>
                  </a:lnTo>
                  <a:lnTo>
                    <a:pt x="1332471" y="1133146"/>
                  </a:lnTo>
                  <a:lnTo>
                    <a:pt x="1308577" y="1096774"/>
                  </a:lnTo>
                  <a:lnTo>
                    <a:pt x="1280476" y="1064708"/>
                  </a:lnTo>
                  <a:lnTo>
                    <a:pt x="1246338" y="1037714"/>
                  </a:lnTo>
                  <a:lnTo>
                    <a:pt x="1204337" y="1016558"/>
                  </a:lnTo>
                  <a:lnTo>
                    <a:pt x="1152642" y="1002005"/>
                  </a:lnTo>
                  <a:lnTo>
                    <a:pt x="1089425" y="994821"/>
                  </a:lnTo>
                  <a:lnTo>
                    <a:pt x="1063167" y="992409"/>
                  </a:lnTo>
                  <a:lnTo>
                    <a:pt x="1037264" y="987619"/>
                  </a:lnTo>
                  <a:lnTo>
                    <a:pt x="1012237" y="980297"/>
                  </a:lnTo>
                  <a:lnTo>
                    <a:pt x="987943" y="970097"/>
                  </a:lnTo>
                  <a:lnTo>
                    <a:pt x="982783" y="967345"/>
                  </a:lnTo>
                  <a:lnTo>
                    <a:pt x="977343" y="964592"/>
                  </a:lnTo>
                  <a:lnTo>
                    <a:pt x="925997" y="928743"/>
                  </a:lnTo>
                  <a:lnTo>
                    <a:pt x="891589" y="888836"/>
                  </a:lnTo>
                  <a:lnTo>
                    <a:pt x="869694" y="842606"/>
                  </a:lnTo>
                  <a:lnTo>
                    <a:pt x="861735" y="790891"/>
                  </a:lnTo>
                  <a:lnTo>
                    <a:pt x="861090" y="737892"/>
                  </a:lnTo>
                  <a:lnTo>
                    <a:pt x="888975" y="702708"/>
                  </a:lnTo>
                  <a:lnTo>
                    <a:pt x="909014" y="664597"/>
                  </a:lnTo>
                  <a:lnTo>
                    <a:pt x="923313" y="614812"/>
                  </a:lnTo>
                  <a:lnTo>
                    <a:pt x="933977" y="544603"/>
                  </a:lnTo>
                  <a:close/>
                </a:path>
                <a:path w="1354454" h="1173480">
                  <a:moveTo>
                    <a:pt x="951890" y="544603"/>
                  </a:moveTo>
                  <a:lnTo>
                    <a:pt x="933977" y="544603"/>
                  </a:lnTo>
                  <a:lnTo>
                    <a:pt x="939776" y="546065"/>
                  </a:lnTo>
                  <a:lnTo>
                    <a:pt x="947350" y="546237"/>
                  </a:lnTo>
                  <a:lnTo>
                    <a:pt x="951890" y="544603"/>
                  </a:lnTo>
                  <a:close/>
                </a:path>
                <a:path w="1354454" h="1173480">
                  <a:moveTo>
                    <a:pt x="393742" y="355852"/>
                  </a:moveTo>
                  <a:lnTo>
                    <a:pt x="379949" y="355852"/>
                  </a:lnTo>
                  <a:lnTo>
                    <a:pt x="372601" y="356045"/>
                  </a:lnTo>
                  <a:lnTo>
                    <a:pt x="352907" y="369378"/>
                  </a:lnTo>
                  <a:lnTo>
                    <a:pt x="349236" y="401508"/>
                  </a:lnTo>
                  <a:lnTo>
                    <a:pt x="357401" y="444967"/>
                  </a:lnTo>
                  <a:lnTo>
                    <a:pt x="373215" y="492288"/>
                  </a:lnTo>
                  <a:lnTo>
                    <a:pt x="392489" y="536003"/>
                  </a:lnTo>
                  <a:lnTo>
                    <a:pt x="398821" y="543249"/>
                  </a:lnTo>
                  <a:lnTo>
                    <a:pt x="406749" y="546065"/>
                  </a:lnTo>
                  <a:lnTo>
                    <a:pt x="413161" y="546065"/>
                  </a:lnTo>
                  <a:lnTo>
                    <a:pt x="420010" y="544603"/>
                  </a:lnTo>
                  <a:lnTo>
                    <a:pt x="951890" y="544603"/>
                  </a:lnTo>
                  <a:lnTo>
                    <a:pt x="980914" y="492288"/>
                  </a:lnTo>
                  <a:lnTo>
                    <a:pt x="996771" y="444967"/>
                  </a:lnTo>
                  <a:lnTo>
                    <a:pt x="1004919" y="401508"/>
                  </a:lnTo>
                  <a:lnTo>
                    <a:pt x="1001209" y="369378"/>
                  </a:lnTo>
                  <a:lnTo>
                    <a:pt x="981492" y="356045"/>
                  </a:lnTo>
                  <a:lnTo>
                    <a:pt x="400122" y="356045"/>
                  </a:lnTo>
                  <a:lnTo>
                    <a:pt x="393742" y="355852"/>
                  </a:lnTo>
                  <a:close/>
                </a:path>
                <a:path w="1354454" h="1173480">
                  <a:moveTo>
                    <a:pt x="677047" y="0"/>
                  </a:moveTo>
                  <a:lnTo>
                    <a:pt x="616894" y="4443"/>
                  </a:lnTo>
                  <a:lnTo>
                    <a:pt x="564321" y="17277"/>
                  </a:lnTo>
                  <a:lnTo>
                    <a:pt x="519203" y="37758"/>
                  </a:lnTo>
                  <a:lnTo>
                    <a:pt x="481414" y="65140"/>
                  </a:lnTo>
                  <a:lnTo>
                    <a:pt x="450828" y="98679"/>
                  </a:lnTo>
                  <a:lnTo>
                    <a:pt x="427320" y="137629"/>
                  </a:lnTo>
                  <a:lnTo>
                    <a:pt x="410764" y="181248"/>
                  </a:lnTo>
                  <a:lnTo>
                    <a:pt x="402373" y="220847"/>
                  </a:lnTo>
                  <a:lnTo>
                    <a:pt x="398348" y="263357"/>
                  </a:lnTo>
                  <a:lnTo>
                    <a:pt x="397867" y="308560"/>
                  </a:lnTo>
                  <a:lnTo>
                    <a:pt x="400113" y="355852"/>
                  </a:lnTo>
                  <a:lnTo>
                    <a:pt x="400122" y="356045"/>
                  </a:lnTo>
                  <a:lnTo>
                    <a:pt x="953971" y="356045"/>
                  </a:lnTo>
                  <a:lnTo>
                    <a:pt x="956258" y="308705"/>
                  </a:lnTo>
                  <a:lnTo>
                    <a:pt x="955820" y="263486"/>
                  </a:lnTo>
                  <a:lnTo>
                    <a:pt x="951770" y="220847"/>
                  </a:lnTo>
                  <a:lnTo>
                    <a:pt x="943221" y="181248"/>
                  </a:lnTo>
                  <a:lnTo>
                    <a:pt x="926671" y="137629"/>
                  </a:lnTo>
                  <a:lnTo>
                    <a:pt x="903179" y="98679"/>
                  </a:lnTo>
                  <a:lnTo>
                    <a:pt x="872615" y="65140"/>
                  </a:lnTo>
                  <a:lnTo>
                    <a:pt x="834848" y="37758"/>
                  </a:lnTo>
                  <a:lnTo>
                    <a:pt x="789751" y="17277"/>
                  </a:lnTo>
                  <a:lnTo>
                    <a:pt x="737194" y="4443"/>
                  </a:lnTo>
                  <a:lnTo>
                    <a:pt x="677047" y="0"/>
                  </a:lnTo>
                  <a:close/>
                </a:path>
                <a:path w="1354454" h="1173480">
                  <a:moveTo>
                    <a:pt x="975614" y="355852"/>
                  </a:moveTo>
                  <a:lnTo>
                    <a:pt x="957617" y="355852"/>
                  </a:lnTo>
                  <a:lnTo>
                    <a:pt x="953971" y="356045"/>
                  </a:lnTo>
                  <a:lnTo>
                    <a:pt x="981492" y="356045"/>
                  </a:lnTo>
                  <a:lnTo>
                    <a:pt x="975614" y="355852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69083" y="1595751"/>
              <a:ext cx="1354455" cy="1173480"/>
            </a:xfrm>
            <a:custGeom>
              <a:avLst/>
              <a:gdLst/>
              <a:ahLst/>
              <a:cxnLst/>
              <a:rect l="l" t="t" r="r" b="b"/>
              <a:pathLst>
                <a:path w="1354454" h="1173480">
                  <a:moveTo>
                    <a:pt x="677046" y="0"/>
                  </a:moveTo>
                  <a:lnTo>
                    <a:pt x="616893" y="4443"/>
                  </a:lnTo>
                  <a:lnTo>
                    <a:pt x="564320" y="17278"/>
                  </a:lnTo>
                  <a:lnTo>
                    <a:pt x="519202" y="37758"/>
                  </a:lnTo>
                  <a:lnTo>
                    <a:pt x="481413" y="65140"/>
                  </a:lnTo>
                  <a:lnTo>
                    <a:pt x="450828" y="98679"/>
                  </a:lnTo>
                  <a:lnTo>
                    <a:pt x="427320" y="137629"/>
                  </a:lnTo>
                  <a:lnTo>
                    <a:pt x="410764" y="181248"/>
                  </a:lnTo>
                  <a:lnTo>
                    <a:pt x="402377" y="220799"/>
                  </a:lnTo>
                  <a:lnTo>
                    <a:pt x="398348" y="263358"/>
                  </a:lnTo>
                  <a:lnTo>
                    <a:pt x="397866" y="308561"/>
                  </a:lnTo>
                  <a:lnTo>
                    <a:pt x="400122" y="356046"/>
                  </a:lnTo>
                  <a:lnTo>
                    <a:pt x="393741" y="355852"/>
                  </a:lnTo>
                  <a:lnTo>
                    <a:pt x="387006" y="355788"/>
                  </a:lnTo>
                  <a:lnTo>
                    <a:pt x="379949" y="355852"/>
                  </a:lnTo>
                  <a:lnTo>
                    <a:pt x="372601" y="356046"/>
                  </a:lnTo>
                  <a:lnTo>
                    <a:pt x="352906" y="369378"/>
                  </a:lnTo>
                  <a:lnTo>
                    <a:pt x="349235" y="401508"/>
                  </a:lnTo>
                  <a:lnTo>
                    <a:pt x="357401" y="444968"/>
                  </a:lnTo>
                  <a:lnTo>
                    <a:pt x="373215" y="492289"/>
                  </a:lnTo>
                  <a:lnTo>
                    <a:pt x="392489" y="536004"/>
                  </a:lnTo>
                  <a:lnTo>
                    <a:pt x="398821" y="543249"/>
                  </a:lnTo>
                  <a:lnTo>
                    <a:pt x="406507" y="545980"/>
                  </a:lnTo>
                  <a:lnTo>
                    <a:pt x="414064" y="545872"/>
                  </a:lnTo>
                  <a:lnTo>
                    <a:pt x="420009" y="544604"/>
                  </a:lnTo>
                  <a:lnTo>
                    <a:pt x="430544" y="614812"/>
                  </a:lnTo>
                  <a:lnTo>
                    <a:pt x="444896" y="664598"/>
                  </a:lnTo>
                  <a:lnTo>
                    <a:pt x="465053" y="702708"/>
                  </a:lnTo>
                  <a:lnTo>
                    <a:pt x="493003" y="737892"/>
                  </a:lnTo>
                  <a:lnTo>
                    <a:pt x="492251" y="790891"/>
                  </a:lnTo>
                  <a:lnTo>
                    <a:pt x="484147" y="842607"/>
                  </a:lnTo>
                  <a:lnTo>
                    <a:pt x="462268" y="888836"/>
                  </a:lnTo>
                  <a:lnTo>
                    <a:pt x="427941" y="928744"/>
                  </a:lnTo>
                  <a:lnTo>
                    <a:pt x="382491" y="961496"/>
                  </a:lnTo>
                  <a:lnTo>
                    <a:pt x="376987" y="964592"/>
                  </a:lnTo>
                  <a:lnTo>
                    <a:pt x="371548" y="967688"/>
                  </a:lnTo>
                  <a:lnTo>
                    <a:pt x="316592" y="987748"/>
                  </a:lnTo>
                  <a:lnTo>
                    <a:pt x="264562" y="994822"/>
                  </a:lnTo>
                  <a:lnTo>
                    <a:pt x="201345" y="1002005"/>
                  </a:lnTo>
                  <a:lnTo>
                    <a:pt x="149649" y="1016558"/>
                  </a:lnTo>
                  <a:lnTo>
                    <a:pt x="107647" y="1037714"/>
                  </a:lnTo>
                  <a:lnTo>
                    <a:pt x="73510" y="1064708"/>
                  </a:lnTo>
                  <a:lnTo>
                    <a:pt x="45409" y="1096774"/>
                  </a:lnTo>
                  <a:lnTo>
                    <a:pt x="21515" y="1133147"/>
                  </a:lnTo>
                  <a:lnTo>
                    <a:pt x="0" y="1173060"/>
                  </a:lnTo>
                  <a:lnTo>
                    <a:pt x="677046" y="1173060"/>
                  </a:lnTo>
                  <a:lnTo>
                    <a:pt x="1353986" y="1173060"/>
                  </a:lnTo>
                  <a:lnTo>
                    <a:pt x="1332471" y="1133147"/>
                  </a:lnTo>
                  <a:lnTo>
                    <a:pt x="1308577" y="1096774"/>
                  </a:lnTo>
                  <a:lnTo>
                    <a:pt x="1280475" y="1064708"/>
                  </a:lnTo>
                  <a:lnTo>
                    <a:pt x="1246338" y="1037714"/>
                  </a:lnTo>
                  <a:lnTo>
                    <a:pt x="1204336" y="1016558"/>
                  </a:lnTo>
                  <a:lnTo>
                    <a:pt x="1152641" y="1002005"/>
                  </a:lnTo>
                  <a:lnTo>
                    <a:pt x="1089424" y="994822"/>
                  </a:lnTo>
                  <a:lnTo>
                    <a:pt x="1063166" y="992410"/>
                  </a:lnTo>
                  <a:lnTo>
                    <a:pt x="1037264" y="987619"/>
                  </a:lnTo>
                  <a:lnTo>
                    <a:pt x="1012070" y="980249"/>
                  </a:lnTo>
                  <a:lnTo>
                    <a:pt x="987942" y="970096"/>
                  </a:lnTo>
                  <a:lnTo>
                    <a:pt x="982782" y="967344"/>
                  </a:lnTo>
                  <a:lnTo>
                    <a:pt x="977342" y="964592"/>
                  </a:lnTo>
                  <a:lnTo>
                    <a:pt x="925996" y="928744"/>
                  </a:lnTo>
                  <a:lnTo>
                    <a:pt x="891588" y="888836"/>
                  </a:lnTo>
                  <a:lnTo>
                    <a:pt x="869693" y="842607"/>
                  </a:lnTo>
                  <a:lnTo>
                    <a:pt x="861735" y="790891"/>
                  </a:lnTo>
                  <a:lnTo>
                    <a:pt x="861089" y="737892"/>
                  </a:lnTo>
                  <a:lnTo>
                    <a:pt x="888974" y="702708"/>
                  </a:lnTo>
                  <a:lnTo>
                    <a:pt x="909014" y="664598"/>
                  </a:lnTo>
                  <a:lnTo>
                    <a:pt x="923313" y="614812"/>
                  </a:lnTo>
                  <a:lnTo>
                    <a:pt x="933976" y="544604"/>
                  </a:lnTo>
                  <a:lnTo>
                    <a:pt x="939776" y="546066"/>
                  </a:lnTo>
                  <a:lnTo>
                    <a:pt x="980914" y="492289"/>
                  </a:lnTo>
                  <a:lnTo>
                    <a:pt x="996771" y="444967"/>
                  </a:lnTo>
                  <a:lnTo>
                    <a:pt x="1004918" y="401508"/>
                  </a:lnTo>
                  <a:lnTo>
                    <a:pt x="1001208" y="369378"/>
                  </a:lnTo>
                  <a:lnTo>
                    <a:pt x="981492" y="356046"/>
                  </a:lnTo>
                  <a:lnTo>
                    <a:pt x="974144" y="355804"/>
                  </a:lnTo>
                  <a:lnTo>
                    <a:pt x="967086" y="355659"/>
                  </a:lnTo>
                  <a:lnTo>
                    <a:pt x="960351" y="355707"/>
                  </a:lnTo>
                  <a:lnTo>
                    <a:pt x="953971" y="356046"/>
                  </a:lnTo>
                  <a:lnTo>
                    <a:pt x="956258" y="308706"/>
                  </a:lnTo>
                  <a:lnTo>
                    <a:pt x="955820" y="263487"/>
                  </a:lnTo>
                  <a:lnTo>
                    <a:pt x="951770" y="220847"/>
                  </a:lnTo>
                  <a:lnTo>
                    <a:pt x="943221" y="181248"/>
                  </a:lnTo>
                  <a:lnTo>
                    <a:pt x="926671" y="137629"/>
                  </a:lnTo>
                  <a:lnTo>
                    <a:pt x="903179" y="98679"/>
                  </a:lnTo>
                  <a:lnTo>
                    <a:pt x="872614" y="65140"/>
                  </a:lnTo>
                  <a:lnTo>
                    <a:pt x="834848" y="37758"/>
                  </a:lnTo>
                  <a:lnTo>
                    <a:pt x="789751" y="17278"/>
                  </a:lnTo>
                  <a:lnTo>
                    <a:pt x="737194" y="4443"/>
                  </a:lnTo>
                  <a:lnTo>
                    <a:pt x="677046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09298" y="27833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641618" y="2783351"/>
            <a:ext cx="0" cy="1304925"/>
          </a:xfrm>
          <a:custGeom>
            <a:avLst/>
            <a:gdLst/>
            <a:ahLst/>
            <a:cxnLst/>
            <a:rect l="l" t="t" r="r" b="b"/>
            <a:pathLst>
              <a:path h="1304925">
                <a:moveTo>
                  <a:pt x="0" y="0"/>
                </a:moveTo>
                <a:lnTo>
                  <a:pt x="0" y="1298434"/>
                </a:lnTo>
                <a:lnTo>
                  <a:pt x="0" y="1304784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03518" y="40817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7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62520" y="3098800"/>
            <a:ext cx="246221" cy="913276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" sz="1600" spc="40" dirty="0">
                <a:latin typeface="Graphik LCG" panose="020B0503030202060203" pitchFamily="34" charset="0"/>
                <a:cs typeface="Arial"/>
              </a:rPr>
              <a:t>Request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47398" y="2853201"/>
            <a:ext cx="0" cy="1304925"/>
          </a:xfrm>
          <a:custGeom>
            <a:avLst/>
            <a:gdLst/>
            <a:ahLst/>
            <a:cxnLst/>
            <a:rect l="l" t="t" r="r" b="b"/>
            <a:pathLst>
              <a:path h="1304925">
                <a:moveTo>
                  <a:pt x="0" y="1304784"/>
                </a:moveTo>
                <a:lnTo>
                  <a:pt x="0" y="6350"/>
                </a:lnTo>
                <a:lnTo>
                  <a:pt x="0" y="0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63077" y="3009656"/>
            <a:ext cx="246221" cy="1073462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Response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673100" y="1981200"/>
            <a:ext cx="439991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There are several most typical scenarios for using the model: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200" y="2654300"/>
            <a:ext cx="548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01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0200" y="2692400"/>
            <a:ext cx="3892550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lang="en" sz="1600" b="1" dirty="0"/>
              <a:t>Request–Response </a:t>
            </a:r>
            <a:r>
              <a:rPr lang="en" sz="1600" dirty="0"/>
              <a:t>(real‑time)</a:t>
            </a:r>
            <a:r>
              <a:rPr sz="1600" dirty="0">
                <a:latin typeface="Graphik LCG" panose="020B0503030202060203" pitchFamily="34" charset="0"/>
                <a:cs typeface="Arial"/>
              </a:rPr>
              <a:t>:</a:t>
            </a:r>
            <a:r>
              <a:rPr sz="1600" spc="85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/>
              <a:t>the client sends data and receives a prediction.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94329" y="249708"/>
            <a:ext cx="2082164" cy="1962785"/>
            <a:chOff x="9694329" y="249708"/>
            <a:chExt cx="2082164" cy="1962785"/>
          </a:xfrm>
        </p:grpSpPr>
        <p:sp>
          <p:nvSpPr>
            <p:cNvPr id="3" name="object 3"/>
            <p:cNvSpPr/>
            <p:nvPr/>
          </p:nvSpPr>
          <p:spPr>
            <a:xfrm>
              <a:off x="9700679" y="414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6" y="1409946"/>
                  </a:lnTo>
                  <a:lnTo>
                    <a:pt x="1083937" y="1409946"/>
                  </a:lnTo>
                  <a:lnTo>
                    <a:pt x="1088772" y="1405232"/>
                  </a:lnTo>
                  <a:lnTo>
                    <a:pt x="1088772" y="1105829"/>
                  </a:lnTo>
                  <a:lnTo>
                    <a:pt x="195667" y="1105829"/>
                  </a:lnTo>
                  <a:lnTo>
                    <a:pt x="194214" y="1104499"/>
                  </a:lnTo>
                  <a:lnTo>
                    <a:pt x="194214" y="1037102"/>
                  </a:lnTo>
                  <a:lnTo>
                    <a:pt x="195667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7" y="860441"/>
                  </a:lnTo>
                  <a:lnTo>
                    <a:pt x="1088772" y="860441"/>
                  </a:lnTo>
                  <a:lnTo>
                    <a:pt x="108877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7" y="580329"/>
                  </a:lnTo>
                  <a:lnTo>
                    <a:pt x="194214" y="578876"/>
                  </a:lnTo>
                  <a:lnTo>
                    <a:pt x="194214" y="511478"/>
                  </a:lnTo>
                  <a:lnTo>
                    <a:pt x="195667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104499"/>
                  </a:lnTo>
                  <a:lnTo>
                    <a:pt x="893105" y="1105829"/>
                  </a:lnTo>
                  <a:lnTo>
                    <a:pt x="1088772" y="1105829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1"/>
                  </a:moveTo>
                  <a:lnTo>
                    <a:pt x="893105" y="860441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1088772" y="930622"/>
                  </a:lnTo>
                  <a:lnTo>
                    <a:pt x="1088772" y="860441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5" y="510026"/>
                  </a:lnTo>
                  <a:lnTo>
                    <a:pt x="894557" y="511478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09"/>
                  </a:lnTo>
                  <a:lnTo>
                    <a:pt x="1083026" y="334209"/>
                  </a:lnTo>
                  <a:lnTo>
                    <a:pt x="1084693" y="330130"/>
                  </a:lnTo>
                  <a:lnTo>
                    <a:pt x="759952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00679" y="414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827680" y="541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6" y="1409946"/>
                  </a:lnTo>
                  <a:lnTo>
                    <a:pt x="1083937" y="1409946"/>
                  </a:lnTo>
                  <a:lnTo>
                    <a:pt x="1088772" y="1405232"/>
                  </a:lnTo>
                  <a:lnTo>
                    <a:pt x="1088772" y="1105829"/>
                  </a:lnTo>
                  <a:lnTo>
                    <a:pt x="195666" y="1105829"/>
                  </a:lnTo>
                  <a:lnTo>
                    <a:pt x="194214" y="1104499"/>
                  </a:lnTo>
                  <a:lnTo>
                    <a:pt x="194214" y="1037102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1"/>
                  </a:lnTo>
                  <a:lnTo>
                    <a:pt x="1088772" y="860441"/>
                  </a:lnTo>
                  <a:lnTo>
                    <a:pt x="1088772" y="755415"/>
                  </a:lnTo>
                  <a:lnTo>
                    <a:pt x="195666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7"/>
                  </a:lnTo>
                  <a:lnTo>
                    <a:pt x="194214" y="511478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2"/>
                  </a:lnTo>
                  <a:lnTo>
                    <a:pt x="894557" y="1104499"/>
                  </a:lnTo>
                  <a:lnTo>
                    <a:pt x="893104" y="1105829"/>
                  </a:lnTo>
                  <a:lnTo>
                    <a:pt x="1088772" y="1105829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1"/>
                  </a:moveTo>
                  <a:lnTo>
                    <a:pt x="893104" y="860441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1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8"/>
                  </a:lnTo>
                  <a:lnTo>
                    <a:pt x="894556" y="578877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1083025" y="334210"/>
                  </a:lnTo>
                  <a:lnTo>
                    <a:pt x="1084693" y="330131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27680" y="541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54680" y="668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6" y="1409946"/>
                  </a:lnTo>
                  <a:lnTo>
                    <a:pt x="1083937" y="1409946"/>
                  </a:lnTo>
                  <a:lnTo>
                    <a:pt x="1088772" y="1405232"/>
                  </a:lnTo>
                  <a:lnTo>
                    <a:pt x="1088772" y="1105829"/>
                  </a:lnTo>
                  <a:lnTo>
                    <a:pt x="195666" y="1105829"/>
                  </a:lnTo>
                  <a:lnTo>
                    <a:pt x="194214" y="1104499"/>
                  </a:lnTo>
                  <a:lnTo>
                    <a:pt x="194214" y="1037102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1"/>
                  </a:lnTo>
                  <a:lnTo>
                    <a:pt x="1088772" y="860441"/>
                  </a:lnTo>
                  <a:lnTo>
                    <a:pt x="1088772" y="755415"/>
                  </a:lnTo>
                  <a:lnTo>
                    <a:pt x="195666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6"/>
                  </a:lnTo>
                  <a:lnTo>
                    <a:pt x="194214" y="511478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2"/>
                  </a:lnTo>
                  <a:lnTo>
                    <a:pt x="894557" y="1104499"/>
                  </a:lnTo>
                  <a:lnTo>
                    <a:pt x="893104" y="1105829"/>
                  </a:lnTo>
                  <a:lnTo>
                    <a:pt x="1088772" y="1105829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1"/>
                  </a:moveTo>
                  <a:lnTo>
                    <a:pt x="893104" y="860441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1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8"/>
                  </a:lnTo>
                  <a:lnTo>
                    <a:pt x="894557" y="578876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09"/>
                  </a:lnTo>
                  <a:lnTo>
                    <a:pt x="1083025" y="334209"/>
                  </a:lnTo>
                  <a:lnTo>
                    <a:pt x="1084693" y="330130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54680" y="668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81680" y="795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6" y="1409946"/>
                  </a:lnTo>
                  <a:lnTo>
                    <a:pt x="1083937" y="1409946"/>
                  </a:lnTo>
                  <a:lnTo>
                    <a:pt x="1088772" y="1405232"/>
                  </a:lnTo>
                  <a:lnTo>
                    <a:pt x="1088772" y="1105829"/>
                  </a:lnTo>
                  <a:lnTo>
                    <a:pt x="195666" y="1105829"/>
                  </a:lnTo>
                  <a:lnTo>
                    <a:pt x="194214" y="1104499"/>
                  </a:lnTo>
                  <a:lnTo>
                    <a:pt x="194214" y="1037102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1"/>
                  </a:lnTo>
                  <a:lnTo>
                    <a:pt x="1088772" y="860441"/>
                  </a:lnTo>
                  <a:lnTo>
                    <a:pt x="1088772" y="755415"/>
                  </a:lnTo>
                  <a:lnTo>
                    <a:pt x="195666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6"/>
                  </a:lnTo>
                  <a:lnTo>
                    <a:pt x="194214" y="511478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2"/>
                  </a:lnTo>
                  <a:lnTo>
                    <a:pt x="894557" y="1104499"/>
                  </a:lnTo>
                  <a:lnTo>
                    <a:pt x="893104" y="1105829"/>
                  </a:lnTo>
                  <a:lnTo>
                    <a:pt x="1088772" y="1105829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1"/>
                  </a:moveTo>
                  <a:lnTo>
                    <a:pt x="893104" y="860441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1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8"/>
                  </a:lnTo>
                  <a:lnTo>
                    <a:pt x="894557" y="578876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09"/>
                  </a:lnTo>
                  <a:lnTo>
                    <a:pt x="1083025" y="334209"/>
                  </a:lnTo>
                  <a:lnTo>
                    <a:pt x="1084693" y="330130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81680" y="795924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9336" y="2789034"/>
            <a:ext cx="1285455" cy="127993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630830" y="4645780"/>
            <a:ext cx="1482725" cy="1804035"/>
            <a:chOff x="9630830" y="4645780"/>
            <a:chExt cx="1482725" cy="1804035"/>
          </a:xfrm>
        </p:grpSpPr>
        <p:sp>
          <p:nvSpPr>
            <p:cNvPr id="14" name="object 14"/>
            <p:cNvSpPr/>
            <p:nvPr/>
          </p:nvSpPr>
          <p:spPr>
            <a:xfrm>
              <a:off x="9637180" y="4652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5" y="1409945"/>
                  </a:lnTo>
                  <a:lnTo>
                    <a:pt x="1083937" y="1409945"/>
                  </a:lnTo>
                  <a:lnTo>
                    <a:pt x="1088772" y="1405232"/>
                  </a:lnTo>
                  <a:lnTo>
                    <a:pt x="1088772" y="1105830"/>
                  </a:lnTo>
                  <a:lnTo>
                    <a:pt x="195666" y="1105830"/>
                  </a:lnTo>
                  <a:lnTo>
                    <a:pt x="194214" y="1104499"/>
                  </a:lnTo>
                  <a:lnTo>
                    <a:pt x="194214" y="1037101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1"/>
                  </a:lnTo>
                  <a:lnTo>
                    <a:pt x="1088772" y="860441"/>
                  </a:lnTo>
                  <a:lnTo>
                    <a:pt x="1088772" y="755415"/>
                  </a:lnTo>
                  <a:lnTo>
                    <a:pt x="195666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7"/>
                  </a:lnTo>
                  <a:lnTo>
                    <a:pt x="194214" y="511479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1"/>
                  </a:lnTo>
                  <a:lnTo>
                    <a:pt x="894557" y="1104499"/>
                  </a:lnTo>
                  <a:lnTo>
                    <a:pt x="893104" y="1105830"/>
                  </a:lnTo>
                  <a:lnTo>
                    <a:pt x="1088772" y="1105830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1"/>
                  </a:moveTo>
                  <a:lnTo>
                    <a:pt x="893104" y="860441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1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9"/>
                  </a:lnTo>
                  <a:lnTo>
                    <a:pt x="894556" y="578877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1083025" y="334210"/>
                  </a:lnTo>
                  <a:lnTo>
                    <a:pt x="1084693" y="330131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F0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37180" y="4652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63BE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64180" y="4779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5" y="1409945"/>
                  </a:lnTo>
                  <a:lnTo>
                    <a:pt x="1083937" y="1409945"/>
                  </a:lnTo>
                  <a:lnTo>
                    <a:pt x="1088772" y="1405232"/>
                  </a:lnTo>
                  <a:lnTo>
                    <a:pt x="1088772" y="1105830"/>
                  </a:lnTo>
                  <a:lnTo>
                    <a:pt x="195666" y="1105830"/>
                  </a:lnTo>
                  <a:lnTo>
                    <a:pt x="194214" y="1104499"/>
                  </a:lnTo>
                  <a:lnTo>
                    <a:pt x="194214" y="1037101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2"/>
                  </a:lnTo>
                  <a:lnTo>
                    <a:pt x="1088772" y="860442"/>
                  </a:lnTo>
                  <a:lnTo>
                    <a:pt x="1088772" y="755415"/>
                  </a:lnTo>
                  <a:lnTo>
                    <a:pt x="195666" y="755415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7"/>
                  </a:lnTo>
                  <a:lnTo>
                    <a:pt x="194214" y="511479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1"/>
                  </a:lnTo>
                  <a:lnTo>
                    <a:pt x="894557" y="1104499"/>
                  </a:lnTo>
                  <a:lnTo>
                    <a:pt x="893104" y="1105830"/>
                  </a:lnTo>
                  <a:lnTo>
                    <a:pt x="1088772" y="1105830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2"/>
                  </a:moveTo>
                  <a:lnTo>
                    <a:pt x="893104" y="860442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2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5"/>
                  </a:lnTo>
                  <a:lnTo>
                    <a:pt x="1088772" y="755415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9"/>
                  </a:lnTo>
                  <a:lnTo>
                    <a:pt x="894556" y="578877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1083025" y="334210"/>
                  </a:lnTo>
                  <a:lnTo>
                    <a:pt x="1084693" y="330131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F0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64180" y="4779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63BE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91180" y="4906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5" y="1409945"/>
                  </a:lnTo>
                  <a:lnTo>
                    <a:pt x="1083937" y="1409945"/>
                  </a:lnTo>
                  <a:lnTo>
                    <a:pt x="1088772" y="1405232"/>
                  </a:lnTo>
                  <a:lnTo>
                    <a:pt x="1088772" y="1105830"/>
                  </a:lnTo>
                  <a:lnTo>
                    <a:pt x="195666" y="1105830"/>
                  </a:lnTo>
                  <a:lnTo>
                    <a:pt x="194214" y="1104499"/>
                  </a:lnTo>
                  <a:lnTo>
                    <a:pt x="194214" y="1037101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2"/>
                  </a:lnTo>
                  <a:lnTo>
                    <a:pt x="1088772" y="860442"/>
                  </a:lnTo>
                  <a:lnTo>
                    <a:pt x="1088772" y="755414"/>
                  </a:lnTo>
                  <a:lnTo>
                    <a:pt x="195666" y="755414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7"/>
                  </a:lnTo>
                  <a:lnTo>
                    <a:pt x="194214" y="511479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1"/>
                  </a:lnTo>
                  <a:lnTo>
                    <a:pt x="894557" y="1104499"/>
                  </a:lnTo>
                  <a:lnTo>
                    <a:pt x="893104" y="1105830"/>
                  </a:lnTo>
                  <a:lnTo>
                    <a:pt x="1088772" y="1105830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2"/>
                  </a:moveTo>
                  <a:lnTo>
                    <a:pt x="893104" y="860442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2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4"/>
                  </a:lnTo>
                  <a:lnTo>
                    <a:pt x="1088772" y="755414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9"/>
                  </a:lnTo>
                  <a:lnTo>
                    <a:pt x="894556" y="578877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1083025" y="334210"/>
                  </a:lnTo>
                  <a:lnTo>
                    <a:pt x="1084693" y="330131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F0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891180" y="4906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63BE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018180" y="5033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706225" y="0"/>
                  </a:moveTo>
                  <a:lnTo>
                    <a:pt x="4833" y="0"/>
                  </a:lnTo>
                  <a:lnTo>
                    <a:pt x="0" y="4712"/>
                  </a:lnTo>
                  <a:lnTo>
                    <a:pt x="0" y="1405232"/>
                  </a:lnTo>
                  <a:lnTo>
                    <a:pt x="4835" y="1409945"/>
                  </a:lnTo>
                  <a:lnTo>
                    <a:pt x="1083937" y="1409945"/>
                  </a:lnTo>
                  <a:lnTo>
                    <a:pt x="1088772" y="1405232"/>
                  </a:lnTo>
                  <a:lnTo>
                    <a:pt x="1088772" y="1105830"/>
                  </a:lnTo>
                  <a:lnTo>
                    <a:pt x="195666" y="1105830"/>
                  </a:lnTo>
                  <a:lnTo>
                    <a:pt x="194214" y="1104499"/>
                  </a:lnTo>
                  <a:lnTo>
                    <a:pt x="194214" y="1037101"/>
                  </a:lnTo>
                  <a:lnTo>
                    <a:pt x="195666" y="1035649"/>
                  </a:lnTo>
                  <a:lnTo>
                    <a:pt x="1088772" y="1035649"/>
                  </a:lnTo>
                  <a:lnTo>
                    <a:pt x="1088772" y="930622"/>
                  </a:lnTo>
                  <a:lnTo>
                    <a:pt x="195666" y="930622"/>
                  </a:lnTo>
                  <a:lnTo>
                    <a:pt x="194214" y="929292"/>
                  </a:lnTo>
                  <a:lnTo>
                    <a:pt x="194214" y="861894"/>
                  </a:lnTo>
                  <a:lnTo>
                    <a:pt x="195666" y="860442"/>
                  </a:lnTo>
                  <a:lnTo>
                    <a:pt x="1088772" y="860442"/>
                  </a:lnTo>
                  <a:lnTo>
                    <a:pt x="1088772" y="755414"/>
                  </a:lnTo>
                  <a:lnTo>
                    <a:pt x="195666" y="755414"/>
                  </a:lnTo>
                  <a:lnTo>
                    <a:pt x="194214" y="754084"/>
                  </a:lnTo>
                  <a:lnTo>
                    <a:pt x="194214" y="686686"/>
                  </a:lnTo>
                  <a:lnTo>
                    <a:pt x="195666" y="685234"/>
                  </a:lnTo>
                  <a:lnTo>
                    <a:pt x="1088772" y="685234"/>
                  </a:lnTo>
                  <a:lnTo>
                    <a:pt x="1088772" y="580329"/>
                  </a:lnTo>
                  <a:lnTo>
                    <a:pt x="195666" y="580329"/>
                  </a:lnTo>
                  <a:lnTo>
                    <a:pt x="194214" y="578876"/>
                  </a:lnTo>
                  <a:lnTo>
                    <a:pt x="194214" y="511479"/>
                  </a:lnTo>
                  <a:lnTo>
                    <a:pt x="195666" y="510026"/>
                  </a:lnTo>
                  <a:lnTo>
                    <a:pt x="1088772" y="510026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1710"/>
                  </a:lnTo>
                  <a:lnTo>
                    <a:pt x="706225" y="0"/>
                  </a:lnTo>
                  <a:close/>
                </a:path>
                <a:path w="1089025" h="1410335">
                  <a:moveTo>
                    <a:pt x="1088772" y="1035649"/>
                  </a:moveTo>
                  <a:lnTo>
                    <a:pt x="893104" y="1035649"/>
                  </a:lnTo>
                  <a:lnTo>
                    <a:pt x="894557" y="1037101"/>
                  </a:lnTo>
                  <a:lnTo>
                    <a:pt x="894557" y="1104499"/>
                  </a:lnTo>
                  <a:lnTo>
                    <a:pt x="893104" y="1105830"/>
                  </a:lnTo>
                  <a:lnTo>
                    <a:pt x="1088772" y="1105830"/>
                  </a:lnTo>
                  <a:lnTo>
                    <a:pt x="1088772" y="1035649"/>
                  </a:lnTo>
                  <a:close/>
                </a:path>
                <a:path w="1089025" h="1410335">
                  <a:moveTo>
                    <a:pt x="1088772" y="860442"/>
                  </a:moveTo>
                  <a:lnTo>
                    <a:pt x="893104" y="860442"/>
                  </a:lnTo>
                  <a:lnTo>
                    <a:pt x="894557" y="861894"/>
                  </a:lnTo>
                  <a:lnTo>
                    <a:pt x="894557" y="929292"/>
                  </a:lnTo>
                  <a:lnTo>
                    <a:pt x="893104" y="930622"/>
                  </a:lnTo>
                  <a:lnTo>
                    <a:pt x="1088772" y="930622"/>
                  </a:lnTo>
                  <a:lnTo>
                    <a:pt x="1088772" y="860442"/>
                  </a:lnTo>
                  <a:close/>
                </a:path>
                <a:path w="1089025" h="1410335">
                  <a:moveTo>
                    <a:pt x="1088772" y="685234"/>
                  </a:moveTo>
                  <a:lnTo>
                    <a:pt x="893104" y="685234"/>
                  </a:lnTo>
                  <a:lnTo>
                    <a:pt x="894557" y="686686"/>
                  </a:lnTo>
                  <a:lnTo>
                    <a:pt x="894557" y="754084"/>
                  </a:lnTo>
                  <a:lnTo>
                    <a:pt x="893104" y="755414"/>
                  </a:lnTo>
                  <a:lnTo>
                    <a:pt x="1088772" y="755414"/>
                  </a:lnTo>
                  <a:lnTo>
                    <a:pt x="1088772" y="685234"/>
                  </a:lnTo>
                  <a:close/>
                </a:path>
                <a:path w="1089025" h="1410335">
                  <a:moveTo>
                    <a:pt x="1088772" y="510026"/>
                  </a:moveTo>
                  <a:lnTo>
                    <a:pt x="893104" y="510026"/>
                  </a:lnTo>
                  <a:lnTo>
                    <a:pt x="894557" y="511479"/>
                  </a:lnTo>
                  <a:lnTo>
                    <a:pt x="894557" y="578876"/>
                  </a:lnTo>
                  <a:lnTo>
                    <a:pt x="893104" y="580329"/>
                  </a:lnTo>
                  <a:lnTo>
                    <a:pt x="1088772" y="580329"/>
                  </a:lnTo>
                  <a:lnTo>
                    <a:pt x="1088772" y="510026"/>
                  </a:lnTo>
                  <a:close/>
                </a:path>
                <a:path w="1089025" h="1410335">
                  <a:moveTo>
                    <a:pt x="758319" y="5058"/>
                  </a:moveTo>
                  <a:lnTo>
                    <a:pt x="755677" y="6150"/>
                  </a:lnTo>
                  <a:lnTo>
                    <a:pt x="754683" y="7442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1083025" y="334210"/>
                  </a:lnTo>
                  <a:lnTo>
                    <a:pt x="1084693" y="330131"/>
                  </a:lnTo>
                  <a:lnTo>
                    <a:pt x="759951" y="5267"/>
                  </a:lnTo>
                  <a:lnTo>
                    <a:pt x="758319" y="5058"/>
                  </a:lnTo>
                  <a:close/>
                </a:path>
              </a:pathLst>
            </a:custGeom>
            <a:solidFill>
              <a:srgbClr val="F0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18180" y="5033130"/>
              <a:ext cx="1089025" cy="1410335"/>
            </a:xfrm>
            <a:custGeom>
              <a:avLst/>
              <a:gdLst/>
              <a:ahLst/>
              <a:cxnLst/>
              <a:rect l="l" t="t" r="r" b="b"/>
              <a:pathLst>
                <a:path w="1089025" h="1410335">
                  <a:moveTo>
                    <a:pt x="10722" y="0"/>
                  </a:moveTo>
                  <a:lnTo>
                    <a:pt x="4834" y="0"/>
                  </a:lnTo>
                  <a:lnTo>
                    <a:pt x="0" y="4712"/>
                  </a:lnTo>
                  <a:lnTo>
                    <a:pt x="0" y="10600"/>
                  </a:lnTo>
                  <a:lnTo>
                    <a:pt x="0" y="1399345"/>
                  </a:lnTo>
                  <a:lnTo>
                    <a:pt x="0" y="1405232"/>
                  </a:lnTo>
                  <a:lnTo>
                    <a:pt x="4834" y="1409945"/>
                  </a:lnTo>
                  <a:lnTo>
                    <a:pt x="10722" y="1409945"/>
                  </a:lnTo>
                  <a:lnTo>
                    <a:pt x="1078050" y="1409945"/>
                  </a:lnTo>
                  <a:lnTo>
                    <a:pt x="1083937" y="1409946"/>
                  </a:lnTo>
                  <a:lnTo>
                    <a:pt x="1088772" y="1405233"/>
                  </a:lnTo>
                  <a:lnTo>
                    <a:pt x="1088772" y="1399345"/>
                  </a:lnTo>
                  <a:lnTo>
                    <a:pt x="1088772" y="384774"/>
                  </a:lnTo>
                  <a:lnTo>
                    <a:pt x="1088772" y="382708"/>
                  </a:lnTo>
                  <a:lnTo>
                    <a:pt x="1087100" y="380997"/>
                  </a:lnTo>
                  <a:lnTo>
                    <a:pt x="1084995" y="380997"/>
                  </a:lnTo>
                  <a:lnTo>
                    <a:pt x="718619" y="380997"/>
                  </a:lnTo>
                  <a:lnTo>
                    <a:pt x="712731" y="380997"/>
                  </a:lnTo>
                  <a:lnTo>
                    <a:pt x="707896" y="376284"/>
                  </a:lnTo>
                  <a:lnTo>
                    <a:pt x="707896" y="370397"/>
                  </a:lnTo>
                  <a:lnTo>
                    <a:pt x="707896" y="3777"/>
                  </a:lnTo>
                  <a:lnTo>
                    <a:pt x="707896" y="1710"/>
                  </a:lnTo>
                  <a:lnTo>
                    <a:pt x="706225" y="0"/>
                  </a:lnTo>
                  <a:lnTo>
                    <a:pt x="704119" y="0"/>
                  </a:lnTo>
                  <a:lnTo>
                    <a:pt x="10722" y="0"/>
                  </a:lnTo>
                  <a:close/>
                </a:path>
                <a:path w="1089025" h="1410335">
                  <a:moveTo>
                    <a:pt x="756998" y="5604"/>
                  </a:moveTo>
                  <a:lnTo>
                    <a:pt x="755678" y="6150"/>
                  </a:lnTo>
                  <a:lnTo>
                    <a:pt x="754684" y="7442"/>
                  </a:lnTo>
                  <a:lnTo>
                    <a:pt x="754684" y="9138"/>
                  </a:lnTo>
                  <a:lnTo>
                    <a:pt x="754684" y="323610"/>
                  </a:lnTo>
                  <a:lnTo>
                    <a:pt x="754683" y="329497"/>
                  </a:lnTo>
                  <a:lnTo>
                    <a:pt x="759518" y="334210"/>
                  </a:lnTo>
                  <a:lnTo>
                    <a:pt x="765406" y="334210"/>
                  </a:lnTo>
                  <a:lnTo>
                    <a:pt x="1079634" y="334210"/>
                  </a:lnTo>
                  <a:lnTo>
                    <a:pt x="1083026" y="334210"/>
                  </a:lnTo>
                  <a:lnTo>
                    <a:pt x="1084693" y="330131"/>
                  </a:lnTo>
                  <a:lnTo>
                    <a:pt x="1082314" y="327752"/>
                  </a:lnTo>
                  <a:lnTo>
                    <a:pt x="761141" y="6457"/>
                  </a:lnTo>
                  <a:lnTo>
                    <a:pt x="759952" y="5268"/>
                  </a:lnTo>
                  <a:lnTo>
                    <a:pt x="758319" y="5058"/>
                  </a:lnTo>
                  <a:lnTo>
                    <a:pt x="756998" y="5604"/>
                  </a:lnTo>
                  <a:close/>
                </a:path>
                <a:path w="1089025" h="1410335">
                  <a:moveTo>
                    <a:pt x="197382" y="510027"/>
                  </a:moveTo>
                  <a:lnTo>
                    <a:pt x="891389" y="510027"/>
                  </a:lnTo>
                  <a:lnTo>
                    <a:pt x="893105" y="510026"/>
                  </a:lnTo>
                  <a:lnTo>
                    <a:pt x="894557" y="511479"/>
                  </a:lnTo>
                  <a:lnTo>
                    <a:pt x="894557" y="513194"/>
                  </a:lnTo>
                  <a:lnTo>
                    <a:pt x="894557" y="577161"/>
                  </a:lnTo>
                  <a:lnTo>
                    <a:pt x="894557" y="578876"/>
                  </a:lnTo>
                  <a:lnTo>
                    <a:pt x="893105" y="580329"/>
                  </a:lnTo>
                  <a:lnTo>
                    <a:pt x="891389" y="580329"/>
                  </a:lnTo>
                  <a:lnTo>
                    <a:pt x="197382" y="580329"/>
                  </a:lnTo>
                  <a:lnTo>
                    <a:pt x="195667" y="580329"/>
                  </a:lnTo>
                  <a:lnTo>
                    <a:pt x="194214" y="578877"/>
                  </a:lnTo>
                  <a:lnTo>
                    <a:pt x="194214" y="577161"/>
                  </a:lnTo>
                  <a:lnTo>
                    <a:pt x="194214" y="513194"/>
                  </a:lnTo>
                  <a:lnTo>
                    <a:pt x="194214" y="511479"/>
                  </a:lnTo>
                  <a:lnTo>
                    <a:pt x="195667" y="510027"/>
                  </a:lnTo>
                  <a:lnTo>
                    <a:pt x="197382" y="510027"/>
                  </a:lnTo>
                  <a:close/>
                </a:path>
                <a:path w="1089025" h="1410335">
                  <a:moveTo>
                    <a:pt x="197382" y="685234"/>
                  </a:moveTo>
                  <a:lnTo>
                    <a:pt x="891389" y="685234"/>
                  </a:lnTo>
                  <a:lnTo>
                    <a:pt x="893105" y="685234"/>
                  </a:lnTo>
                  <a:lnTo>
                    <a:pt x="894557" y="686686"/>
                  </a:lnTo>
                  <a:lnTo>
                    <a:pt x="894557" y="688402"/>
                  </a:lnTo>
                  <a:lnTo>
                    <a:pt x="894557" y="752369"/>
                  </a:lnTo>
                  <a:lnTo>
                    <a:pt x="894557" y="754084"/>
                  </a:lnTo>
                  <a:lnTo>
                    <a:pt x="893105" y="755415"/>
                  </a:lnTo>
                  <a:lnTo>
                    <a:pt x="891389" y="755415"/>
                  </a:lnTo>
                  <a:lnTo>
                    <a:pt x="197382" y="755415"/>
                  </a:lnTo>
                  <a:lnTo>
                    <a:pt x="195667" y="755415"/>
                  </a:lnTo>
                  <a:lnTo>
                    <a:pt x="194214" y="754084"/>
                  </a:lnTo>
                  <a:lnTo>
                    <a:pt x="194214" y="752369"/>
                  </a:lnTo>
                  <a:lnTo>
                    <a:pt x="194214" y="688402"/>
                  </a:lnTo>
                  <a:lnTo>
                    <a:pt x="194214" y="686686"/>
                  </a:lnTo>
                  <a:lnTo>
                    <a:pt x="195667" y="685234"/>
                  </a:lnTo>
                  <a:lnTo>
                    <a:pt x="197382" y="685234"/>
                  </a:lnTo>
                  <a:close/>
                </a:path>
                <a:path w="1089025" h="1410335">
                  <a:moveTo>
                    <a:pt x="197382" y="860442"/>
                  </a:moveTo>
                  <a:lnTo>
                    <a:pt x="891389" y="860442"/>
                  </a:lnTo>
                  <a:lnTo>
                    <a:pt x="893105" y="860442"/>
                  </a:lnTo>
                  <a:lnTo>
                    <a:pt x="894557" y="861894"/>
                  </a:lnTo>
                  <a:lnTo>
                    <a:pt x="894557" y="863610"/>
                  </a:lnTo>
                  <a:lnTo>
                    <a:pt x="894557" y="927576"/>
                  </a:lnTo>
                  <a:lnTo>
                    <a:pt x="894557" y="929292"/>
                  </a:lnTo>
                  <a:lnTo>
                    <a:pt x="893105" y="930622"/>
                  </a:lnTo>
                  <a:lnTo>
                    <a:pt x="891389" y="930622"/>
                  </a:lnTo>
                  <a:lnTo>
                    <a:pt x="197382" y="930622"/>
                  </a:lnTo>
                  <a:lnTo>
                    <a:pt x="195667" y="930622"/>
                  </a:lnTo>
                  <a:lnTo>
                    <a:pt x="194214" y="929292"/>
                  </a:lnTo>
                  <a:lnTo>
                    <a:pt x="194214" y="927576"/>
                  </a:lnTo>
                  <a:lnTo>
                    <a:pt x="194214" y="863610"/>
                  </a:lnTo>
                  <a:lnTo>
                    <a:pt x="194214" y="861894"/>
                  </a:lnTo>
                  <a:lnTo>
                    <a:pt x="195667" y="860442"/>
                  </a:lnTo>
                  <a:lnTo>
                    <a:pt x="197382" y="860442"/>
                  </a:lnTo>
                  <a:close/>
                </a:path>
                <a:path w="1089025" h="1410335">
                  <a:moveTo>
                    <a:pt x="197382" y="1035649"/>
                  </a:moveTo>
                  <a:lnTo>
                    <a:pt x="891389" y="1035649"/>
                  </a:lnTo>
                  <a:lnTo>
                    <a:pt x="893105" y="1035649"/>
                  </a:lnTo>
                  <a:lnTo>
                    <a:pt x="894557" y="1037102"/>
                  </a:lnTo>
                  <a:lnTo>
                    <a:pt x="894557" y="1038817"/>
                  </a:lnTo>
                  <a:lnTo>
                    <a:pt x="894557" y="1102784"/>
                  </a:lnTo>
                  <a:lnTo>
                    <a:pt x="894557" y="1104499"/>
                  </a:lnTo>
                  <a:lnTo>
                    <a:pt x="893105" y="1105830"/>
                  </a:lnTo>
                  <a:lnTo>
                    <a:pt x="891389" y="1105830"/>
                  </a:lnTo>
                  <a:lnTo>
                    <a:pt x="197382" y="1105830"/>
                  </a:lnTo>
                  <a:lnTo>
                    <a:pt x="195667" y="1105830"/>
                  </a:lnTo>
                  <a:lnTo>
                    <a:pt x="194214" y="1104499"/>
                  </a:lnTo>
                  <a:lnTo>
                    <a:pt x="194214" y="1102784"/>
                  </a:lnTo>
                  <a:lnTo>
                    <a:pt x="194214" y="1038817"/>
                  </a:lnTo>
                  <a:lnTo>
                    <a:pt x="194214" y="1037101"/>
                  </a:lnTo>
                  <a:lnTo>
                    <a:pt x="195667" y="1035649"/>
                  </a:lnTo>
                  <a:lnTo>
                    <a:pt x="197382" y="1035649"/>
                  </a:lnTo>
                  <a:close/>
                </a:path>
              </a:pathLst>
            </a:custGeom>
            <a:ln w="12700">
              <a:solidFill>
                <a:srgbClr val="63BE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0195207" y="2267809"/>
            <a:ext cx="354330" cy="466090"/>
            <a:chOff x="10195207" y="2267809"/>
            <a:chExt cx="354330" cy="466090"/>
          </a:xfrm>
        </p:grpSpPr>
        <p:sp>
          <p:nvSpPr>
            <p:cNvPr id="23" name="object 23"/>
            <p:cNvSpPr/>
            <p:nvPr/>
          </p:nvSpPr>
          <p:spPr>
            <a:xfrm>
              <a:off x="10201557" y="2274159"/>
              <a:ext cx="341630" cy="453390"/>
            </a:xfrm>
            <a:custGeom>
              <a:avLst/>
              <a:gdLst/>
              <a:ahLst/>
              <a:cxnLst/>
              <a:rect l="l" t="t" r="r" b="b"/>
              <a:pathLst>
                <a:path w="341629" h="453389">
                  <a:moveTo>
                    <a:pt x="37588" y="244822"/>
                  </a:moveTo>
                  <a:lnTo>
                    <a:pt x="2745" y="268274"/>
                  </a:lnTo>
                  <a:lnTo>
                    <a:pt x="0" y="282425"/>
                  </a:lnTo>
                  <a:lnTo>
                    <a:pt x="686" y="289606"/>
                  </a:lnTo>
                  <a:lnTo>
                    <a:pt x="143917" y="441901"/>
                  </a:lnTo>
                  <a:lnTo>
                    <a:pt x="170508" y="452934"/>
                  </a:lnTo>
                  <a:lnTo>
                    <a:pt x="177690" y="452242"/>
                  </a:lnTo>
                  <a:lnTo>
                    <a:pt x="184659" y="450170"/>
                  </a:lnTo>
                  <a:lnTo>
                    <a:pt x="191200" y="446722"/>
                  </a:lnTo>
                  <a:lnTo>
                    <a:pt x="197100" y="441901"/>
                  </a:lnTo>
                  <a:lnTo>
                    <a:pt x="314456" y="324575"/>
                  </a:lnTo>
                  <a:lnTo>
                    <a:pt x="132920" y="324575"/>
                  </a:lnTo>
                  <a:lnTo>
                    <a:pt x="64179" y="255833"/>
                  </a:lnTo>
                  <a:lnTo>
                    <a:pt x="51740" y="247575"/>
                  </a:lnTo>
                  <a:lnTo>
                    <a:pt x="37588" y="244822"/>
                  </a:lnTo>
                  <a:close/>
                </a:path>
                <a:path w="341629" h="453389">
                  <a:moveTo>
                    <a:pt x="170508" y="0"/>
                  </a:moveTo>
                  <a:lnTo>
                    <a:pt x="155876" y="2953"/>
                  </a:lnTo>
                  <a:lnTo>
                    <a:pt x="143928" y="11008"/>
                  </a:lnTo>
                  <a:lnTo>
                    <a:pt x="135874" y="22956"/>
                  </a:lnTo>
                  <a:lnTo>
                    <a:pt x="132920" y="37588"/>
                  </a:lnTo>
                  <a:lnTo>
                    <a:pt x="132920" y="324575"/>
                  </a:lnTo>
                  <a:lnTo>
                    <a:pt x="208097" y="324575"/>
                  </a:lnTo>
                  <a:lnTo>
                    <a:pt x="208097" y="37588"/>
                  </a:lnTo>
                  <a:lnTo>
                    <a:pt x="205143" y="22956"/>
                  </a:lnTo>
                  <a:lnTo>
                    <a:pt x="197088" y="11008"/>
                  </a:lnTo>
                  <a:lnTo>
                    <a:pt x="185141" y="2953"/>
                  </a:lnTo>
                  <a:lnTo>
                    <a:pt x="170508" y="0"/>
                  </a:lnTo>
                  <a:close/>
                </a:path>
                <a:path w="341629" h="453389">
                  <a:moveTo>
                    <a:pt x="303428" y="244822"/>
                  </a:moveTo>
                  <a:lnTo>
                    <a:pt x="289276" y="247575"/>
                  </a:lnTo>
                  <a:lnTo>
                    <a:pt x="276838" y="255833"/>
                  </a:lnTo>
                  <a:lnTo>
                    <a:pt x="208097" y="324575"/>
                  </a:lnTo>
                  <a:lnTo>
                    <a:pt x="314456" y="324575"/>
                  </a:lnTo>
                  <a:lnTo>
                    <a:pt x="340331" y="289606"/>
                  </a:lnTo>
                  <a:lnTo>
                    <a:pt x="341017" y="282425"/>
                  </a:lnTo>
                  <a:lnTo>
                    <a:pt x="340331" y="275243"/>
                  </a:lnTo>
                  <a:lnTo>
                    <a:pt x="303428" y="244822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01557" y="2274159"/>
              <a:ext cx="341630" cy="453390"/>
            </a:xfrm>
            <a:custGeom>
              <a:avLst/>
              <a:gdLst/>
              <a:ahLst/>
              <a:cxnLst/>
              <a:rect l="l" t="t" r="r" b="b"/>
              <a:pathLst>
                <a:path w="341629" h="453389">
                  <a:moveTo>
                    <a:pt x="341016" y="282424"/>
                  </a:moveTo>
                  <a:lnTo>
                    <a:pt x="317580" y="247574"/>
                  </a:lnTo>
                  <a:lnTo>
                    <a:pt x="303428" y="244822"/>
                  </a:lnTo>
                  <a:lnTo>
                    <a:pt x="289276" y="247574"/>
                  </a:lnTo>
                  <a:lnTo>
                    <a:pt x="276837" y="255833"/>
                  </a:lnTo>
                  <a:lnTo>
                    <a:pt x="208096" y="324574"/>
                  </a:lnTo>
                  <a:lnTo>
                    <a:pt x="208096" y="37588"/>
                  </a:lnTo>
                  <a:lnTo>
                    <a:pt x="205143" y="22955"/>
                  </a:lnTo>
                  <a:lnTo>
                    <a:pt x="197088" y="11008"/>
                  </a:lnTo>
                  <a:lnTo>
                    <a:pt x="185140" y="2953"/>
                  </a:lnTo>
                  <a:lnTo>
                    <a:pt x="170508" y="0"/>
                  </a:lnTo>
                  <a:lnTo>
                    <a:pt x="155876" y="2953"/>
                  </a:lnTo>
                  <a:lnTo>
                    <a:pt x="143928" y="11008"/>
                  </a:lnTo>
                  <a:lnTo>
                    <a:pt x="135873" y="22955"/>
                  </a:lnTo>
                  <a:lnTo>
                    <a:pt x="132920" y="37588"/>
                  </a:lnTo>
                  <a:lnTo>
                    <a:pt x="132920" y="324574"/>
                  </a:lnTo>
                  <a:lnTo>
                    <a:pt x="64179" y="255833"/>
                  </a:lnTo>
                  <a:lnTo>
                    <a:pt x="51740" y="247574"/>
                  </a:lnTo>
                  <a:lnTo>
                    <a:pt x="37587" y="244822"/>
                  </a:lnTo>
                  <a:lnTo>
                    <a:pt x="23435" y="247574"/>
                  </a:lnTo>
                  <a:lnTo>
                    <a:pt x="0" y="282424"/>
                  </a:lnTo>
                  <a:lnTo>
                    <a:pt x="686" y="289606"/>
                  </a:lnTo>
                  <a:lnTo>
                    <a:pt x="143917" y="441900"/>
                  </a:lnTo>
                  <a:lnTo>
                    <a:pt x="170508" y="452933"/>
                  </a:lnTo>
                  <a:lnTo>
                    <a:pt x="177690" y="452241"/>
                  </a:lnTo>
                  <a:lnTo>
                    <a:pt x="330019" y="309015"/>
                  </a:lnTo>
                  <a:lnTo>
                    <a:pt x="340331" y="289605"/>
                  </a:lnTo>
                  <a:lnTo>
                    <a:pt x="341016" y="282424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0195207" y="4124555"/>
            <a:ext cx="354330" cy="466090"/>
            <a:chOff x="10195207" y="4124555"/>
            <a:chExt cx="354330" cy="466090"/>
          </a:xfrm>
        </p:grpSpPr>
        <p:sp>
          <p:nvSpPr>
            <p:cNvPr id="26" name="object 26"/>
            <p:cNvSpPr/>
            <p:nvPr/>
          </p:nvSpPr>
          <p:spPr>
            <a:xfrm>
              <a:off x="10201557" y="4130905"/>
              <a:ext cx="341630" cy="453390"/>
            </a:xfrm>
            <a:custGeom>
              <a:avLst/>
              <a:gdLst/>
              <a:ahLst/>
              <a:cxnLst/>
              <a:rect l="l" t="t" r="r" b="b"/>
              <a:pathLst>
                <a:path w="341629" h="453389">
                  <a:moveTo>
                    <a:pt x="37588" y="244822"/>
                  </a:moveTo>
                  <a:lnTo>
                    <a:pt x="2745" y="268274"/>
                  </a:lnTo>
                  <a:lnTo>
                    <a:pt x="0" y="282425"/>
                  </a:lnTo>
                  <a:lnTo>
                    <a:pt x="686" y="289606"/>
                  </a:lnTo>
                  <a:lnTo>
                    <a:pt x="143917" y="441901"/>
                  </a:lnTo>
                  <a:lnTo>
                    <a:pt x="170508" y="452934"/>
                  </a:lnTo>
                  <a:lnTo>
                    <a:pt x="177690" y="452242"/>
                  </a:lnTo>
                  <a:lnTo>
                    <a:pt x="184659" y="450170"/>
                  </a:lnTo>
                  <a:lnTo>
                    <a:pt x="191200" y="446722"/>
                  </a:lnTo>
                  <a:lnTo>
                    <a:pt x="197100" y="441901"/>
                  </a:lnTo>
                  <a:lnTo>
                    <a:pt x="314456" y="324575"/>
                  </a:lnTo>
                  <a:lnTo>
                    <a:pt x="132920" y="324575"/>
                  </a:lnTo>
                  <a:lnTo>
                    <a:pt x="64179" y="255833"/>
                  </a:lnTo>
                  <a:lnTo>
                    <a:pt x="51740" y="247575"/>
                  </a:lnTo>
                  <a:lnTo>
                    <a:pt x="37588" y="244822"/>
                  </a:lnTo>
                  <a:close/>
                </a:path>
                <a:path w="341629" h="453389">
                  <a:moveTo>
                    <a:pt x="170508" y="0"/>
                  </a:moveTo>
                  <a:lnTo>
                    <a:pt x="155876" y="2953"/>
                  </a:lnTo>
                  <a:lnTo>
                    <a:pt x="143928" y="11008"/>
                  </a:lnTo>
                  <a:lnTo>
                    <a:pt x="135874" y="22956"/>
                  </a:lnTo>
                  <a:lnTo>
                    <a:pt x="132920" y="37588"/>
                  </a:lnTo>
                  <a:lnTo>
                    <a:pt x="132920" y="324575"/>
                  </a:lnTo>
                  <a:lnTo>
                    <a:pt x="208097" y="324575"/>
                  </a:lnTo>
                  <a:lnTo>
                    <a:pt x="208097" y="37588"/>
                  </a:lnTo>
                  <a:lnTo>
                    <a:pt x="205143" y="22956"/>
                  </a:lnTo>
                  <a:lnTo>
                    <a:pt x="197088" y="11008"/>
                  </a:lnTo>
                  <a:lnTo>
                    <a:pt x="185141" y="2953"/>
                  </a:lnTo>
                  <a:lnTo>
                    <a:pt x="170508" y="0"/>
                  </a:lnTo>
                  <a:close/>
                </a:path>
                <a:path w="341629" h="453389">
                  <a:moveTo>
                    <a:pt x="303428" y="244822"/>
                  </a:moveTo>
                  <a:lnTo>
                    <a:pt x="289276" y="247575"/>
                  </a:lnTo>
                  <a:lnTo>
                    <a:pt x="276838" y="255833"/>
                  </a:lnTo>
                  <a:lnTo>
                    <a:pt x="208097" y="324575"/>
                  </a:lnTo>
                  <a:lnTo>
                    <a:pt x="314456" y="324575"/>
                  </a:lnTo>
                  <a:lnTo>
                    <a:pt x="340331" y="289606"/>
                  </a:lnTo>
                  <a:lnTo>
                    <a:pt x="341017" y="282425"/>
                  </a:lnTo>
                  <a:lnTo>
                    <a:pt x="340331" y="275243"/>
                  </a:lnTo>
                  <a:lnTo>
                    <a:pt x="303428" y="244822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201557" y="4130905"/>
              <a:ext cx="341630" cy="453390"/>
            </a:xfrm>
            <a:custGeom>
              <a:avLst/>
              <a:gdLst/>
              <a:ahLst/>
              <a:cxnLst/>
              <a:rect l="l" t="t" r="r" b="b"/>
              <a:pathLst>
                <a:path w="341629" h="453389">
                  <a:moveTo>
                    <a:pt x="341016" y="282424"/>
                  </a:moveTo>
                  <a:lnTo>
                    <a:pt x="317580" y="247574"/>
                  </a:lnTo>
                  <a:lnTo>
                    <a:pt x="303428" y="244822"/>
                  </a:lnTo>
                  <a:lnTo>
                    <a:pt x="289276" y="247574"/>
                  </a:lnTo>
                  <a:lnTo>
                    <a:pt x="276837" y="255833"/>
                  </a:lnTo>
                  <a:lnTo>
                    <a:pt x="208096" y="324574"/>
                  </a:lnTo>
                  <a:lnTo>
                    <a:pt x="208096" y="37588"/>
                  </a:lnTo>
                  <a:lnTo>
                    <a:pt x="205143" y="22955"/>
                  </a:lnTo>
                  <a:lnTo>
                    <a:pt x="197088" y="11008"/>
                  </a:lnTo>
                  <a:lnTo>
                    <a:pt x="185140" y="2953"/>
                  </a:lnTo>
                  <a:lnTo>
                    <a:pt x="170508" y="0"/>
                  </a:lnTo>
                  <a:lnTo>
                    <a:pt x="155876" y="2953"/>
                  </a:lnTo>
                  <a:lnTo>
                    <a:pt x="143928" y="11008"/>
                  </a:lnTo>
                  <a:lnTo>
                    <a:pt x="135873" y="22955"/>
                  </a:lnTo>
                  <a:lnTo>
                    <a:pt x="132920" y="37588"/>
                  </a:lnTo>
                  <a:lnTo>
                    <a:pt x="132920" y="324574"/>
                  </a:lnTo>
                  <a:lnTo>
                    <a:pt x="64179" y="255833"/>
                  </a:lnTo>
                  <a:lnTo>
                    <a:pt x="51740" y="247574"/>
                  </a:lnTo>
                  <a:lnTo>
                    <a:pt x="37587" y="244822"/>
                  </a:lnTo>
                  <a:lnTo>
                    <a:pt x="23435" y="247574"/>
                  </a:lnTo>
                  <a:lnTo>
                    <a:pt x="0" y="282424"/>
                  </a:lnTo>
                  <a:lnTo>
                    <a:pt x="686" y="289606"/>
                  </a:lnTo>
                  <a:lnTo>
                    <a:pt x="143917" y="441900"/>
                  </a:lnTo>
                  <a:lnTo>
                    <a:pt x="170508" y="452933"/>
                  </a:lnTo>
                  <a:lnTo>
                    <a:pt x="177690" y="452241"/>
                  </a:lnTo>
                  <a:lnTo>
                    <a:pt x="330019" y="309015"/>
                  </a:lnTo>
                  <a:lnTo>
                    <a:pt x="340331" y="289605"/>
                  </a:lnTo>
                  <a:lnTo>
                    <a:pt x="341016" y="282424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100" y="1981200"/>
            <a:ext cx="439991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There are several most typical scenarios for using the model: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711200" y="2654300"/>
            <a:ext cx="548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01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0200" y="2692400"/>
            <a:ext cx="4240530" cy="2008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lang="en" sz="1600" b="1" dirty="0"/>
              <a:t>Request–Response </a:t>
            </a:r>
            <a:r>
              <a:rPr lang="en" sz="1600" dirty="0"/>
              <a:t>(real‑time)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:</a:t>
            </a:r>
            <a:r>
              <a:rPr lang="en" sz="1600" spc="85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/>
              <a:t>the client sends data and receives a prediction.</a:t>
            </a: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-US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-US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r>
              <a:rPr lang="en" sz="1600" b="1" dirty="0"/>
              <a:t>Batch Scoring</a:t>
            </a:r>
            <a:r>
              <a:rPr lang="en" sz="1600" dirty="0"/>
              <a:t> (offline): periodically score a large data dump via </a:t>
            </a:r>
            <a:r>
              <a:rPr lang="en" sz="1600" dirty="0" err="1"/>
              <a:t>cron</a:t>
            </a:r>
            <a:r>
              <a:rPr lang="en" sz="1600" dirty="0"/>
              <a:t>/Airflow (tasks on the schedule</a:t>
            </a:r>
            <a:r>
              <a:rPr lang="ru-RU" sz="1600" dirty="0"/>
              <a:t>)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1200" y="3924300"/>
            <a:ext cx="736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1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02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37" name="object 2">
            <a:extLst>
              <a:ext uri="{FF2B5EF4-FFF2-40B4-BE49-F238E27FC236}">
                <a16:creationId xmlns:a16="http://schemas.microsoft.com/office/drawing/2014/main" id="{61EF04DA-1D7C-D2D9-91F1-87CA7B34F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718" y="620566"/>
            <a:ext cx="7818682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Model Usage Scenarios</a:t>
            </a:r>
            <a:endParaRPr sz="4000" b="1" spc="7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5089" y="707552"/>
            <a:ext cx="2761117" cy="544289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11200" y="2654300"/>
            <a:ext cx="548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01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6400" y="2467491"/>
            <a:ext cx="4240530" cy="3470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lang="en" sz="1600" b="1" dirty="0"/>
              <a:t>Request–Response </a:t>
            </a:r>
            <a:r>
              <a:rPr lang="en" sz="1600" dirty="0"/>
              <a:t>(real‑time)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:</a:t>
            </a:r>
            <a:r>
              <a:rPr lang="en" sz="1600" spc="85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/>
              <a:t>the client sends data and receives a prediction.</a:t>
            </a: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r>
              <a:rPr lang="en" sz="1600" b="1" dirty="0"/>
              <a:t>Batch Scoring</a:t>
            </a:r>
            <a:r>
              <a:rPr lang="en" sz="1600" dirty="0"/>
              <a:t> (offline): periodically score a large data dump via </a:t>
            </a:r>
            <a:r>
              <a:rPr lang="en" sz="1600" dirty="0" err="1"/>
              <a:t>cron</a:t>
            </a:r>
            <a:r>
              <a:rPr lang="en" sz="1600" dirty="0"/>
              <a:t>/Airflow (tasks on the schedule)</a:t>
            </a:r>
            <a:endParaRPr lang="ru-RU" sz="1600" dirty="0"/>
          </a:p>
          <a:p>
            <a:pPr marL="12700" marR="270510" algn="just">
              <a:lnSpc>
                <a:spcPts val="1900"/>
              </a:lnSpc>
            </a:pP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12700" marR="270510" algn="just">
              <a:lnSpc>
                <a:spcPts val="1900"/>
              </a:lnSpc>
            </a:pPr>
            <a:r>
              <a:rPr lang="en" sz="1600" b="1" dirty="0"/>
              <a:t>Streaming</a:t>
            </a:r>
            <a:r>
              <a:rPr lang="en" sz="1600" dirty="0"/>
              <a:t>: tasks enter a queue for inference.</a:t>
            </a:r>
            <a:endParaRPr lang="en"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200" y="3924300"/>
            <a:ext cx="736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1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02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200" y="5422900"/>
            <a:ext cx="736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75" dirty="0">
                <a:solidFill>
                  <a:srgbClr val="01A2F1"/>
                </a:solidFill>
                <a:latin typeface="Graphik LCG" panose="020B0503030202060203" pitchFamily="34" charset="0"/>
                <a:cs typeface="Arial"/>
              </a:rPr>
              <a:t>03</a:t>
            </a:r>
            <a:endParaRPr sz="3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2" name="object 28">
            <a:extLst>
              <a:ext uri="{FF2B5EF4-FFF2-40B4-BE49-F238E27FC236}">
                <a16:creationId xmlns:a16="http://schemas.microsoft.com/office/drawing/2014/main" id="{883614CD-89A7-2086-6F34-9DF5960F1AFE}"/>
              </a:ext>
            </a:extLst>
          </p:cNvPr>
          <p:cNvSpPr txBox="1"/>
          <p:nvPr/>
        </p:nvSpPr>
        <p:spPr>
          <a:xfrm>
            <a:off x="660399" y="1657588"/>
            <a:ext cx="439991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There are several most typical scenarios for using the model:</a:t>
            </a: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423F1109-7D05-E919-91DA-4EF910F42D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718" y="620566"/>
            <a:ext cx="7818682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Model Usage Scenarios</a:t>
            </a:r>
            <a:endParaRPr sz="4000" b="1" spc="7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CFD1BDAA-350E-0F1C-BE93-9EC0751DB35A}"/>
              </a:ext>
            </a:extLst>
          </p:cNvPr>
          <p:cNvSpPr txBox="1"/>
          <p:nvPr/>
        </p:nvSpPr>
        <p:spPr>
          <a:xfrm>
            <a:off x="10811464" y="2168128"/>
            <a:ext cx="246221" cy="913276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" sz="1600" spc="40" dirty="0">
                <a:latin typeface="Graphik LCG" panose="020B0503030202060203" pitchFamily="34" charset="0"/>
                <a:cs typeface="Arial"/>
              </a:rPr>
              <a:t>Request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94825CD-6C6F-805B-9D34-C42E8DE3637B}"/>
              </a:ext>
            </a:extLst>
          </p:cNvPr>
          <p:cNvSpPr txBox="1"/>
          <p:nvPr/>
        </p:nvSpPr>
        <p:spPr>
          <a:xfrm>
            <a:off x="9499109" y="2088035"/>
            <a:ext cx="246221" cy="1073462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>
              <a:spcBef>
                <a:spcPts val="280"/>
              </a:spcBef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Response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8178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Integration Approaches</a:t>
            </a:r>
            <a:endParaRPr sz="4000" b="1" spc="135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400" y="1706918"/>
            <a:ext cx="6546215" cy="925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Today we will discuss only the request–response scenario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1360"/>
              </a:spcBef>
            </a:pPr>
            <a:r>
              <a:rPr lang="en" sz="1600" spc="10" dirty="0">
                <a:latin typeface="Graphik LCG" panose="020B0503030202060203" pitchFamily="34" charset="0"/>
                <a:cs typeface="Arial"/>
              </a:rPr>
              <a:t>How can a model be integrated into existing business logic from an architectural point of view?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700" y="5118100"/>
            <a:ext cx="2553338" cy="123623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lang="en" sz="1600" dirty="0">
                <a:latin typeface="Graphik LCG" panose="020B0503030202060203" pitchFamily="34" charset="0"/>
              </a:rPr>
              <a:t>The model can be embedded directly in the existing application’s code — a monolithic approach.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2410" y="4460484"/>
            <a:ext cx="1754505" cy="1980000"/>
            <a:chOff x="742410" y="4460484"/>
            <a:chExt cx="1754505" cy="1980000"/>
          </a:xfrm>
        </p:grpSpPr>
        <p:sp>
          <p:nvSpPr>
            <p:cNvPr id="6" name="object 6"/>
            <p:cNvSpPr/>
            <p:nvPr/>
          </p:nvSpPr>
          <p:spPr>
            <a:xfrm>
              <a:off x="742410" y="4460484"/>
              <a:ext cx="1754505" cy="1980000"/>
            </a:xfrm>
            <a:custGeom>
              <a:avLst/>
              <a:gdLst/>
              <a:ahLst/>
              <a:cxnLst/>
              <a:rect l="l" t="t" r="r" b="b"/>
              <a:pathLst>
                <a:path w="1754505" h="1840864">
                  <a:moveTo>
                    <a:pt x="1754220" y="0"/>
                  </a:moveTo>
                  <a:lnTo>
                    <a:pt x="0" y="0"/>
                  </a:lnTo>
                  <a:lnTo>
                    <a:pt x="0" y="1840699"/>
                  </a:lnTo>
                  <a:lnTo>
                    <a:pt x="1754220" y="1840699"/>
                  </a:lnTo>
                  <a:lnTo>
                    <a:pt x="1754220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421" y="5435089"/>
              <a:ext cx="76200" cy="2535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61451" y="5029373"/>
              <a:ext cx="1316355" cy="396240"/>
            </a:xfrm>
            <a:custGeom>
              <a:avLst/>
              <a:gdLst/>
              <a:ahLst/>
              <a:cxnLst/>
              <a:rect l="l" t="t" r="r" b="b"/>
              <a:pathLst>
                <a:path w="1316355" h="396239">
                  <a:moveTo>
                    <a:pt x="1118112" y="0"/>
                  </a:moveTo>
                  <a:lnTo>
                    <a:pt x="198027" y="0"/>
                  </a:lnTo>
                  <a:lnTo>
                    <a:pt x="161117" y="148"/>
                  </a:lnTo>
                  <a:lnTo>
                    <a:pt x="106394" y="4002"/>
                  </a:lnTo>
                  <a:lnTo>
                    <a:pt x="59096" y="21386"/>
                  </a:lnTo>
                  <a:lnTo>
                    <a:pt x="21386" y="59096"/>
                  </a:lnTo>
                  <a:lnTo>
                    <a:pt x="4002" y="106394"/>
                  </a:lnTo>
                  <a:lnTo>
                    <a:pt x="148" y="161118"/>
                  </a:lnTo>
                  <a:lnTo>
                    <a:pt x="0" y="198028"/>
                  </a:lnTo>
                  <a:lnTo>
                    <a:pt x="148" y="234937"/>
                  </a:lnTo>
                  <a:lnTo>
                    <a:pt x="4002" y="289661"/>
                  </a:lnTo>
                  <a:lnTo>
                    <a:pt x="21386" y="336958"/>
                  </a:lnTo>
                  <a:lnTo>
                    <a:pt x="59096" y="374669"/>
                  </a:lnTo>
                  <a:lnTo>
                    <a:pt x="106394" y="392053"/>
                  </a:lnTo>
                  <a:lnTo>
                    <a:pt x="161117" y="395907"/>
                  </a:lnTo>
                  <a:lnTo>
                    <a:pt x="198027" y="396055"/>
                  </a:lnTo>
                  <a:lnTo>
                    <a:pt x="1118112" y="396055"/>
                  </a:lnTo>
                  <a:lnTo>
                    <a:pt x="1184719" y="394869"/>
                  </a:lnTo>
                  <a:lnTo>
                    <a:pt x="1232640" y="386567"/>
                  </a:lnTo>
                  <a:lnTo>
                    <a:pt x="1277982" y="357898"/>
                  </a:lnTo>
                  <a:lnTo>
                    <a:pt x="1306652" y="312555"/>
                  </a:lnTo>
                  <a:lnTo>
                    <a:pt x="1314954" y="264635"/>
                  </a:lnTo>
                  <a:lnTo>
                    <a:pt x="1316140" y="198028"/>
                  </a:lnTo>
                  <a:lnTo>
                    <a:pt x="1315991" y="161118"/>
                  </a:lnTo>
                  <a:lnTo>
                    <a:pt x="1312137" y="106394"/>
                  </a:lnTo>
                  <a:lnTo>
                    <a:pt x="1294753" y="59096"/>
                  </a:lnTo>
                  <a:lnTo>
                    <a:pt x="1257043" y="21386"/>
                  </a:lnTo>
                  <a:lnTo>
                    <a:pt x="1209745" y="4002"/>
                  </a:lnTo>
                  <a:lnTo>
                    <a:pt x="1155022" y="148"/>
                  </a:lnTo>
                  <a:lnTo>
                    <a:pt x="1118112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1451" y="5029373"/>
              <a:ext cx="1316355" cy="396240"/>
            </a:xfrm>
            <a:custGeom>
              <a:avLst/>
              <a:gdLst/>
              <a:ahLst/>
              <a:cxnLst/>
              <a:rect l="l" t="t" r="r" b="b"/>
              <a:pathLst>
                <a:path w="1316355" h="396239">
                  <a:moveTo>
                    <a:pt x="198027" y="0"/>
                  </a:moveTo>
                  <a:lnTo>
                    <a:pt x="1118112" y="0"/>
                  </a:lnTo>
                  <a:lnTo>
                    <a:pt x="1155022" y="148"/>
                  </a:lnTo>
                  <a:lnTo>
                    <a:pt x="1209746" y="4002"/>
                  </a:lnTo>
                  <a:lnTo>
                    <a:pt x="1257043" y="21386"/>
                  </a:lnTo>
                  <a:lnTo>
                    <a:pt x="1294753" y="59096"/>
                  </a:lnTo>
                  <a:lnTo>
                    <a:pt x="1312137" y="106394"/>
                  </a:lnTo>
                  <a:lnTo>
                    <a:pt x="1315992" y="161117"/>
                  </a:lnTo>
                  <a:lnTo>
                    <a:pt x="1316140" y="198027"/>
                  </a:lnTo>
                  <a:lnTo>
                    <a:pt x="1315992" y="234937"/>
                  </a:lnTo>
                  <a:lnTo>
                    <a:pt x="1312137" y="289661"/>
                  </a:lnTo>
                  <a:lnTo>
                    <a:pt x="1294753" y="336958"/>
                  </a:lnTo>
                  <a:lnTo>
                    <a:pt x="1257043" y="374668"/>
                  </a:lnTo>
                  <a:lnTo>
                    <a:pt x="1209746" y="392052"/>
                  </a:lnTo>
                  <a:lnTo>
                    <a:pt x="1155022" y="395906"/>
                  </a:lnTo>
                  <a:lnTo>
                    <a:pt x="1118112" y="396055"/>
                  </a:lnTo>
                  <a:lnTo>
                    <a:pt x="198027" y="396055"/>
                  </a:lnTo>
                  <a:lnTo>
                    <a:pt x="131420" y="394869"/>
                  </a:lnTo>
                  <a:lnTo>
                    <a:pt x="83499" y="386567"/>
                  </a:lnTo>
                  <a:lnTo>
                    <a:pt x="38157" y="357897"/>
                  </a:lnTo>
                  <a:lnTo>
                    <a:pt x="9487" y="312556"/>
                  </a:lnTo>
                  <a:lnTo>
                    <a:pt x="1185" y="264635"/>
                  </a:lnTo>
                  <a:lnTo>
                    <a:pt x="0" y="198027"/>
                  </a:lnTo>
                  <a:lnTo>
                    <a:pt x="148" y="161117"/>
                  </a:lnTo>
                  <a:lnTo>
                    <a:pt x="4002" y="106394"/>
                  </a:lnTo>
                  <a:lnTo>
                    <a:pt x="21386" y="59096"/>
                  </a:lnTo>
                  <a:lnTo>
                    <a:pt x="59096" y="21386"/>
                  </a:lnTo>
                  <a:lnTo>
                    <a:pt x="106394" y="4002"/>
                  </a:lnTo>
                  <a:lnTo>
                    <a:pt x="161117" y="148"/>
                  </a:lnTo>
                  <a:lnTo>
                    <a:pt x="198027" y="0"/>
                  </a:lnTo>
                  <a:close/>
                </a:path>
              </a:pathLst>
            </a:custGeom>
            <a:ln w="1397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1451" y="5699006"/>
              <a:ext cx="1316355" cy="396240"/>
            </a:xfrm>
            <a:custGeom>
              <a:avLst/>
              <a:gdLst/>
              <a:ahLst/>
              <a:cxnLst/>
              <a:rect l="l" t="t" r="r" b="b"/>
              <a:pathLst>
                <a:path w="1316355" h="396239">
                  <a:moveTo>
                    <a:pt x="1118112" y="0"/>
                  </a:moveTo>
                  <a:lnTo>
                    <a:pt x="198027" y="0"/>
                  </a:lnTo>
                  <a:lnTo>
                    <a:pt x="161117" y="148"/>
                  </a:lnTo>
                  <a:lnTo>
                    <a:pt x="106394" y="4002"/>
                  </a:lnTo>
                  <a:lnTo>
                    <a:pt x="59096" y="21386"/>
                  </a:lnTo>
                  <a:lnTo>
                    <a:pt x="21386" y="59096"/>
                  </a:lnTo>
                  <a:lnTo>
                    <a:pt x="4002" y="106394"/>
                  </a:lnTo>
                  <a:lnTo>
                    <a:pt x="148" y="161117"/>
                  </a:lnTo>
                  <a:lnTo>
                    <a:pt x="0" y="198027"/>
                  </a:lnTo>
                  <a:lnTo>
                    <a:pt x="148" y="234937"/>
                  </a:lnTo>
                  <a:lnTo>
                    <a:pt x="4002" y="289661"/>
                  </a:lnTo>
                  <a:lnTo>
                    <a:pt x="21386" y="336958"/>
                  </a:lnTo>
                  <a:lnTo>
                    <a:pt x="59096" y="374668"/>
                  </a:lnTo>
                  <a:lnTo>
                    <a:pt x="106394" y="392052"/>
                  </a:lnTo>
                  <a:lnTo>
                    <a:pt x="161117" y="395906"/>
                  </a:lnTo>
                  <a:lnTo>
                    <a:pt x="198027" y="396055"/>
                  </a:lnTo>
                  <a:lnTo>
                    <a:pt x="1118112" y="396055"/>
                  </a:lnTo>
                  <a:lnTo>
                    <a:pt x="1184719" y="394869"/>
                  </a:lnTo>
                  <a:lnTo>
                    <a:pt x="1232640" y="386567"/>
                  </a:lnTo>
                  <a:lnTo>
                    <a:pt x="1277982" y="357897"/>
                  </a:lnTo>
                  <a:lnTo>
                    <a:pt x="1306652" y="312556"/>
                  </a:lnTo>
                  <a:lnTo>
                    <a:pt x="1314954" y="264635"/>
                  </a:lnTo>
                  <a:lnTo>
                    <a:pt x="1316140" y="198027"/>
                  </a:lnTo>
                  <a:lnTo>
                    <a:pt x="1315991" y="161117"/>
                  </a:lnTo>
                  <a:lnTo>
                    <a:pt x="1312137" y="106394"/>
                  </a:lnTo>
                  <a:lnTo>
                    <a:pt x="1294753" y="59096"/>
                  </a:lnTo>
                  <a:lnTo>
                    <a:pt x="1257043" y="21386"/>
                  </a:lnTo>
                  <a:lnTo>
                    <a:pt x="1209745" y="4002"/>
                  </a:lnTo>
                  <a:lnTo>
                    <a:pt x="1155022" y="148"/>
                  </a:lnTo>
                  <a:lnTo>
                    <a:pt x="1118112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1451" y="5699006"/>
              <a:ext cx="1316355" cy="396240"/>
            </a:xfrm>
            <a:custGeom>
              <a:avLst/>
              <a:gdLst/>
              <a:ahLst/>
              <a:cxnLst/>
              <a:rect l="l" t="t" r="r" b="b"/>
              <a:pathLst>
                <a:path w="1316355" h="396239">
                  <a:moveTo>
                    <a:pt x="198027" y="0"/>
                  </a:moveTo>
                  <a:lnTo>
                    <a:pt x="1118112" y="0"/>
                  </a:lnTo>
                  <a:lnTo>
                    <a:pt x="1155022" y="148"/>
                  </a:lnTo>
                  <a:lnTo>
                    <a:pt x="1209746" y="4002"/>
                  </a:lnTo>
                  <a:lnTo>
                    <a:pt x="1257043" y="21386"/>
                  </a:lnTo>
                  <a:lnTo>
                    <a:pt x="1294753" y="59096"/>
                  </a:lnTo>
                  <a:lnTo>
                    <a:pt x="1312137" y="106394"/>
                  </a:lnTo>
                  <a:lnTo>
                    <a:pt x="1315992" y="161117"/>
                  </a:lnTo>
                  <a:lnTo>
                    <a:pt x="1316140" y="198027"/>
                  </a:lnTo>
                  <a:lnTo>
                    <a:pt x="1315992" y="234937"/>
                  </a:lnTo>
                  <a:lnTo>
                    <a:pt x="1312137" y="289661"/>
                  </a:lnTo>
                  <a:lnTo>
                    <a:pt x="1294753" y="336958"/>
                  </a:lnTo>
                  <a:lnTo>
                    <a:pt x="1257043" y="374668"/>
                  </a:lnTo>
                  <a:lnTo>
                    <a:pt x="1209746" y="392052"/>
                  </a:lnTo>
                  <a:lnTo>
                    <a:pt x="1155022" y="395906"/>
                  </a:lnTo>
                  <a:lnTo>
                    <a:pt x="1118112" y="396055"/>
                  </a:lnTo>
                  <a:lnTo>
                    <a:pt x="198027" y="396055"/>
                  </a:lnTo>
                  <a:lnTo>
                    <a:pt x="131420" y="394869"/>
                  </a:lnTo>
                  <a:lnTo>
                    <a:pt x="83499" y="386567"/>
                  </a:lnTo>
                  <a:lnTo>
                    <a:pt x="38157" y="357897"/>
                  </a:lnTo>
                  <a:lnTo>
                    <a:pt x="9487" y="312556"/>
                  </a:lnTo>
                  <a:lnTo>
                    <a:pt x="1185" y="264635"/>
                  </a:lnTo>
                  <a:lnTo>
                    <a:pt x="0" y="198027"/>
                  </a:lnTo>
                  <a:lnTo>
                    <a:pt x="148" y="161117"/>
                  </a:lnTo>
                  <a:lnTo>
                    <a:pt x="4002" y="106394"/>
                  </a:lnTo>
                  <a:lnTo>
                    <a:pt x="21386" y="59096"/>
                  </a:lnTo>
                  <a:lnTo>
                    <a:pt x="59096" y="21386"/>
                  </a:lnTo>
                  <a:lnTo>
                    <a:pt x="106394" y="4002"/>
                  </a:lnTo>
                  <a:lnTo>
                    <a:pt x="161117" y="148"/>
                  </a:lnTo>
                  <a:lnTo>
                    <a:pt x="198027" y="0"/>
                  </a:lnTo>
                  <a:close/>
                </a:path>
              </a:pathLst>
            </a:custGeom>
            <a:ln w="13970">
              <a:solidFill>
                <a:srgbClr val="FF38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2410" y="4476917"/>
            <a:ext cx="1759918" cy="1908000"/>
          </a:xfrm>
          <a:prstGeom prst="rect">
            <a:avLst/>
          </a:prstGeom>
          <a:ln w="12700">
            <a:solidFill>
              <a:srgbClr val="0077FF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Application</a:t>
            </a:r>
            <a:endParaRPr sz="12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 dirty="0">
              <a:latin typeface="Graphik LCG" panose="020B0503030202060203" pitchFamily="34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en" sz="1100" dirty="0">
                <a:latin typeface="Graphik LCG" panose="020B0503030202060203" pitchFamily="34" charset="0"/>
                <a:cs typeface="Arial"/>
              </a:rPr>
              <a:t>Business Logic </a:t>
            </a:r>
            <a:endParaRPr sz="11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 dirty="0">
              <a:latin typeface="Graphik LCG" panose="020B0503030202060203" pitchFamily="34" charset="0"/>
              <a:cs typeface="Arial"/>
            </a:endParaRPr>
          </a:p>
          <a:p>
            <a:pPr marR="5080" algn="ctr">
              <a:lnSpc>
                <a:spcPct val="100000"/>
              </a:lnSpc>
            </a:pPr>
            <a:r>
              <a:rPr lang="en" sz="1100" spc="-10" dirty="0">
                <a:latin typeface="Graphik LCG" panose="020B0503030202060203" pitchFamily="34" charset="0"/>
                <a:cs typeface="Arial"/>
              </a:rPr>
              <a:t>Model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3863" y="3509308"/>
            <a:ext cx="0" cy="875030"/>
          </a:xfrm>
          <a:custGeom>
            <a:avLst/>
            <a:gdLst/>
            <a:ahLst/>
            <a:cxnLst/>
            <a:rect l="l" t="t" r="r" b="b"/>
            <a:pathLst>
              <a:path h="875029">
                <a:moveTo>
                  <a:pt x="0" y="0"/>
                </a:moveTo>
                <a:lnTo>
                  <a:pt x="0" y="868209"/>
                </a:lnTo>
                <a:lnTo>
                  <a:pt x="0" y="874559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230692" y="2830229"/>
            <a:ext cx="777875" cy="1623695"/>
            <a:chOff x="1230692" y="2830229"/>
            <a:chExt cx="777875" cy="1623695"/>
          </a:xfrm>
        </p:grpSpPr>
        <p:sp>
          <p:nvSpPr>
            <p:cNvPr id="15" name="object 15"/>
            <p:cNvSpPr/>
            <p:nvPr/>
          </p:nvSpPr>
          <p:spPr>
            <a:xfrm>
              <a:off x="1237042" y="2836579"/>
              <a:ext cx="765175" cy="662940"/>
            </a:xfrm>
            <a:custGeom>
              <a:avLst/>
              <a:gdLst/>
              <a:ahLst/>
              <a:cxnLst/>
              <a:rect l="l" t="t" r="r" b="b"/>
              <a:pathLst>
                <a:path w="765175" h="662939">
                  <a:moveTo>
                    <a:pt x="527665" y="307684"/>
                  </a:moveTo>
                  <a:lnTo>
                    <a:pt x="237291" y="307684"/>
                  </a:lnTo>
                  <a:lnTo>
                    <a:pt x="243243" y="347348"/>
                  </a:lnTo>
                  <a:lnTo>
                    <a:pt x="251352" y="375475"/>
                  </a:lnTo>
                  <a:lnTo>
                    <a:pt x="262740" y="397007"/>
                  </a:lnTo>
                  <a:lnTo>
                    <a:pt x="278531" y="416885"/>
                  </a:lnTo>
                  <a:lnTo>
                    <a:pt x="278105" y="446827"/>
                  </a:lnTo>
                  <a:lnTo>
                    <a:pt x="261166" y="502163"/>
                  </a:lnTo>
                  <a:lnTo>
                    <a:pt x="216095" y="543214"/>
                  </a:lnTo>
                  <a:lnTo>
                    <a:pt x="178864" y="558045"/>
                  </a:lnTo>
                  <a:lnTo>
                    <a:pt x="149468" y="562042"/>
                  </a:lnTo>
                  <a:lnTo>
                    <a:pt x="91295" y="571899"/>
                  </a:lnTo>
                  <a:lnTo>
                    <a:pt x="50683" y="593514"/>
                  </a:lnTo>
                  <a:lnTo>
                    <a:pt x="22097" y="624567"/>
                  </a:lnTo>
                  <a:lnTo>
                    <a:pt x="0" y="662740"/>
                  </a:lnTo>
                  <a:lnTo>
                    <a:pt x="764957" y="662740"/>
                  </a:lnTo>
                  <a:lnTo>
                    <a:pt x="742860" y="624567"/>
                  </a:lnTo>
                  <a:lnTo>
                    <a:pt x="714274" y="593514"/>
                  </a:lnTo>
                  <a:lnTo>
                    <a:pt x="673662" y="571899"/>
                  </a:lnTo>
                  <a:lnTo>
                    <a:pt x="615488" y="562042"/>
                  </a:lnTo>
                  <a:lnTo>
                    <a:pt x="601541" y="560761"/>
                  </a:lnTo>
                  <a:lnTo>
                    <a:pt x="601094" y="560761"/>
                  </a:lnTo>
                  <a:lnTo>
                    <a:pt x="586411" y="558045"/>
                  </a:lnTo>
                  <a:lnTo>
                    <a:pt x="586267" y="558045"/>
                  </a:lnTo>
                  <a:lnTo>
                    <a:pt x="571879" y="553835"/>
                  </a:lnTo>
                  <a:lnTo>
                    <a:pt x="558154" y="548072"/>
                  </a:lnTo>
                  <a:lnTo>
                    <a:pt x="555240" y="546517"/>
                  </a:lnTo>
                  <a:lnTo>
                    <a:pt x="552166" y="544963"/>
                  </a:lnTo>
                  <a:lnTo>
                    <a:pt x="503718" y="502163"/>
                  </a:lnTo>
                  <a:lnTo>
                    <a:pt x="486851" y="446827"/>
                  </a:lnTo>
                  <a:lnTo>
                    <a:pt x="486487" y="416885"/>
                  </a:lnTo>
                  <a:lnTo>
                    <a:pt x="502241" y="397007"/>
                  </a:lnTo>
                  <a:lnTo>
                    <a:pt x="513563" y="375475"/>
                  </a:lnTo>
                  <a:lnTo>
                    <a:pt x="521641" y="347348"/>
                  </a:lnTo>
                  <a:lnTo>
                    <a:pt x="527665" y="307684"/>
                  </a:lnTo>
                  <a:close/>
                </a:path>
                <a:path w="765175" h="662939">
                  <a:moveTo>
                    <a:pt x="540784" y="307684"/>
                  </a:moveTo>
                  <a:lnTo>
                    <a:pt x="527665" y="307684"/>
                  </a:lnTo>
                  <a:lnTo>
                    <a:pt x="530970" y="308850"/>
                  </a:lnTo>
                  <a:lnTo>
                    <a:pt x="539326" y="310598"/>
                  </a:lnTo>
                  <a:lnTo>
                    <a:pt x="540784" y="307684"/>
                  </a:lnTo>
                  <a:close/>
                </a:path>
                <a:path w="765175" h="662939">
                  <a:moveTo>
                    <a:pt x="221391" y="200959"/>
                  </a:moveTo>
                  <a:lnTo>
                    <a:pt x="216143" y="200959"/>
                  </a:lnTo>
                  <a:lnTo>
                    <a:pt x="210507" y="201154"/>
                  </a:lnTo>
                  <a:lnTo>
                    <a:pt x="198105" y="212394"/>
                  </a:lnTo>
                  <a:lnTo>
                    <a:pt x="198925" y="238579"/>
                  </a:lnTo>
                  <a:lnTo>
                    <a:pt x="208344" y="271469"/>
                  </a:lnTo>
                  <a:lnTo>
                    <a:pt x="221743" y="302825"/>
                  </a:lnTo>
                  <a:lnTo>
                    <a:pt x="225630" y="310404"/>
                  </a:lnTo>
                  <a:lnTo>
                    <a:pt x="233792" y="308655"/>
                  </a:lnTo>
                  <a:lnTo>
                    <a:pt x="237291" y="307684"/>
                  </a:lnTo>
                  <a:lnTo>
                    <a:pt x="540784" y="307684"/>
                  </a:lnTo>
                  <a:lnTo>
                    <a:pt x="543214" y="302825"/>
                  </a:lnTo>
                  <a:lnTo>
                    <a:pt x="556704" y="271469"/>
                  </a:lnTo>
                  <a:lnTo>
                    <a:pt x="566135" y="238579"/>
                  </a:lnTo>
                  <a:lnTo>
                    <a:pt x="566930" y="212394"/>
                  </a:lnTo>
                  <a:lnTo>
                    <a:pt x="554511" y="201154"/>
                  </a:lnTo>
                  <a:lnTo>
                    <a:pt x="226056" y="201154"/>
                  </a:lnTo>
                  <a:lnTo>
                    <a:pt x="221391" y="200959"/>
                  </a:lnTo>
                  <a:close/>
                </a:path>
                <a:path w="765175" h="662939">
                  <a:moveTo>
                    <a:pt x="382508" y="0"/>
                  </a:moveTo>
                  <a:lnTo>
                    <a:pt x="325850" y="7527"/>
                  </a:lnTo>
                  <a:lnTo>
                    <a:pt x="282144" y="28606"/>
                  </a:lnTo>
                  <a:lnTo>
                    <a:pt x="251010" y="60981"/>
                  </a:lnTo>
                  <a:lnTo>
                    <a:pt x="232068" y="102398"/>
                  </a:lnTo>
                  <a:lnTo>
                    <a:pt x="225052" y="148861"/>
                  </a:lnTo>
                  <a:lnTo>
                    <a:pt x="224785" y="174408"/>
                  </a:lnTo>
                  <a:lnTo>
                    <a:pt x="226037" y="200765"/>
                  </a:lnTo>
                  <a:lnTo>
                    <a:pt x="226056" y="201154"/>
                  </a:lnTo>
                  <a:lnTo>
                    <a:pt x="538962" y="201154"/>
                  </a:lnTo>
                  <a:lnTo>
                    <a:pt x="540254" y="174408"/>
                  </a:lnTo>
                  <a:lnTo>
                    <a:pt x="537719" y="124771"/>
                  </a:lnTo>
                  <a:lnTo>
                    <a:pt x="513956" y="60981"/>
                  </a:lnTo>
                  <a:lnTo>
                    <a:pt x="482843" y="28606"/>
                  </a:lnTo>
                  <a:lnTo>
                    <a:pt x="439158" y="7527"/>
                  </a:lnTo>
                  <a:lnTo>
                    <a:pt x="382508" y="0"/>
                  </a:lnTo>
                  <a:close/>
                </a:path>
                <a:path w="765175" h="662939">
                  <a:moveTo>
                    <a:pt x="543627" y="200765"/>
                  </a:moveTo>
                  <a:lnTo>
                    <a:pt x="538962" y="201154"/>
                  </a:lnTo>
                  <a:lnTo>
                    <a:pt x="554511" y="201154"/>
                  </a:lnTo>
                  <a:lnTo>
                    <a:pt x="543627" y="200765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7042" y="2836579"/>
              <a:ext cx="765175" cy="662940"/>
            </a:xfrm>
            <a:custGeom>
              <a:avLst/>
              <a:gdLst/>
              <a:ahLst/>
              <a:cxnLst/>
              <a:rect l="l" t="t" r="r" b="b"/>
              <a:pathLst>
                <a:path w="765175" h="662939">
                  <a:moveTo>
                    <a:pt x="382509" y="0"/>
                  </a:moveTo>
                  <a:lnTo>
                    <a:pt x="325850" y="7527"/>
                  </a:lnTo>
                  <a:lnTo>
                    <a:pt x="282144" y="28606"/>
                  </a:lnTo>
                  <a:lnTo>
                    <a:pt x="251010" y="60981"/>
                  </a:lnTo>
                  <a:lnTo>
                    <a:pt x="232068" y="102399"/>
                  </a:lnTo>
                  <a:lnTo>
                    <a:pt x="225053" y="148788"/>
                  </a:lnTo>
                  <a:lnTo>
                    <a:pt x="224781" y="174327"/>
                  </a:lnTo>
                  <a:lnTo>
                    <a:pt x="226055" y="201154"/>
                  </a:lnTo>
                  <a:lnTo>
                    <a:pt x="221391" y="200960"/>
                  </a:lnTo>
                  <a:lnTo>
                    <a:pt x="216143" y="200960"/>
                  </a:lnTo>
                  <a:lnTo>
                    <a:pt x="210507" y="201154"/>
                  </a:lnTo>
                  <a:lnTo>
                    <a:pt x="198105" y="212394"/>
                  </a:lnTo>
                  <a:lnTo>
                    <a:pt x="198925" y="238579"/>
                  </a:lnTo>
                  <a:lnTo>
                    <a:pt x="208345" y="271469"/>
                  </a:lnTo>
                  <a:lnTo>
                    <a:pt x="221743" y="302824"/>
                  </a:lnTo>
                  <a:lnTo>
                    <a:pt x="225630" y="310404"/>
                  </a:lnTo>
                  <a:lnTo>
                    <a:pt x="233793" y="308655"/>
                  </a:lnTo>
                  <a:lnTo>
                    <a:pt x="237291" y="307683"/>
                  </a:lnTo>
                  <a:lnTo>
                    <a:pt x="243243" y="347349"/>
                  </a:lnTo>
                  <a:lnTo>
                    <a:pt x="251351" y="375476"/>
                  </a:lnTo>
                  <a:lnTo>
                    <a:pt x="262740" y="397007"/>
                  </a:lnTo>
                  <a:lnTo>
                    <a:pt x="278530" y="416885"/>
                  </a:lnTo>
                  <a:lnTo>
                    <a:pt x="278105" y="446827"/>
                  </a:lnTo>
                  <a:lnTo>
                    <a:pt x="261166" y="502163"/>
                  </a:lnTo>
                  <a:lnTo>
                    <a:pt x="216095" y="543214"/>
                  </a:lnTo>
                  <a:lnTo>
                    <a:pt x="212985" y="544963"/>
                  </a:lnTo>
                  <a:lnTo>
                    <a:pt x="209912" y="546712"/>
                  </a:lnTo>
                  <a:lnTo>
                    <a:pt x="164276" y="560761"/>
                  </a:lnTo>
                  <a:lnTo>
                    <a:pt x="149468" y="562042"/>
                  </a:lnTo>
                  <a:lnTo>
                    <a:pt x="91295" y="571900"/>
                  </a:lnTo>
                  <a:lnTo>
                    <a:pt x="50683" y="593514"/>
                  </a:lnTo>
                  <a:lnTo>
                    <a:pt x="22097" y="624568"/>
                  </a:lnTo>
                  <a:lnTo>
                    <a:pt x="0" y="662740"/>
                  </a:lnTo>
                  <a:lnTo>
                    <a:pt x="382509" y="662740"/>
                  </a:lnTo>
                  <a:lnTo>
                    <a:pt x="764957" y="662740"/>
                  </a:lnTo>
                  <a:lnTo>
                    <a:pt x="742860" y="624568"/>
                  </a:lnTo>
                  <a:lnTo>
                    <a:pt x="714274" y="593514"/>
                  </a:lnTo>
                  <a:lnTo>
                    <a:pt x="673662" y="571900"/>
                  </a:lnTo>
                  <a:lnTo>
                    <a:pt x="615488" y="562042"/>
                  </a:lnTo>
                  <a:lnTo>
                    <a:pt x="600654" y="560679"/>
                  </a:lnTo>
                  <a:lnTo>
                    <a:pt x="586020" y="557972"/>
                  </a:lnTo>
                  <a:lnTo>
                    <a:pt x="571786" y="553808"/>
                  </a:lnTo>
                  <a:lnTo>
                    <a:pt x="558154" y="548072"/>
                  </a:lnTo>
                  <a:lnTo>
                    <a:pt x="555239" y="546518"/>
                  </a:lnTo>
                  <a:lnTo>
                    <a:pt x="552166" y="544963"/>
                  </a:lnTo>
                  <a:lnTo>
                    <a:pt x="503718" y="502163"/>
                  </a:lnTo>
                  <a:lnTo>
                    <a:pt x="486851" y="446827"/>
                  </a:lnTo>
                  <a:lnTo>
                    <a:pt x="486487" y="416885"/>
                  </a:lnTo>
                  <a:lnTo>
                    <a:pt x="502241" y="397007"/>
                  </a:lnTo>
                  <a:lnTo>
                    <a:pt x="513563" y="375476"/>
                  </a:lnTo>
                  <a:lnTo>
                    <a:pt x="521641" y="347349"/>
                  </a:lnTo>
                  <a:lnTo>
                    <a:pt x="527665" y="307683"/>
                  </a:lnTo>
                  <a:lnTo>
                    <a:pt x="530969" y="308849"/>
                  </a:lnTo>
                  <a:lnTo>
                    <a:pt x="556704" y="271469"/>
                  </a:lnTo>
                  <a:lnTo>
                    <a:pt x="566930" y="212394"/>
                  </a:lnTo>
                  <a:lnTo>
                    <a:pt x="554510" y="201154"/>
                  </a:lnTo>
                  <a:lnTo>
                    <a:pt x="548874" y="200960"/>
                  </a:lnTo>
                  <a:lnTo>
                    <a:pt x="543627" y="200765"/>
                  </a:lnTo>
                  <a:lnTo>
                    <a:pt x="538962" y="201154"/>
                  </a:lnTo>
                  <a:lnTo>
                    <a:pt x="540254" y="174408"/>
                  </a:lnTo>
                  <a:lnTo>
                    <a:pt x="540007" y="148861"/>
                  </a:lnTo>
                  <a:lnTo>
                    <a:pt x="532889" y="102399"/>
                  </a:lnTo>
                  <a:lnTo>
                    <a:pt x="513956" y="60981"/>
                  </a:lnTo>
                  <a:lnTo>
                    <a:pt x="482843" y="28606"/>
                  </a:lnTo>
                  <a:lnTo>
                    <a:pt x="439158" y="7527"/>
                  </a:lnTo>
                  <a:lnTo>
                    <a:pt x="382509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15763" y="43775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83024" y="3579159"/>
              <a:ext cx="0" cy="875030"/>
            </a:xfrm>
            <a:custGeom>
              <a:avLst/>
              <a:gdLst/>
              <a:ahLst/>
              <a:cxnLst/>
              <a:rect l="l" t="t" r="r" b="b"/>
              <a:pathLst>
                <a:path h="875029">
                  <a:moveTo>
                    <a:pt x="0" y="874559"/>
                  </a:moveTo>
                  <a:lnTo>
                    <a:pt x="0" y="6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44924" y="350930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87312" y="3575666"/>
            <a:ext cx="184666" cy="825106"/>
          </a:xfrm>
          <a:prstGeom prst="rect">
            <a:avLst/>
          </a:prstGeom>
        </p:spPr>
        <p:txBody>
          <a:bodyPr vert="vert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Request</a:t>
            </a:r>
            <a:endParaRPr sz="12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0406" y="3579159"/>
            <a:ext cx="184666" cy="805179"/>
          </a:xfrm>
          <a:prstGeom prst="rect">
            <a:avLst/>
          </a:prstGeom>
        </p:spPr>
        <p:txBody>
          <a:bodyPr vert="vert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Response</a:t>
            </a:r>
            <a:endParaRPr sz="1200" dirty="0">
              <a:latin typeface="Graphik LCG" panose="020B0503030202060203" pitchFamily="34" charset="0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24343" y="4197268"/>
            <a:ext cx="1607185" cy="1239520"/>
            <a:chOff x="5924343" y="4197268"/>
            <a:chExt cx="1607185" cy="1239520"/>
          </a:xfrm>
        </p:grpSpPr>
        <p:sp>
          <p:nvSpPr>
            <p:cNvPr id="23" name="object 23"/>
            <p:cNvSpPr/>
            <p:nvPr/>
          </p:nvSpPr>
          <p:spPr>
            <a:xfrm>
              <a:off x="5924343" y="4197268"/>
              <a:ext cx="1607185" cy="857250"/>
            </a:xfrm>
            <a:custGeom>
              <a:avLst/>
              <a:gdLst/>
              <a:ahLst/>
              <a:cxnLst/>
              <a:rect l="l" t="t" r="r" b="b"/>
              <a:pathLst>
                <a:path w="1607184" h="857250">
                  <a:moveTo>
                    <a:pt x="1606939" y="0"/>
                  </a:moveTo>
                  <a:lnTo>
                    <a:pt x="0" y="0"/>
                  </a:lnTo>
                  <a:lnTo>
                    <a:pt x="0" y="857125"/>
                  </a:lnTo>
                  <a:lnTo>
                    <a:pt x="1606939" y="857125"/>
                  </a:lnTo>
                  <a:lnTo>
                    <a:pt x="1606939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563" y="5065519"/>
              <a:ext cx="76200" cy="3707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14844" y="4526605"/>
              <a:ext cx="1205865" cy="363220"/>
            </a:xfrm>
            <a:custGeom>
              <a:avLst/>
              <a:gdLst/>
              <a:ahLst/>
              <a:cxnLst/>
              <a:rect l="l" t="t" r="r" b="b"/>
              <a:pathLst>
                <a:path w="1205865" h="363220">
                  <a:moveTo>
                    <a:pt x="1024237" y="0"/>
                  </a:moveTo>
                  <a:lnTo>
                    <a:pt x="181401" y="0"/>
                  </a:lnTo>
                  <a:lnTo>
                    <a:pt x="147590" y="135"/>
                  </a:lnTo>
                  <a:lnTo>
                    <a:pt x="97461" y="3666"/>
                  </a:lnTo>
                  <a:lnTo>
                    <a:pt x="54134" y="19590"/>
                  </a:lnTo>
                  <a:lnTo>
                    <a:pt x="19590" y="54134"/>
                  </a:lnTo>
                  <a:lnTo>
                    <a:pt x="3666" y="97460"/>
                  </a:lnTo>
                  <a:lnTo>
                    <a:pt x="135" y="147590"/>
                  </a:lnTo>
                  <a:lnTo>
                    <a:pt x="0" y="181401"/>
                  </a:lnTo>
                  <a:lnTo>
                    <a:pt x="135" y="215212"/>
                  </a:lnTo>
                  <a:lnTo>
                    <a:pt x="3666" y="265341"/>
                  </a:lnTo>
                  <a:lnTo>
                    <a:pt x="19590" y="308668"/>
                  </a:lnTo>
                  <a:lnTo>
                    <a:pt x="54134" y="343211"/>
                  </a:lnTo>
                  <a:lnTo>
                    <a:pt x="97461" y="359135"/>
                  </a:lnTo>
                  <a:lnTo>
                    <a:pt x="147590" y="362666"/>
                  </a:lnTo>
                  <a:lnTo>
                    <a:pt x="181401" y="362802"/>
                  </a:lnTo>
                  <a:lnTo>
                    <a:pt x="1024237" y="362802"/>
                  </a:lnTo>
                  <a:lnTo>
                    <a:pt x="1085252" y="361715"/>
                  </a:lnTo>
                  <a:lnTo>
                    <a:pt x="1129150" y="354111"/>
                  </a:lnTo>
                  <a:lnTo>
                    <a:pt x="1170685" y="327848"/>
                  </a:lnTo>
                  <a:lnTo>
                    <a:pt x="1196948" y="286313"/>
                  </a:lnTo>
                  <a:lnTo>
                    <a:pt x="1204552" y="242416"/>
                  </a:lnTo>
                  <a:lnTo>
                    <a:pt x="1205638" y="181401"/>
                  </a:lnTo>
                  <a:lnTo>
                    <a:pt x="1205503" y="147590"/>
                  </a:lnTo>
                  <a:lnTo>
                    <a:pt x="1201972" y="97460"/>
                  </a:lnTo>
                  <a:lnTo>
                    <a:pt x="1186048" y="54134"/>
                  </a:lnTo>
                  <a:lnTo>
                    <a:pt x="1151504" y="19590"/>
                  </a:lnTo>
                  <a:lnTo>
                    <a:pt x="1108177" y="3666"/>
                  </a:lnTo>
                  <a:lnTo>
                    <a:pt x="1058048" y="135"/>
                  </a:lnTo>
                  <a:lnTo>
                    <a:pt x="1024237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4844" y="4526605"/>
              <a:ext cx="1205865" cy="363220"/>
            </a:xfrm>
            <a:custGeom>
              <a:avLst/>
              <a:gdLst/>
              <a:ahLst/>
              <a:cxnLst/>
              <a:rect l="l" t="t" r="r" b="b"/>
              <a:pathLst>
                <a:path w="1205865" h="363220">
                  <a:moveTo>
                    <a:pt x="181401" y="0"/>
                  </a:moveTo>
                  <a:lnTo>
                    <a:pt x="1024237" y="0"/>
                  </a:lnTo>
                  <a:lnTo>
                    <a:pt x="1058048" y="135"/>
                  </a:lnTo>
                  <a:lnTo>
                    <a:pt x="1108177" y="3666"/>
                  </a:lnTo>
                  <a:lnTo>
                    <a:pt x="1151504" y="19590"/>
                  </a:lnTo>
                  <a:lnTo>
                    <a:pt x="1186048" y="54134"/>
                  </a:lnTo>
                  <a:lnTo>
                    <a:pt x="1201972" y="97461"/>
                  </a:lnTo>
                  <a:lnTo>
                    <a:pt x="1205503" y="147590"/>
                  </a:lnTo>
                  <a:lnTo>
                    <a:pt x="1205639" y="181401"/>
                  </a:lnTo>
                  <a:lnTo>
                    <a:pt x="1205503" y="215212"/>
                  </a:lnTo>
                  <a:lnTo>
                    <a:pt x="1201972" y="265341"/>
                  </a:lnTo>
                  <a:lnTo>
                    <a:pt x="1186048" y="308668"/>
                  </a:lnTo>
                  <a:lnTo>
                    <a:pt x="1151504" y="343212"/>
                  </a:lnTo>
                  <a:lnTo>
                    <a:pt x="1108177" y="359136"/>
                  </a:lnTo>
                  <a:lnTo>
                    <a:pt x="1058048" y="362667"/>
                  </a:lnTo>
                  <a:lnTo>
                    <a:pt x="1024237" y="362803"/>
                  </a:lnTo>
                  <a:lnTo>
                    <a:pt x="181401" y="362803"/>
                  </a:lnTo>
                  <a:lnTo>
                    <a:pt x="120386" y="361716"/>
                  </a:lnTo>
                  <a:lnTo>
                    <a:pt x="76488" y="354111"/>
                  </a:lnTo>
                  <a:lnTo>
                    <a:pt x="34953" y="327849"/>
                  </a:lnTo>
                  <a:lnTo>
                    <a:pt x="8691" y="286314"/>
                  </a:lnTo>
                  <a:lnTo>
                    <a:pt x="1086" y="242416"/>
                  </a:lnTo>
                  <a:lnTo>
                    <a:pt x="0" y="181401"/>
                  </a:lnTo>
                  <a:lnTo>
                    <a:pt x="135" y="147590"/>
                  </a:lnTo>
                  <a:lnTo>
                    <a:pt x="3666" y="97461"/>
                  </a:lnTo>
                  <a:lnTo>
                    <a:pt x="19590" y="54134"/>
                  </a:lnTo>
                  <a:lnTo>
                    <a:pt x="54134" y="19590"/>
                  </a:lnTo>
                  <a:lnTo>
                    <a:pt x="97461" y="3666"/>
                  </a:lnTo>
                  <a:lnTo>
                    <a:pt x="147590" y="135"/>
                  </a:lnTo>
                  <a:lnTo>
                    <a:pt x="181401" y="0"/>
                  </a:lnTo>
                  <a:close/>
                </a:path>
              </a:pathLst>
            </a:custGeom>
            <a:ln w="1397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24343" y="4197267"/>
            <a:ext cx="1607185" cy="828000"/>
          </a:xfrm>
          <a:prstGeom prst="rect">
            <a:avLst/>
          </a:prstGeom>
          <a:ln w="12700">
            <a:solidFill>
              <a:srgbClr val="0077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250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Application</a:t>
            </a:r>
            <a:endParaRPr sz="12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Graphik LCG" panose="020B0503030202060203" pitchFamily="34" charset="0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lang="en" sz="1100" dirty="0">
                <a:latin typeface="Graphik LCG" panose="020B0503030202060203" pitchFamily="34" charset="0"/>
                <a:cs typeface="Arial"/>
              </a:rPr>
              <a:t>Business Logic 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40726" y="3325684"/>
            <a:ext cx="0" cy="795655"/>
          </a:xfrm>
          <a:custGeom>
            <a:avLst/>
            <a:gdLst/>
            <a:ahLst/>
            <a:cxnLst/>
            <a:rect l="l" t="t" r="r" b="b"/>
            <a:pathLst>
              <a:path h="795654">
                <a:moveTo>
                  <a:pt x="0" y="0"/>
                </a:moveTo>
                <a:lnTo>
                  <a:pt x="0" y="788918"/>
                </a:lnTo>
                <a:lnTo>
                  <a:pt x="0" y="795268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5914193" y="2623699"/>
            <a:ext cx="1607185" cy="3677920"/>
            <a:chOff x="5914193" y="2623699"/>
            <a:chExt cx="1607185" cy="3677920"/>
          </a:xfrm>
        </p:grpSpPr>
        <p:sp>
          <p:nvSpPr>
            <p:cNvPr id="30" name="object 30"/>
            <p:cNvSpPr/>
            <p:nvPr/>
          </p:nvSpPr>
          <p:spPr>
            <a:xfrm>
              <a:off x="6291601" y="2630049"/>
              <a:ext cx="807720" cy="699770"/>
            </a:xfrm>
            <a:custGeom>
              <a:avLst/>
              <a:gdLst/>
              <a:ahLst/>
              <a:cxnLst/>
              <a:rect l="l" t="t" r="r" b="b"/>
              <a:pathLst>
                <a:path w="807720" h="699770">
                  <a:moveTo>
                    <a:pt x="556901" y="324730"/>
                  </a:moveTo>
                  <a:lnTo>
                    <a:pt x="250438" y="324730"/>
                  </a:lnTo>
                  <a:lnTo>
                    <a:pt x="256720" y="366593"/>
                  </a:lnTo>
                  <a:lnTo>
                    <a:pt x="265278" y="396279"/>
                  </a:lnTo>
                  <a:lnTo>
                    <a:pt x="277297" y="419003"/>
                  </a:lnTo>
                  <a:lnTo>
                    <a:pt x="293963" y="439982"/>
                  </a:lnTo>
                  <a:lnTo>
                    <a:pt x="293514" y="471584"/>
                  </a:lnTo>
                  <a:lnTo>
                    <a:pt x="275636" y="529984"/>
                  </a:lnTo>
                  <a:lnTo>
                    <a:pt x="228067" y="573309"/>
                  </a:lnTo>
                  <a:lnTo>
                    <a:pt x="188774" y="588963"/>
                  </a:lnTo>
                  <a:lnTo>
                    <a:pt x="157750" y="593181"/>
                  </a:lnTo>
                  <a:lnTo>
                    <a:pt x="96353" y="603585"/>
                  </a:lnTo>
                  <a:lnTo>
                    <a:pt x="53491" y="626397"/>
                  </a:lnTo>
                  <a:lnTo>
                    <a:pt x="23321" y="659171"/>
                  </a:lnTo>
                  <a:lnTo>
                    <a:pt x="0" y="699458"/>
                  </a:lnTo>
                  <a:lnTo>
                    <a:pt x="807340" y="699458"/>
                  </a:lnTo>
                  <a:lnTo>
                    <a:pt x="784018" y="659171"/>
                  </a:lnTo>
                  <a:lnTo>
                    <a:pt x="753848" y="626397"/>
                  </a:lnTo>
                  <a:lnTo>
                    <a:pt x="710986" y="603585"/>
                  </a:lnTo>
                  <a:lnTo>
                    <a:pt x="649589" y="593181"/>
                  </a:lnTo>
                  <a:lnTo>
                    <a:pt x="634878" y="591829"/>
                  </a:lnTo>
                  <a:lnTo>
                    <a:pt x="634402" y="591829"/>
                  </a:lnTo>
                  <a:lnTo>
                    <a:pt x="618905" y="588963"/>
                  </a:lnTo>
                  <a:lnTo>
                    <a:pt x="618752" y="588963"/>
                  </a:lnTo>
                  <a:lnTo>
                    <a:pt x="603565" y="584520"/>
                  </a:lnTo>
                  <a:lnTo>
                    <a:pt x="589079" y="578438"/>
                  </a:lnTo>
                  <a:lnTo>
                    <a:pt x="586002" y="576797"/>
                  </a:lnTo>
                  <a:lnTo>
                    <a:pt x="582759" y="575156"/>
                  </a:lnTo>
                  <a:lnTo>
                    <a:pt x="531626" y="529984"/>
                  </a:lnTo>
                  <a:lnTo>
                    <a:pt x="513825" y="471584"/>
                  </a:lnTo>
                  <a:lnTo>
                    <a:pt x="513441" y="439982"/>
                  </a:lnTo>
                  <a:lnTo>
                    <a:pt x="530068" y="419003"/>
                  </a:lnTo>
                  <a:lnTo>
                    <a:pt x="542017" y="396279"/>
                  </a:lnTo>
                  <a:lnTo>
                    <a:pt x="550543" y="366593"/>
                  </a:lnTo>
                  <a:lnTo>
                    <a:pt x="556901" y="324730"/>
                  </a:lnTo>
                  <a:close/>
                </a:path>
                <a:path w="807720" h="699770">
                  <a:moveTo>
                    <a:pt x="570747" y="324730"/>
                  </a:moveTo>
                  <a:lnTo>
                    <a:pt x="556901" y="324730"/>
                  </a:lnTo>
                  <a:lnTo>
                    <a:pt x="560388" y="325960"/>
                  </a:lnTo>
                  <a:lnTo>
                    <a:pt x="569208" y="327807"/>
                  </a:lnTo>
                  <a:lnTo>
                    <a:pt x="570747" y="324730"/>
                  </a:lnTo>
                  <a:close/>
                </a:path>
                <a:path w="807720" h="699770">
                  <a:moveTo>
                    <a:pt x="233658" y="212093"/>
                  </a:moveTo>
                  <a:lnTo>
                    <a:pt x="228119" y="212093"/>
                  </a:lnTo>
                  <a:lnTo>
                    <a:pt x="222171" y="212299"/>
                  </a:lnTo>
                  <a:lnTo>
                    <a:pt x="209082" y="224161"/>
                  </a:lnTo>
                  <a:lnTo>
                    <a:pt x="209947" y="251797"/>
                  </a:lnTo>
                  <a:lnTo>
                    <a:pt x="219888" y="286509"/>
                  </a:lnTo>
                  <a:lnTo>
                    <a:pt x="234029" y="319601"/>
                  </a:lnTo>
                  <a:lnTo>
                    <a:pt x="238131" y="327601"/>
                  </a:lnTo>
                  <a:lnTo>
                    <a:pt x="246747" y="325756"/>
                  </a:lnTo>
                  <a:lnTo>
                    <a:pt x="250438" y="324730"/>
                  </a:lnTo>
                  <a:lnTo>
                    <a:pt x="570747" y="324730"/>
                  </a:lnTo>
                  <a:lnTo>
                    <a:pt x="573311" y="319601"/>
                  </a:lnTo>
                  <a:lnTo>
                    <a:pt x="587548" y="286509"/>
                  </a:lnTo>
                  <a:lnTo>
                    <a:pt x="597502" y="251797"/>
                  </a:lnTo>
                  <a:lnTo>
                    <a:pt x="598341" y="224161"/>
                  </a:lnTo>
                  <a:lnTo>
                    <a:pt x="585233" y="212299"/>
                  </a:lnTo>
                  <a:lnTo>
                    <a:pt x="238580" y="212299"/>
                  </a:lnTo>
                  <a:lnTo>
                    <a:pt x="233658" y="212093"/>
                  </a:lnTo>
                  <a:close/>
                </a:path>
                <a:path w="807720" h="699770">
                  <a:moveTo>
                    <a:pt x="403702" y="0"/>
                  </a:moveTo>
                  <a:lnTo>
                    <a:pt x="343904" y="7944"/>
                  </a:lnTo>
                  <a:lnTo>
                    <a:pt x="297777" y="30191"/>
                  </a:lnTo>
                  <a:lnTo>
                    <a:pt x="264918" y="64360"/>
                  </a:lnTo>
                  <a:lnTo>
                    <a:pt x="244927" y="108071"/>
                  </a:lnTo>
                  <a:lnTo>
                    <a:pt x="237522" y="157109"/>
                  </a:lnTo>
                  <a:lnTo>
                    <a:pt x="237239" y="184072"/>
                  </a:lnTo>
                  <a:lnTo>
                    <a:pt x="238561" y="211889"/>
                  </a:lnTo>
                  <a:lnTo>
                    <a:pt x="238580" y="212299"/>
                  </a:lnTo>
                  <a:lnTo>
                    <a:pt x="568824" y="212299"/>
                  </a:lnTo>
                  <a:lnTo>
                    <a:pt x="570187" y="184072"/>
                  </a:lnTo>
                  <a:lnTo>
                    <a:pt x="567511" y="131684"/>
                  </a:lnTo>
                  <a:lnTo>
                    <a:pt x="542432" y="64360"/>
                  </a:lnTo>
                  <a:lnTo>
                    <a:pt x="509595" y="30191"/>
                  </a:lnTo>
                  <a:lnTo>
                    <a:pt x="463490" y="7944"/>
                  </a:lnTo>
                  <a:lnTo>
                    <a:pt x="403702" y="0"/>
                  </a:lnTo>
                  <a:close/>
                </a:path>
                <a:path w="807720" h="699770">
                  <a:moveTo>
                    <a:pt x="573746" y="211889"/>
                  </a:moveTo>
                  <a:lnTo>
                    <a:pt x="568824" y="212299"/>
                  </a:lnTo>
                  <a:lnTo>
                    <a:pt x="585233" y="212299"/>
                  </a:lnTo>
                  <a:lnTo>
                    <a:pt x="573746" y="211889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91601" y="2630049"/>
              <a:ext cx="807720" cy="699770"/>
            </a:xfrm>
            <a:custGeom>
              <a:avLst/>
              <a:gdLst/>
              <a:ahLst/>
              <a:cxnLst/>
              <a:rect l="l" t="t" r="r" b="b"/>
              <a:pathLst>
                <a:path w="807720" h="699770">
                  <a:moveTo>
                    <a:pt x="403701" y="0"/>
                  </a:moveTo>
                  <a:lnTo>
                    <a:pt x="343904" y="7944"/>
                  </a:lnTo>
                  <a:lnTo>
                    <a:pt x="297776" y="30191"/>
                  </a:lnTo>
                  <a:lnTo>
                    <a:pt x="264917" y="64360"/>
                  </a:lnTo>
                  <a:lnTo>
                    <a:pt x="244926" y="108072"/>
                  </a:lnTo>
                  <a:lnTo>
                    <a:pt x="237522" y="157032"/>
                  </a:lnTo>
                  <a:lnTo>
                    <a:pt x="237235" y="183985"/>
                  </a:lnTo>
                  <a:lnTo>
                    <a:pt x="238580" y="212299"/>
                  </a:lnTo>
                  <a:lnTo>
                    <a:pt x="233657" y="212094"/>
                  </a:lnTo>
                  <a:lnTo>
                    <a:pt x="228119" y="212094"/>
                  </a:lnTo>
                  <a:lnTo>
                    <a:pt x="222170" y="212299"/>
                  </a:lnTo>
                  <a:lnTo>
                    <a:pt x="209081" y="224161"/>
                  </a:lnTo>
                  <a:lnTo>
                    <a:pt x="209946" y="251797"/>
                  </a:lnTo>
                  <a:lnTo>
                    <a:pt x="219888" y="286510"/>
                  </a:lnTo>
                  <a:lnTo>
                    <a:pt x="234028" y="319602"/>
                  </a:lnTo>
                  <a:lnTo>
                    <a:pt x="238131" y="327602"/>
                  </a:lnTo>
                  <a:lnTo>
                    <a:pt x="246746" y="325756"/>
                  </a:lnTo>
                  <a:lnTo>
                    <a:pt x="250438" y="324730"/>
                  </a:lnTo>
                  <a:lnTo>
                    <a:pt x="256720" y="366593"/>
                  </a:lnTo>
                  <a:lnTo>
                    <a:pt x="265277" y="396279"/>
                  </a:lnTo>
                  <a:lnTo>
                    <a:pt x="277297" y="419003"/>
                  </a:lnTo>
                  <a:lnTo>
                    <a:pt x="293962" y="439982"/>
                  </a:lnTo>
                  <a:lnTo>
                    <a:pt x="293513" y="471583"/>
                  </a:lnTo>
                  <a:lnTo>
                    <a:pt x="275636" y="529985"/>
                  </a:lnTo>
                  <a:lnTo>
                    <a:pt x="228067" y="573310"/>
                  </a:lnTo>
                  <a:lnTo>
                    <a:pt x="224785" y="575156"/>
                  </a:lnTo>
                  <a:lnTo>
                    <a:pt x="221542" y="577002"/>
                  </a:lnTo>
                  <a:lnTo>
                    <a:pt x="173377" y="591829"/>
                  </a:lnTo>
                  <a:lnTo>
                    <a:pt x="157750" y="593181"/>
                  </a:lnTo>
                  <a:lnTo>
                    <a:pt x="96353" y="603585"/>
                  </a:lnTo>
                  <a:lnTo>
                    <a:pt x="53491" y="626398"/>
                  </a:lnTo>
                  <a:lnTo>
                    <a:pt x="23321" y="659171"/>
                  </a:lnTo>
                  <a:lnTo>
                    <a:pt x="0" y="699459"/>
                  </a:lnTo>
                  <a:lnTo>
                    <a:pt x="403701" y="699459"/>
                  </a:lnTo>
                  <a:lnTo>
                    <a:pt x="807339" y="699459"/>
                  </a:lnTo>
                  <a:lnTo>
                    <a:pt x="784017" y="659171"/>
                  </a:lnTo>
                  <a:lnTo>
                    <a:pt x="753847" y="626398"/>
                  </a:lnTo>
                  <a:lnTo>
                    <a:pt x="710986" y="603585"/>
                  </a:lnTo>
                  <a:lnTo>
                    <a:pt x="649589" y="593181"/>
                  </a:lnTo>
                  <a:lnTo>
                    <a:pt x="633932" y="591743"/>
                  </a:lnTo>
                  <a:lnTo>
                    <a:pt x="618487" y="588886"/>
                  </a:lnTo>
                  <a:lnTo>
                    <a:pt x="603466" y="584491"/>
                  </a:lnTo>
                  <a:lnTo>
                    <a:pt x="589078" y="578438"/>
                  </a:lnTo>
                  <a:lnTo>
                    <a:pt x="586002" y="576797"/>
                  </a:lnTo>
                  <a:lnTo>
                    <a:pt x="582758" y="575156"/>
                  </a:lnTo>
                  <a:lnTo>
                    <a:pt x="531626" y="529985"/>
                  </a:lnTo>
                  <a:lnTo>
                    <a:pt x="513825" y="471583"/>
                  </a:lnTo>
                  <a:lnTo>
                    <a:pt x="513440" y="439982"/>
                  </a:lnTo>
                  <a:lnTo>
                    <a:pt x="530067" y="419003"/>
                  </a:lnTo>
                  <a:lnTo>
                    <a:pt x="542016" y="396279"/>
                  </a:lnTo>
                  <a:lnTo>
                    <a:pt x="550542" y="366593"/>
                  </a:lnTo>
                  <a:lnTo>
                    <a:pt x="556900" y="324730"/>
                  </a:lnTo>
                  <a:lnTo>
                    <a:pt x="560387" y="325961"/>
                  </a:lnTo>
                  <a:lnTo>
                    <a:pt x="587547" y="286510"/>
                  </a:lnTo>
                  <a:lnTo>
                    <a:pt x="598340" y="224161"/>
                  </a:lnTo>
                  <a:lnTo>
                    <a:pt x="585232" y="212299"/>
                  </a:lnTo>
                  <a:lnTo>
                    <a:pt x="579284" y="212094"/>
                  </a:lnTo>
                  <a:lnTo>
                    <a:pt x="573746" y="211888"/>
                  </a:lnTo>
                  <a:lnTo>
                    <a:pt x="568823" y="212299"/>
                  </a:lnTo>
                  <a:lnTo>
                    <a:pt x="570187" y="184071"/>
                  </a:lnTo>
                  <a:lnTo>
                    <a:pt x="569925" y="157109"/>
                  </a:lnTo>
                  <a:lnTo>
                    <a:pt x="562413" y="108072"/>
                  </a:lnTo>
                  <a:lnTo>
                    <a:pt x="542431" y="64360"/>
                  </a:lnTo>
                  <a:lnTo>
                    <a:pt x="509595" y="30191"/>
                  </a:lnTo>
                  <a:lnTo>
                    <a:pt x="463489" y="7944"/>
                  </a:lnTo>
                  <a:lnTo>
                    <a:pt x="403701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14193" y="5444058"/>
              <a:ext cx="1607185" cy="857250"/>
            </a:xfrm>
            <a:custGeom>
              <a:avLst/>
              <a:gdLst/>
              <a:ahLst/>
              <a:cxnLst/>
              <a:rect l="l" t="t" r="r" b="b"/>
              <a:pathLst>
                <a:path w="1607184" h="857250">
                  <a:moveTo>
                    <a:pt x="1606939" y="0"/>
                  </a:moveTo>
                  <a:lnTo>
                    <a:pt x="0" y="0"/>
                  </a:lnTo>
                  <a:lnTo>
                    <a:pt x="0" y="857125"/>
                  </a:lnTo>
                  <a:lnTo>
                    <a:pt x="1606939" y="857125"/>
                  </a:lnTo>
                  <a:lnTo>
                    <a:pt x="1606939" y="0"/>
                  </a:lnTo>
                  <a:close/>
                </a:path>
              </a:pathLst>
            </a:custGeom>
            <a:solidFill>
              <a:srgbClr val="F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02626" y="411460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92627" y="3395533"/>
              <a:ext cx="0" cy="795655"/>
            </a:xfrm>
            <a:custGeom>
              <a:avLst/>
              <a:gdLst/>
              <a:ahLst/>
              <a:cxnLst/>
              <a:rect l="l" t="t" r="r" b="b"/>
              <a:pathLst>
                <a:path h="795654">
                  <a:moveTo>
                    <a:pt x="0" y="795268"/>
                  </a:moveTo>
                  <a:lnTo>
                    <a:pt x="0" y="6349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54527" y="33256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6118007" y="5766409"/>
            <a:ext cx="1219835" cy="377190"/>
            <a:chOff x="6118007" y="5766409"/>
            <a:chExt cx="1219835" cy="377190"/>
          </a:xfrm>
        </p:grpSpPr>
        <p:sp>
          <p:nvSpPr>
            <p:cNvPr id="39" name="object 39"/>
            <p:cNvSpPr/>
            <p:nvPr/>
          </p:nvSpPr>
          <p:spPr>
            <a:xfrm>
              <a:off x="6124992" y="5773394"/>
              <a:ext cx="1205865" cy="363220"/>
            </a:xfrm>
            <a:custGeom>
              <a:avLst/>
              <a:gdLst/>
              <a:ahLst/>
              <a:cxnLst/>
              <a:rect l="l" t="t" r="r" b="b"/>
              <a:pathLst>
                <a:path w="1205865" h="363220">
                  <a:moveTo>
                    <a:pt x="1024237" y="0"/>
                  </a:moveTo>
                  <a:lnTo>
                    <a:pt x="181401" y="0"/>
                  </a:lnTo>
                  <a:lnTo>
                    <a:pt x="147591" y="135"/>
                  </a:lnTo>
                  <a:lnTo>
                    <a:pt x="97462" y="3666"/>
                  </a:lnTo>
                  <a:lnTo>
                    <a:pt x="54135" y="19590"/>
                  </a:lnTo>
                  <a:lnTo>
                    <a:pt x="19591" y="54134"/>
                  </a:lnTo>
                  <a:lnTo>
                    <a:pt x="3666" y="97461"/>
                  </a:lnTo>
                  <a:lnTo>
                    <a:pt x="135" y="147590"/>
                  </a:lnTo>
                  <a:lnTo>
                    <a:pt x="0" y="181401"/>
                  </a:lnTo>
                  <a:lnTo>
                    <a:pt x="135" y="215212"/>
                  </a:lnTo>
                  <a:lnTo>
                    <a:pt x="3666" y="265341"/>
                  </a:lnTo>
                  <a:lnTo>
                    <a:pt x="19591" y="308668"/>
                  </a:lnTo>
                  <a:lnTo>
                    <a:pt x="54135" y="343212"/>
                  </a:lnTo>
                  <a:lnTo>
                    <a:pt x="97462" y="359136"/>
                  </a:lnTo>
                  <a:lnTo>
                    <a:pt x="147591" y="362667"/>
                  </a:lnTo>
                  <a:lnTo>
                    <a:pt x="181401" y="362803"/>
                  </a:lnTo>
                  <a:lnTo>
                    <a:pt x="1024237" y="362803"/>
                  </a:lnTo>
                  <a:lnTo>
                    <a:pt x="1085253" y="361716"/>
                  </a:lnTo>
                  <a:lnTo>
                    <a:pt x="1129150" y="354111"/>
                  </a:lnTo>
                  <a:lnTo>
                    <a:pt x="1170685" y="327849"/>
                  </a:lnTo>
                  <a:lnTo>
                    <a:pt x="1196948" y="286314"/>
                  </a:lnTo>
                  <a:lnTo>
                    <a:pt x="1204552" y="242416"/>
                  </a:lnTo>
                  <a:lnTo>
                    <a:pt x="1205638" y="181401"/>
                  </a:lnTo>
                  <a:lnTo>
                    <a:pt x="1205503" y="147590"/>
                  </a:lnTo>
                  <a:lnTo>
                    <a:pt x="1201972" y="97461"/>
                  </a:lnTo>
                  <a:lnTo>
                    <a:pt x="1186048" y="54134"/>
                  </a:lnTo>
                  <a:lnTo>
                    <a:pt x="1151504" y="19590"/>
                  </a:lnTo>
                  <a:lnTo>
                    <a:pt x="1108178" y="3666"/>
                  </a:lnTo>
                  <a:lnTo>
                    <a:pt x="1058048" y="135"/>
                  </a:lnTo>
                  <a:lnTo>
                    <a:pt x="1024237" y="0"/>
                  </a:lnTo>
                  <a:close/>
                </a:path>
              </a:pathLst>
            </a:custGeom>
            <a:solidFill>
              <a:srgbClr val="FF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24992" y="5773394"/>
              <a:ext cx="1205865" cy="363220"/>
            </a:xfrm>
            <a:custGeom>
              <a:avLst/>
              <a:gdLst/>
              <a:ahLst/>
              <a:cxnLst/>
              <a:rect l="l" t="t" r="r" b="b"/>
              <a:pathLst>
                <a:path w="1205865" h="363220">
                  <a:moveTo>
                    <a:pt x="181401" y="0"/>
                  </a:moveTo>
                  <a:lnTo>
                    <a:pt x="1024237" y="0"/>
                  </a:lnTo>
                  <a:lnTo>
                    <a:pt x="1058048" y="135"/>
                  </a:lnTo>
                  <a:lnTo>
                    <a:pt x="1108177" y="3666"/>
                  </a:lnTo>
                  <a:lnTo>
                    <a:pt x="1151504" y="19590"/>
                  </a:lnTo>
                  <a:lnTo>
                    <a:pt x="1186048" y="54134"/>
                  </a:lnTo>
                  <a:lnTo>
                    <a:pt x="1201972" y="97461"/>
                  </a:lnTo>
                  <a:lnTo>
                    <a:pt x="1205503" y="147590"/>
                  </a:lnTo>
                  <a:lnTo>
                    <a:pt x="1205639" y="181401"/>
                  </a:lnTo>
                  <a:lnTo>
                    <a:pt x="1205503" y="215212"/>
                  </a:lnTo>
                  <a:lnTo>
                    <a:pt x="1201972" y="265341"/>
                  </a:lnTo>
                  <a:lnTo>
                    <a:pt x="1186048" y="308668"/>
                  </a:lnTo>
                  <a:lnTo>
                    <a:pt x="1151504" y="343212"/>
                  </a:lnTo>
                  <a:lnTo>
                    <a:pt x="1108177" y="359136"/>
                  </a:lnTo>
                  <a:lnTo>
                    <a:pt x="1058048" y="362667"/>
                  </a:lnTo>
                  <a:lnTo>
                    <a:pt x="1024237" y="362803"/>
                  </a:lnTo>
                  <a:lnTo>
                    <a:pt x="181401" y="362803"/>
                  </a:lnTo>
                  <a:lnTo>
                    <a:pt x="120386" y="361716"/>
                  </a:lnTo>
                  <a:lnTo>
                    <a:pt x="76488" y="354111"/>
                  </a:lnTo>
                  <a:lnTo>
                    <a:pt x="34953" y="327849"/>
                  </a:lnTo>
                  <a:lnTo>
                    <a:pt x="8691" y="286314"/>
                  </a:lnTo>
                  <a:lnTo>
                    <a:pt x="1086" y="242416"/>
                  </a:lnTo>
                  <a:lnTo>
                    <a:pt x="0" y="181401"/>
                  </a:lnTo>
                  <a:lnTo>
                    <a:pt x="135" y="147590"/>
                  </a:lnTo>
                  <a:lnTo>
                    <a:pt x="3666" y="97461"/>
                  </a:lnTo>
                  <a:lnTo>
                    <a:pt x="19590" y="54134"/>
                  </a:lnTo>
                  <a:lnTo>
                    <a:pt x="54134" y="19590"/>
                  </a:lnTo>
                  <a:lnTo>
                    <a:pt x="97461" y="3666"/>
                  </a:lnTo>
                  <a:lnTo>
                    <a:pt x="147590" y="135"/>
                  </a:lnTo>
                  <a:lnTo>
                    <a:pt x="181401" y="0"/>
                  </a:lnTo>
                  <a:close/>
                </a:path>
              </a:pathLst>
            </a:custGeom>
            <a:ln w="13970">
              <a:solidFill>
                <a:srgbClr val="FF38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914193" y="5444057"/>
            <a:ext cx="1607185" cy="828000"/>
          </a:xfrm>
          <a:prstGeom prst="rect">
            <a:avLst/>
          </a:prstGeom>
          <a:ln w="12700">
            <a:solidFill>
              <a:srgbClr val="FF3885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lang="en" sz="1200" dirty="0">
                <a:latin typeface="Graphik LCG" panose="020B0503030202060203" pitchFamily="34" charset="0"/>
                <a:cs typeface="Arial"/>
              </a:rPr>
              <a:t>Model Service</a:t>
            </a:r>
            <a:endParaRPr sz="1200" dirty="0">
              <a:latin typeface="Graphik LCG" panose="020B0503030202060203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Graphik LCG" panose="020B0503030202060203" pitchFamily="34" charset="0"/>
              <a:cs typeface="Arial"/>
            </a:endParaRPr>
          </a:p>
          <a:p>
            <a:pPr marL="26670" algn="ctr">
              <a:lnSpc>
                <a:spcPct val="100000"/>
              </a:lnSpc>
            </a:pPr>
            <a:r>
              <a:rPr lang="en" sz="1100" spc="-10" dirty="0">
                <a:latin typeface="Graphik LCG" panose="020B0503030202060203" pitchFamily="34" charset="0"/>
                <a:cs typeface="Arial"/>
              </a:rPr>
              <a:t>Model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447360" y="6377368"/>
            <a:ext cx="16573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spc="-35" dirty="0">
                <a:solidFill>
                  <a:srgbClr val="5D5D5D"/>
                </a:solidFill>
                <a:latin typeface="Graphik LCG" panose="020B0503030202060203" pitchFamily="34" charset="0"/>
                <a:cs typeface="Arial"/>
              </a:rPr>
              <a:t>13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35900" y="4826000"/>
            <a:ext cx="3817858" cy="148489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You can keep the call to the model inside the main application</a:t>
            </a:r>
            <a:r>
              <a:rPr lang="ru-RU" sz="1600" dirty="0">
                <a:latin typeface="Graphik LCG" panose="020B0503030202060203" pitchFamily="34" charset="0"/>
                <a:cs typeface="Arial"/>
              </a:rPr>
              <a:t>,</a:t>
            </a:r>
            <a:br>
              <a:rPr lang="en" sz="1600" dirty="0">
                <a:latin typeface="Graphik LCG" panose="020B0503030202060203" pitchFamily="34" charset="0"/>
                <a:cs typeface="Arial"/>
              </a:rPr>
            </a:br>
            <a:r>
              <a:rPr lang="en" sz="1600" dirty="0">
                <a:latin typeface="Graphik LCG" panose="020B0503030202060203" pitchFamily="34" charset="0"/>
                <a:cs typeface="Arial"/>
              </a:rPr>
              <a:t>while moving the model itself into a separate service (model as a service, </a:t>
            </a:r>
            <a:r>
              <a:rPr lang="en" sz="1600" dirty="0" err="1">
                <a:latin typeface="Graphik LCG" panose="020B0503030202060203" pitchFamily="34" charset="0"/>
                <a:cs typeface="Arial"/>
              </a:rPr>
              <a:t>MaaS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) — a micro‑service approach.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4" name="object 20">
            <a:extLst>
              <a:ext uri="{FF2B5EF4-FFF2-40B4-BE49-F238E27FC236}">
                <a16:creationId xmlns:a16="http://schemas.microsoft.com/office/drawing/2014/main" id="{0E955653-5968-161C-EBC1-54EB9F7F0913}"/>
              </a:ext>
            </a:extLst>
          </p:cNvPr>
          <p:cNvSpPr txBox="1"/>
          <p:nvPr/>
        </p:nvSpPr>
        <p:spPr>
          <a:xfrm>
            <a:off x="6866060" y="3421709"/>
            <a:ext cx="184666" cy="825106"/>
          </a:xfrm>
          <a:prstGeom prst="rect">
            <a:avLst/>
          </a:prstGeom>
        </p:spPr>
        <p:txBody>
          <a:bodyPr vert="vert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Request</a:t>
            </a:r>
            <a:endParaRPr sz="12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93345578-A85A-9649-CAD8-AF49CDDB35DA}"/>
              </a:ext>
            </a:extLst>
          </p:cNvPr>
          <p:cNvSpPr txBox="1"/>
          <p:nvPr/>
        </p:nvSpPr>
        <p:spPr>
          <a:xfrm>
            <a:off x="6372778" y="3372264"/>
            <a:ext cx="184666" cy="805179"/>
          </a:xfrm>
          <a:prstGeom prst="rect">
            <a:avLst/>
          </a:prstGeom>
        </p:spPr>
        <p:txBody>
          <a:bodyPr vert="vert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lang="en" sz="1200" spc="-10" dirty="0">
                <a:latin typeface="Graphik LCG" panose="020B0503030202060203" pitchFamily="34" charset="0"/>
                <a:cs typeface="Arial"/>
              </a:rPr>
              <a:t>Response</a:t>
            </a:r>
            <a:endParaRPr sz="12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816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25" dirty="0">
                <a:solidFill>
                  <a:schemeClr val="tx1"/>
                </a:solidFill>
                <a:latin typeface="GRAPHIKLCG-SEMIBOLD" panose="020B0503030202060203" pitchFamily="34" charset="0"/>
              </a:rPr>
              <a:t>Docker</a:t>
            </a:r>
            <a:r>
              <a:rPr sz="4000" b="1" spc="-12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sz="4000" b="1" spc="175" dirty="0">
                <a:solidFill>
                  <a:schemeClr val="tx1"/>
                </a:solidFill>
                <a:latin typeface="GRAPHIKLCG-SEMIBOLD" panose="020B0503030202060203" pitchFamily="34" charset="0"/>
              </a:rPr>
              <a:t>compose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400" y="1968500"/>
            <a:ext cx="4610735" cy="304955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1" dirty="0">
                <a:latin typeface="Graphik LCG" panose="020B0503030202060203" pitchFamily="34" charset="0"/>
              </a:rPr>
              <a:t>Docker Compose</a:t>
            </a:r>
            <a:r>
              <a:rPr lang="en" dirty="0">
                <a:latin typeface="Graphik LCG" panose="020B0503030202060203" pitchFamily="34" charset="0"/>
              </a:rPr>
              <a:t> is a tool for describing and running </a:t>
            </a:r>
            <a:r>
              <a:rPr lang="en" b="1" dirty="0">
                <a:latin typeface="Graphik LCG" panose="020B0503030202060203" pitchFamily="34" charset="0"/>
              </a:rPr>
              <a:t>multi‑container applications</a:t>
            </a:r>
            <a:r>
              <a:rPr lang="en" dirty="0">
                <a:latin typeface="Graphik LCG" panose="020B0503030202060203" pitchFamily="34" charset="0"/>
              </a:rPr>
              <a:t>.</a:t>
            </a:r>
          </a:p>
          <a:p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It simplifies development and debugging of projects that consist of several components.</a:t>
            </a:r>
          </a:p>
          <a:p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To get started you write </a:t>
            </a:r>
            <a:r>
              <a:rPr lang="en" b="1" dirty="0">
                <a:latin typeface="Graphik LCG" panose="020B0503030202060203" pitchFamily="34" charset="0"/>
              </a:rPr>
              <a:t>one shared YAML file</a:t>
            </a:r>
            <a:r>
              <a:rPr lang="en" dirty="0">
                <a:latin typeface="Graphik LCG" panose="020B0503030202060203" pitchFamily="34" charset="0"/>
              </a:rPr>
              <a:t> describing all components and the relationships between them.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2195" y="4582361"/>
            <a:ext cx="3353696" cy="15861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9827" y="623908"/>
            <a:ext cx="2828436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xfrm>
            <a:off x="660400" y="1993900"/>
            <a:ext cx="5319395" cy="349486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66700" marR="356235" indent="-254000">
              <a:lnSpc>
                <a:spcPct val="104200"/>
              </a:lnSpc>
              <a:spcBef>
                <a:spcPts val="2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800" dirty="0"/>
              <a:t>For the commands to run correctly, one of the following service‑configuration files must be present in the working directory:</a:t>
            </a:r>
          </a:p>
          <a:p>
            <a:pPr marL="723900" marR="356235" lvl="1" indent="-254000">
              <a:lnSpc>
                <a:spcPct val="104200"/>
              </a:lnSpc>
              <a:spcBef>
                <a:spcPts val="2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spc="10" dirty="0" err="1">
                <a:latin typeface="Graphik LCG" panose="020B0503030202060203" pitchFamily="34" charset="0"/>
                <a:cs typeface="Arial"/>
              </a:rPr>
              <a:t>compose.yaml</a:t>
            </a:r>
            <a:endParaRPr dirty="0">
              <a:latin typeface="Graphik LCG" panose="020B0503030202060203" pitchFamily="34" charset="0"/>
              <a:cs typeface="Arial"/>
            </a:endParaRPr>
          </a:p>
          <a:p>
            <a:pPr marL="723900" marR="5080" lvl="1" indent="-254000">
              <a:lnSpc>
                <a:spcPct val="106800"/>
              </a:lnSpc>
              <a:spcBef>
                <a:spcPts val="545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-US" dirty="0" err="1">
                <a:latin typeface="Graphik LCG" panose="020B0503030202060203" pitchFamily="34" charset="0"/>
              </a:rPr>
              <a:t>compose.yml</a:t>
            </a:r>
            <a:r>
              <a:rPr lang="en-US" dirty="0">
                <a:latin typeface="Graphik LCG" panose="020B0503030202060203" pitchFamily="34" charset="0"/>
              </a:rPr>
              <a:t>;</a:t>
            </a:r>
          </a:p>
          <a:p>
            <a:pPr marL="723900" marR="5080" lvl="1" indent="-254000">
              <a:lnSpc>
                <a:spcPct val="106800"/>
              </a:lnSpc>
              <a:spcBef>
                <a:spcPts val="545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-US" dirty="0">
                <a:latin typeface="Graphik LCG" panose="020B0503030202060203" pitchFamily="34" charset="0"/>
              </a:rPr>
              <a:t>docker-</a:t>
            </a:r>
            <a:r>
              <a:rPr lang="en-US" dirty="0" err="1">
                <a:latin typeface="Graphik LCG" panose="020B0503030202060203" pitchFamily="34" charset="0"/>
              </a:rPr>
              <a:t>compose.yaml</a:t>
            </a:r>
            <a:r>
              <a:rPr lang="en-US" dirty="0">
                <a:latin typeface="Graphik LCG" panose="020B0503030202060203" pitchFamily="34" charset="0"/>
              </a:rPr>
              <a:t>;</a:t>
            </a:r>
          </a:p>
          <a:p>
            <a:pPr marL="723900" marR="5080" lvl="1" indent="-254000">
              <a:lnSpc>
                <a:spcPct val="106800"/>
              </a:lnSpc>
              <a:spcBef>
                <a:spcPts val="545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-US" dirty="0">
                <a:latin typeface="Graphik LCG" panose="020B0503030202060203" pitchFamily="34" charset="0"/>
              </a:rPr>
              <a:t>docker-</a:t>
            </a:r>
            <a:r>
              <a:rPr lang="en-US" dirty="0" err="1">
                <a:latin typeface="Graphik LCG" panose="020B0503030202060203" pitchFamily="34" charset="0"/>
              </a:rPr>
              <a:t>compose.yml</a:t>
            </a:r>
            <a:r>
              <a:rPr lang="en-US" dirty="0">
                <a:latin typeface="Graphik LCG" panose="020B0503030202060203" pitchFamily="34" charset="0"/>
              </a:rPr>
              <a:t>.</a:t>
            </a:r>
          </a:p>
          <a:p>
            <a:pPr marL="266700" marR="5080" indent="-254000">
              <a:lnSpc>
                <a:spcPct val="106800"/>
              </a:lnSpc>
              <a:spcBef>
                <a:spcPts val="545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endParaRPr lang="en-US" dirty="0"/>
          </a:p>
          <a:p>
            <a:pPr marL="266700" marR="5080" indent="-254000">
              <a:lnSpc>
                <a:spcPct val="106800"/>
              </a:lnSpc>
              <a:spcBef>
                <a:spcPts val="545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800" dirty="0"/>
              <a:t>To point Compose to a different file — or to </a:t>
            </a:r>
            <a:r>
              <a:rPr lang="en" sz="1800" b="1" dirty="0"/>
              <a:t>merge several configuration files</a:t>
            </a:r>
            <a:r>
              <a:rPr lang="en" sz="1800" dirty="0"/>
              <a:t> into one effective stack — use the </a:t>
            </a:r>
            <a:r>
              <a:rPr lang="en" sz="1800" b="1" dirty="0"/>
              <a:t>‑f</a:t>
            </a:r>
            <a:r>
              <a:rPr lang="en" sz="1800" dirty="0"/>
              <a:t> flag</a:t>
            </a:r>
            <a:endParaRPr sz="1800" u="sng" spc="50" dirty="0">
              <a:solidFill>
                <a:srgbClr val="0077FF"/>
              </a:solidFill>
              <a:uFill>
                <a:solidFill>
                  <a:srgbClr val="0077FF"/>
                </a:solidFill>
              </a:u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435600" cy="1064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10"/>
              </a:lnSpc>
              <a:spcBef>
                <a:spcPts val="100"/>
              </a:spcBef>
            </a:pPr>
            <a:r>
              <a:rPr b="1" spc="125" dirty="0">
                <a:solidFill>
                  <a:schemeClr val="tx1"/>
                </a:solidFill>
                <a:latin typeface="GRAPHIKLCG-SEMIBOLD" panose="020B0503030202060203" pitchFamily="34" charset="0"/>
              </a:rPr>
              <a:t>Docker</a:t>
            </a:r>
            <a:r>
              <a:rPr b="1" spc="-12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145" dirty="0">
                <a:solidFill>
                  <a:schemeClr val="tx1"/>
                </a:solidFill>
                <a:latin typeface="GRAPHIKLCG-SEMIBOLD" panose="020B0503030202060203" pitchFamily="34" charset="0"/>
              </a:rPr>
              <a:t>compose:</a:t>
            </a:r>
          </a:p>
          <a:p>
            <a:pPr marL="12700">
              <a:lnSpc>
                <a:spcPts val="4110"/>
              </a:lnSpc>
            </a:pPr>
            <a:r>
              <a:rPr lang="en-US" b="1" spc="100" dirty="0">
                <a:solidFill>
                  <a:schemeClr val="tx1"/>
                </a:solidFill>
                <a:latin typeface="GRAPHIKLCG-SEMIBOLD" panose="020B0503030202060203" pitchFamily="34" charset="0"/>
              </a:rPr>
              <a:t>commands</a:t>
            </a:r>
            <a:endParaRPr b="1" spc="10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3200" y="1120139"/>
            <a:ext cx="3966210" cy="397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135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C2C2C2"/>
                </a:solidFill>
                <a:effectLst/>
                <a:uLnTx/>
                <a:uFillTx/>
                <a:latin typeface="Monaco"/>
                <a:cs typeface="Monaco"/>
              </a:rPr>
              <a:t>#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rgbClr val="C2C2C2"/>
                </a:solidFill>
                <a:effectLst/>
                <a:uLnTx/>
                <a:uFillTx/>
                <a:latin typeface="Monaco"/>
                <a:cs typeface="Monaco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C2C2C2"/>
                </a:solidFill>
                <a:effectLst/>
                <a:uLnTx/>
                <a:uFillTx/>
                <a:latin typeface="Monaco"/>
                <a:cs typeface="Monaco"/>
              </a:rPr>
              <a:t>Bring up all services from </a:t>
            </a:r>
            <a:r>
              <a:rPr kumimoji="0" lang="e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C2C2C2"/>
                </a:solidFill>
                <a:effectLst/>
                <a:uLnTx/>
                <a:uFillTx/>
                <a:latin typeface="Monaco"/>
                <a:cs typeface="Monaco"/>
              </a:rPr>
              <a:t>compose.yaml</a:t>
            </a:r>
            <a:endParaRPr kumimoji="0" lang="en" sz="1100" b="0" i="0" u="none" strike="noStrike" kern="0" cap="none" spc="0" normalizeH="0" baseline="0" noProof="0" dirty="0">
              <a:ln>
                <a:noFill/>
              </a:ln>
              <a:solidFill>
                <a:srgbClr val="C2C2C2"/>
              </a:solidFill>
              <a:effectLst/>
              <a:uLnTx/>
              <a:uFillTx/>
              <a:latin typeface="Monaco"/>
              <a:cs typeface="Monaco"/>
            </a:endParaRPr>
          </a:p>
          <a:p>
            <a:pPr marL="12700" marR="5080" lvl="0" indent="0" defTabSz="914400" eaLnBrk="1" fontAlgn="auto" latinLnBrk="0" hangingPunct="1">
              <a:lnSpc>
                <a:spcPct val="1135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5E34FF"/>
                </a:solidFill>
                <a:effectLst/>
                <a:uLnTx/>
                <a:uFillTx/>
                <a:latin typeface="Monaco"/>
                <a:cs typeface="Monaco"/>
              </a:rPr>
              <a:t>docker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rgbClr val="5E34FF"/>
                </a:solidFill>
                <a:effectLst/>
                <a:uLnTx/>
                <a:uFillTx/>
                <a:latin typeface="Monaco"/>
                <a:cs typeface="Monaco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34BBC8"/>
                </a:solidFill>
                <a:effectLst/>
                <a:uLnTx/>
                <a:uFillTx/>
                <a:latin typeface="Monaco"/>
                <a:cs typeface="Monaco"/>
              </a:rPr>
              <a:t>compose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rgbClr val="34BBC8"/>
                </a:solidFill>
                <a:effectLst/>
                <a:uLnTx/>
                <a:uFillTx/>
                <a:latin typeface="Monaco"/>
                <a:cs typeface="Monaco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rgbClr val="34BBC8"/>
                </a:solidFill>
                <a:effectLst/>
                <a:uLnTx/>
                <a:uFillTx/>
                <a:latin typeface="Monaco"/>
                <a:cs typeface="Monaco"/>
              </a:rPr>
              <a:t>up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aco"/>
              <a:cs typeface="Monac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xfrm>
            <a:off x="6553200" y="1691639"/>
            <a:ext cx="4978400" cy="369819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ru-RU" dirty="0"/>
              <a:t>#</a:t>
            </a:r>
            <a:r>
              <a:rPr lang="ru-RU" spc="-30" dirty="0"/>
              <a:t> </a:t>
            </a:r>
            <a:r>
              <a:rPr lang="en" dirty="0"/>
              <a:t>Same, but detached</a:t>
            </a: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3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30" dirty="0">
                <a:solidFill>
                  <a:srgbClr val="34BBC8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up</a:t>
            </a:r>
            <a:r>
              <a:rPr lang="en" spc="-35" dirty="0">
                <a:solidFill>
                  <a:srgbClr val="34BBC8"/>
                </a:solidFill>
              </a:rPr>
              <a:t> </a:t>
            </a:r>
            <a:r>
              <a:rPr lang="en" spc="-10" dirty="0">
                <a:solidFill>
                  <a:srgbClr val="34BBC8"/>
                </a:solidFill>
              </a:rPr>
              <a:t>-</a:t>
            </a:r>
            <a:r>
              <a:rPr lang="en" spc="-50" dirty="0">
                <a:solidFill>
                  <a:srgbClr val="34BBC8"/>
                </a:solidFill>
              </a:rPr>
              <a:t>d</a:t>
            </a: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lang="en" spc="-50" dirty="0">
              <a:solidFill>
                <a:srgbClr val="34BBC8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" dirty="0"/>
              <a:t>#</a:t>
            </a:r>
            <a:r>
              <a:rPr lang="en" spc="-40" dirty="0"/>
              <a:t> </a:t>
            </a:r>
            <a:r>
              <a:rPr lang="en" dirty="0"/>
              <a:t>Stop and remove services &amp; networks</a:t>
            </a:r>
            <a:endParaRPr lang="ru-RU" spc="-10" dirty="0"/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5" dirty="0">
                <a:solidFill>
                  <a:srgbClr val="34BBC8"/>
                </a:solidFill>
              </a:rPr>
              <a:t> </a:t>
            </a:r>
            <a:r>
              <a:rPr lang="en" spc="-20" dirty="0">
                <a:solidFill>
                  <a:srgbClr val="34BBC8"/>
                </a:solidFill>
              </a:rPr>
              <a:t>down</a:t>
            </a: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lang="en" spc="-20" dirty="0">
              <a:solidFill>
                <a:srgbClr val="34BBC8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" dirty="0"/>
              <a:t>#</a:t>
            </a:r>
            <a:r>
              <a:rPr lang="en" spc="-35" dirty="0"/>
              <a:t> </a:t>
            </a:r>
            <a:r>
              <a:rPr lang="en" dirty="0"/>
              <a:t>Tail logs of all services</a:t>
            </a:r>
            <a:endParaRPr lang="ru-RU" spc="-10" dirty="0"/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5" dirty="0">
                <a:solidFill>
                  <a:srgbClr val="34BBC8"/>
                </a:solidFill>
              </a:rPr>
              <a:t> </a:t>
            </a:r>
            <a:r>
              <a:rPr lang="en" spc="-20" dirty="0">
                <a:solidFill>
                  <a:srgbClr val="34BBC8"/>
                </a:solidFill>
              </a:rPr>
              <a:t>logs</a:t>
            </a: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lang="en" spc="-20" dirty="0">
              <a:solidFill>
                <a:srgbClr val="34BBC8"/>
              </a:solidFill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" dirty="0"/>
              <a:t>#</a:t>
            </a:r>
            <a:r>
              <a:rPr lang="en" spc="-45" dirty="0"/>
              <a:t> </a:t>
            </a:r>
            <a:r>
              <a:rPr lang="en" dirty="0"/>
              <a:t>Tail logs of one service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0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0" dirty="0">
                <a:solidFill>
                  <a:srgbClr val="34BBC8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logs</a:t>
            </a:r>
            <a:r>
              <a:rPr lang="en" spc="-35" dirty="0">
                <a:solidFill>
                  <a:srgbClr val="34BBC8"/>
                </a:solidFill>
              </a:rPr>
              <a:t> </a:t>
            </a:r>
            <a:r>
              <a:rPr lang="en" spc="-10" dirty="0" err="1">
                <a:solidFill>
                  <a:srgbClr val="34BBC8"/>
                </a:solidFill>
              </a:rPr>
              <a:t>service_name</a:t>
            </a:r>
            <a:endParaRPr lang="en" spc="-10" dirty="0">
              <a:solidFill>
                <a:srgbClr val="34BBC8"/>
              </a:solidFill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lang="en" spc="-10" dirty="0">
              <a:solidFill>
                <a:srgbClr val="34BBC8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" dirty="0"/>
              <a:t>#</a:t>
            </a:r>
            <a:r>
              <a:rPr lang="en" spc="-50" dirty="0"/>
              <a:t> </a:t>
            </a:r>
            <a:r>
              <a:rPr lang="en" dirty="0"/>
              <a:t>List running services</a:t>
            </a:r>
            <a:endParaRPr lang="ru-RU" spc="-10" dirty="0"/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5" dirty="0">
                <a:solidFill>
                  <a:srgbClr val="34BBC8"/>
                </a:solidFill>
              </a:rPr>
              <a:t> </a:t>
            </a:r>
            <a:r>
              <a:rPr lang="en" spc="-25" dirty="0" err="1">
                <a:solidFill>
                  <a:srgbClr val="34BBC8"/>
                </a:solidFill>
              </a:rPr>
              <a:t>ps</a:t>
            </a:r>
            <a:endParaRPr lang="en" spc="-25" dirty="0">
              <a:solidFill>
                <a:srgbClr val="34BBC8"/>
              </a:solidFill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lang="en" spc="-25" dirty="0">
              <a:solidFill>
                <a:srgbClr val="34BBC8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" dirty="0"/>
              <a:t>#</a:t>
            </a:r>
            <a:r>
              <a:rPr lang="en" spc="-35" dirty="0"/>
              <a:t> </a:t>
            </a:r>
            <a:r>
              <a:rPr lang="en" dirty="0"/>
              <a:t>Restart services (ignores edits in </a:t>
            </a:r>
            <a:r>
              <a:rPr lang="en" dirty="0" err="1"/>
              <a:t>compose.yaml</a:t>
            </a:r>
            <a:r>
              <a:rPr lang="en" dirty="0"/>
              <a:t>)</a:t>
            </a:r>
          </a:p>
          <a:p>
            <a:pPr marL="12700">
              <a:lnSpc>
                <a:spcPct val="100000"/>
              </a:lnSpc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5" dirty="0">
                <a:solidFill>
                  <a:srgbClr val="34BBC8"/>
                </a:solidFill>
              </a:rPr>
              <a:t> </a:t>
            </a:r>
            <a:r>
              <a:rPr lang="en" spc="-10" dirty="0">
                <a:solidFill>
                  <a:srgbClr val="34BBC8"/>
                </a:solidFill>
              </a:rPr>
              <a:t>restart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" spc="-10" dirty="0">
              <a:solidFill>
                <a:srgbClr val="34BBC8"/>
              </a:solidFill>
            </a:endParaRPr>
          </a:p>
          <a:p>
            <a:pPr marL="12700" marR="1513840">
              <a:lnSpc>
                <a:spcPct val="113599"/>
              </a:lnSpc>
              <a:spcBef>
                <a:spcPts val="5"/>
              </a:spcBef>
            </a:pPr>
            <a:r>
              <a:rPr lang="en" dirty="0"/>
              <a:t>#</a:t>
            </a:r>
            <a:r>
              <a:rPr lang="en" spc="-30" dirty="0"/>
              <a:t> </a:t>
            </a:r>
            <a:r>
              <a:rPr lang="en" dirty="0"/>
              <a:t>Pre‑pull images defined in </a:t>
            </a:r>
            <a:r>
              <a:rPr lang="en" dirty="0" err="1"/>
              <a:t>compose.yaml</a:t>
            </a:r>
            <a:endParaRPr lang="en" dirty="0"/>
          </a:p>
          <a:p>
            <a:pPr marL="12700" marR="1513840">
              <a:lnSpc>
                <a:spcPct val="113599"/>
              </a:lnSpc>
              <a:spcBef>
                <a:spcPts val="5"/>
              </a:spcBef>
            </a:pPr>
            <a:r>
              <a:rPr lang="en" dirty="0">
                <a:solidFill>
                  <a:srgbClr val="5E34FF"/>
                </a:solidFill>
              </a:rPr>
              <a:t>docker</a:t>
            </a:r>
            <a:r>
              <a:rPr lang="en" spc="-45" dirty="0">
                <a:solidFill>
                  <a:srgbClr val="5E34FF"/>
                </a:solidFill>
              </a:rPr>
              <a:t> </a:t>
            </a:r>
            <a:r>
              <a:rPr lang="en" dirty="0">
                <a:solidFill>
                  <a:srgbClr val="34BBC8"/>
                </a:solidFill>
              </a:rPr>
              <a:t>compose</a:t>
            </a:r>
            <a:r>
              <a:rPr lang="en" spc="-45" dirty="0">
                <a:solidFill>
                  <a:srgbClr val="34BBC8"/>
                </a:solidFill>
              </a:rPr>
              <a:t> </a:t>
            </a:r>
            <a:r>
              <a:rPr lang="en" spc="-20" dirty="0">
                <a:solidFill>
                  <a:srgbClr val="34BBC8"/>
                </a:solidFill>
              </a:rPr>
              <a:t>pull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993900"/>
            <a:ext cx="4389755" cy="549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>
              <a:lnSpc>
                <a:spcPct val="112000"/>
              </a:lnSpc>
            </a:pP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A minimal serving stack: your inference API plus an MLflow server, wired together for a local run.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054600" cy="1064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10"/>
              </a:lnSpc>
              <a:spcBef>
                <a:spcPts val="100"/>
              </a:spcBef>
            </a:pPr>
            <a:r>
              <a:rPr b="1" spc="125" dirty="0">
                <a:solidFill>
                  <a:schemeClr val="tx1"/>
                </a:solidFill>
                <a:latin typeface="GRAPHIKLCG-SEMIBOLD" panose="020B0503030202060203" pitchFamily="34" charset="0"/>
              </a:rPr>
              <a:t>Docker</a:t>
            </a:r>
            <a:r>
              <a:rPr b="1" spc="-12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145" dirty="0">
                <a:solidFill>
                  <a:schemeClr val="tx1"/>
                </a:solidFill>
                <a:latin typeface="GRAPHIKLCG-SEMIBOLD" panose="020B0503030202060203" pitchFamily="34" charset="0"/>
              </a:rPr>
              <a:t>compose:</a:t>
            </a:r>
          </a:p>
          <a:p>
            <a:pPr marL="12700">
              <a:lnSpc>
                <a:spcPts val="4110"/>
              </a:lnSpc>
            </a:pPr>
            <a:r>
              <a:rPr lang="en-US" b="1" spc="175" dirty="0">
                <a:solidFill>
                  <a:schemeClr val="tx1"/>
                </a:solidFill>
                <a:latin typeface="GRAPHIKLCG-SEMIBOLD" panose="020B0503030202060203" pitchFamily="34" charset="0"/>
              </a:rPr>
              <a:t>example</a:t>
            </a:r>
            <a:endParaRPr b="1" spc="175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5400" y="1181100"/>
            <a:ext cx="1031875" cy="56169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6375400" y="1714500"/>
            <a:ext cx="5816600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6375400" y="1600200"/>
            <a:ext cx="5715000" cy="32239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AA3B2"/>
                </a:solidFill>
                <a:latin typeface="Monaco"/>
                <a:cs typeface="Monaco"/>
              </a:rPr>
              <a:t># compose.yaml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services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inference-service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build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 .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environment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MODEL_URI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 </a:t>
            </a:r>
            <a:r>
              <a:rPr lang="en-US" sz="1300" kern="1200" spc="-30" dirty="0">
                <a:solidFill>
                  <a:srgbClr val="E5897F"/>
                </a:solidFill>
                <a:latin typeface="Monaco"/>
                <a:cs typeface="Monaco"/>
              </a:rPr>
              <a:t>"models:/bot_classifier@champion"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MLFLOW_TRACKING_URI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 </a:t>
            </a:r>
            <a:r>
              <a:rPr lang="en-US" sz="1300" kern="1200" spc="-30" dirty="0">
                <a:solidFill>
                  <a:srgbClr val="E5897F"/>
                </a:solidFill>
                <a:latin typeface="Monaco"/>
                <a:cs typeface="Monaco"/>
              </a:rPr>
              <a:t>"http://mlflow:5000"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ports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  - </a:t>
            </a:r>
            <a:r>
              <a:rPr lang="en-US" sz="1300" kern="1200" spc="-30" dirty="0">
                <a:solidFill>
                  <a:srgbClr val="E5897F"/>
                </a:solidFill>
                <a:latin typeface="Monaco"/>
                <a:cs typeface="Monaco"/>
              </a:rPr>
              <a:t>"8000:8000"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depends_on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  - mlflow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mlflow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image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 ghcr.io/mlflow/mlflow:v3.1.0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ports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: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     - </a:t>
            </a:r>
            <a:r>
              <a:rPr lang="en-US" sz="1300" kern="1200" spc="-30" dirty="0">
                <a:solidFill>
                  <a:srgbClr val="E5897F"/>
                </a:solidFill>
                <a:latin typeface="Monaco"/>
                <a:cs typeface="Monaco"/>
              </a:rPr>
              <a:t>"5000:5000"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37300" y="4698578"/>
            <a:ext cx="6096000" cy="90794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25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993900"/>
            <a:ext cx="4818380" cy="549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>
              <a:lnSpc>
                <a:spcPct val="112000"/>
              </a:lnSpc>
            </a:pP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Bring the whole stack up with one command — and tear it down just as easily.</a:t>
            </a:r>
          </a:p>
        </p:txBody>
      </p:sp>
      <p:sp>
        <p:nvSpPr>
          <p:cNvPr id="3" name="object 3"/>
          <p:cNvSpPr/>
          <p:nvPr/>
        </p:nvSpPr>
        <p:spPr>
          <a:xfrm>
            <a:off x="6088786" y="12824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248452" cy="1064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10"/>
              </a:lnSpc>
              <a:spcBef>
                <a:spcPts val="100"/>
              </a:spcBef>
            </a:pPr>
            <a:r>
              <a:rPr b="1" spc="125" dirty="0">
                <a:solidFill>
                  <a:schemeClr val="tx1"/>
                </a:solidFill>
                <a:latin typeface="GRAPHIKLCG-SEMIBOLD" panose="020B0503030202060203" pitchFamily="34" charset="0"/>
              </a:rPr>
              <a:t>Docker</a:t>
            </a:r>
            <a:r>
              <a:rPr b="1" spc="-12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145" dirty="0">
                <a:solidFill>
                  <a:schemeClr val="tx1"/>
                </a:solidFill>
                <a:latin typeface="GRAPHIKLCG-SEMIBOLD" panose="020B0503030202060203" pitchFamily="34" charset="0"/>
              </a:rPr>
              <a:t>compose:</a:t>
            </a:r>
          </a:p>
          <a:p>
            <a:pPr marL="12700">
              <a:lnSpc>
                <a:spcPts val="4110"/>
              </a:lnSpc>
            </a:pPr>
            <a:r>
              <a:rPr lang="en-US" b="1" spc="175" dirty="0">
                <a:solidFill>
                  <a:schemeClr val="tx1"/>
                </a:solidFill>
                <a:latin typeface="GRAPHIKLCG-SEMIBOLD" panose="020B0503030202060203" pitchFamily="34" charset="0"/>
              </a:rPr>
              <a:t>example</a:t>
            </a:r>
            <a:endParaRPr b="1" spc="175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5400" y="1803400"/>
            <a:ext cx="2403475" cy="56169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6375400" y="2864743"/>
            <a:ext cx="261620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/>
          </a:p>
        </p:txBody>
      </p:sp>
      <p:sp>
        <p:nvSpPr>
          <p:cNvPr id="7" name="object 7"/>
          <p:cNvSpPr txBox="1"/>
          <p:nvPr/>
        </p:nvSpPr>
        <p:spPr>
          <a:xfrm>
            <a:off x="6375400" y="3713239"/>
            <a:ext cx="46736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9448800" y="4067182"/>
            <a:ext cx="29159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/>
          </a:p>
        </p:txBody>
      </p:sp>
      <p:sp>
        <p:nvSpPr>
          <p:cNvPr id="9" name="object 9"/>
          <p:cNvSpPr txBox="1"/>
          <p:nvPr/>
        </p:nvSpPr>
        <p:spPr>
          <a:xfrm>
            <a:off x="6375400" y="1714500"/>
            <a:ext cx="5715000" cy="182357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9AA3B2"/>
                </a:solidFill>
                <a:latin typeface="Monaco"/>
                <a:cs typeface="Monaco"/>
              </a:rPr>
              <a:t># build images and start the stack</a:t>
            </a: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docker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compose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C9A6F0"/>
                </a:solidFill>
                <a:latin typeface="Monaco"/>
                <a:cs typeface="Monaco"/>
              </a:rPr>
              <a:t>up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7FB0FF"/>
                </a:solidFill>
                <a:latin typeface="Monaco"/>
                <a:cs typeface="Monaco"/>
              </a:rPr>
              <a:t>--build</a:t>
            </a:r>
          </a:p>
          <a:p>
            <a:pPr marL="7700" algn="l" defTabSz="457109" rtl="0">
              <a:spcBef>
                <a:spcPts val="40"/>
              </a:spcBef>
            </a:pPr>
            <a:endParaRPr lang="en-US" sz="1300" kern="1200" spc="-30" dirty="0">
              <a:solidFill>
                <a:srgbClr val="7FB0FF"/>
              </a:solidFill>
              <a:latin typeface="Monaco"/>
              <a:cs typeface="Monaco"/>
            </a:endParaRP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9AA3B2"/>
                </a:solidFill>
                <a:latin typeface="Monaco"/>
                <a:cs typeface="Monaco"/>
              </a:rPr>
              <a:t># run detached, then follow logs</a:t>
            </a: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docker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compose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C9A6F0"/>
                </a:solidFill>
                <a:latin typeface="Monaco"/>
                <a:cs typeface="Monaco"/>
              </a:rPr>
              <a:t>up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7FB0FF"/>
                </a:solidFill>
                <a:latin typeface="Monaco"/>
                <a:cs typeface="Monaco"/>
              </a:rPr>
              <a:t>-d</a:t>
            </a: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docker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compose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C9A6F0"/>
                </a:solidFill>
                <a:latin typeface="Monaco"/>
                <a:cs typeface="Monaco"/>
              </a:rPr>
              <a:t>logs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7FB0FF"/>
                </a:solidFill>
                <a:latin typeface="Monaco"/>
                <a:cs typeface="Monaco"/>
              </a:rPr>
              <a:t>-f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inference-service</a:t>
            </a:r>
          </a:p>
          <a:p>
            <a:pPr marL="7700" algn="l" defTabSz="457109" rtl="0">
              <a:spcBef>
                <a:spcPts val="40"/>
              </a:spcBef>
            </a:pPr>
            <a:endParaRPr lang="en-US" sz="1300" kern="1200" spc="-30" dirty="0">
              <a:solidFill>
                <a:srgbClr val="E6E8EB"/>
              </a:solidFill>
              <a:latin typeface="Monaco"/>
              <a:cs typeface="Monaco"/>
            </a:endParaRP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9AA3B2"/>
                </a:solidFill>
                <a:latin typeface="Monaco"/>
                <a:cs typeface="Monaco"/>
              </a:rPr>
              <a:t># stop and remove containers + network</a:t>
            </a:r>
          </a:p>
          <a:p>
            <a:pPr marL="7700" algn="l" defTabSz="457109" rtl="0">
              <a:spcBef>
                <a:spcPts val="40"/>
              </a:spcBef>
            </a:pP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docker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FC9CF"/>
                </a:solidFill>
                <a:latin typeface="Monaco"/>
                <a:cs typeface="Monaco"/>
              </a:rPr>
              <a:t>compose</a:t>
            </a:r>
            <a:r>
              <a:rPr lang="en-US" sz="1300" kern="1200" spc="-30" dirty="0">
                <a:solidFill>
                  <a:srgbClr val="E6E8EB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C9A6F0"/>
                </a:solidFill>
                <a:latin typeface="Monaco"/>
                <a:cs typeface="Monaco"/>
              </a:rPr>
              <a:t>down</a:t>
            </a:r>
          </a:p>
        </p:txBody>
      </p:sp>
    </p:spTree>
    <p:extLst>
      <p:ext uri="{BB962C8B-B14F-4D97-AF65-F5344CB8AC3E}">
        <p14:creationId xmlns:p14="http://schemas.microsoft.com/office/powerpoint/2010/main" val="1467705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660400" y="1920239"/>
            <a:ext cx="5283200" cy="63260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algn="l" rtl="0">
              <a:lnSpc>
                <a:spcPct val="114000"/>
              </a:lnSpc>
            </a:pPr>
            <a:r>
              <a:rPr lang="en-US" sz="1600" kern="1200" dirty="0">
                <a:solidFill>
                  <a:srgbClr val="141414"/>
                </a:solidFill>
                <a:latin typeface="Graphik LC" pitchFamily="34" charset="0"/>
              </a:rPr>
              <a:t>Compose is for local integration and reproducible demos — not your production runtime.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283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Compose vs production orchestration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24700" y="1828800"/>
            <a:ext cx="4699000" cy="209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>
              <a:spcAft>
                <a:spcPts val="600"/>
              </a:spcAft>
              <a:buNone/>
            </a:pPr>
            <a:r>
              <a:rPr lang="en-US" sz="1600" b="1" kern="1200" dirty="0">
                <a:solidFill>
                  <a:srgbClr val="9FD3FF"/>
                </a:solidFill>
                <a:latin typeface="Graphik LCG" pitchFamily="34" charset="0"/>
              </a:rPr>
              <a:t>Production orchestration is a platform job:</a:t>
            </a:r>
          </a:p>
          <a:p>
            <a:pPr marL="171450" indent="-171450" algn="l" rtl="0">
              <a:lnSpc>
                <a:spcPct val="118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kern="1200" dirty="0">
                <a:solidFill>
                  <a:srgbClr val="FAFAFA"/>
                </a:solidFill>
                <a:latin typeface="Graphik LC" pitchFamily="34" charset="0"/>
              </a:rPr>
              <a:t>VM + systemd</a:t>
            </a:r>
          </a:p>
          <a:p>
            <a:pPr marL="171450" indent="-171450" algn="l" rtl="0">
              <a:lnSpc>
                <a:spcPct val="118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kern="1200" dirty="0">
                <a:solidFill>
                  <a:srgbClr val="FAFAFA"/>
                </a:solidFill>
                <a:latin typeface="Graphik LC" pitchFamily="34" charset="0"/>
              </a:rPr>
              <a:t>Cloud Run</a:t>
            </a:r>
          </a:p>
          <a:p>
            <a:pPr marL="171450" indent="-171450" algn="l" rtl="0">
              <a:lnSpc>
                <a:spcPct val="118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kern="1200" dirty="0">
                <a:solidFill>
                  <a:srgbClr val="FAFAFA"/>
                </a:solidFill>
                <a:latin typeface="Graphik LC" pitchFamily="34" charset="0"/>
              </a:rPr>
              <a:t>Amazon ECS</a:t>
            </a:r>
          </a:p>
          <a:p>
            <a:pPr marL="171450" indent="-171450" algn="l" rtl="0">
              <a:lnSpc>
                <a:spcPct val="118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kern="1200" dirty="0">
                <a:solidFill>
                  <a:srgbClr val="FAFAFA"/>
                </a:solidFill>
                <a:latin typeface="Graphik LC" pitchFamily="34" charset="0"/>
              </a:rPr>
              <a:t>Kubernetes / KServe</a:t>
            </a:r>
          </a:p>
          <a:p>
            <a:pPr marL="171450" indent="-171450" algn="l" rtl="0">
              <a:lnSpc>
                <a:spcPct val="118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kern="1200" dirty="0">
                <a:solidFill>
                  <a:srgbClr val="FAFAFA"/>
                </a:solidFill>
                <a:latin typeface="Graphik LC" pitchFamily="34" charset="0"/>
              </a:rPr>
              <a:t>Fly.io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24700" y="4737100"/>
            <a:ext cx="145097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12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843" y="362843"/>
            <a:ext cx="8255397" cy="412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/>
              <a:t>Production Dockerfile with uv</a:t>
            </a:r>
          </a:p>
        </p:txBody>
      </p:sp>
      <p:sp>
        <p:nvSpPr>
          <p:cNvPr id="3" name="Shape 1"/>
          <p:cNvSpPr/>
          <p:nvPr/>
        </p:nvSpPr>
        <p:spPr>
          <a:xfrm>
            <a:off x="527843" y="1121569"/>
            <a:ext cx="5128220" cy="2098080"/>
          </a:xfrm>
          <a:prstGeom prst="roundRect">
            <a:avLst>
              <a:gd name="adj" fmla="val 264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21294" y="1121568"/>
            <a:ext cx="6184305" cy="3505200"/>
          </a:xfrm>
          <a:prstGeom prst="roundRect">
            <a:avLst>
              <a:gd name="adj" fmla="val 944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7700" y="1219200"/>
            <a:ext cx="62230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FROM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python:3.12-slim </a:t>
            </a: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AS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runtime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WORKDIR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/app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RUN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pip install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--no-cache-dir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uv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COPY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pyproject.toml uv.lock ./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RUN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uv sync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--frozen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--no-dev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--no-install-project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COPY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src ./src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RUN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useradd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--create-home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</a:t>
            </a:r>
            <a:r>
              <a:rPr lang="en-US" sz="1300" kern="1200" spc="-30" dirty="0">
                <a:solidFill>
                  <a:srgbClr val="4776D5"/>
                </a:solidFill>
                <a:latin typeface="Monaco"/>
                <a:cs typeface="Monaco"/>
              </a:rPr>
              <a:t>--uid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10001 appuser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USER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appuser</a:t>
            </a:r>
          </a:p>
          <a:p>
            <a:pPr marL="7700" algn="l" defTabSz="457109" rtl="0">
              <a:spcBef>
                <a:spcPts val="20"/>
              </a:spcBef>
            </a:pPr>
            <a:endParaRPr lang="en-US" sz="1300" dirty="0"/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994BC3"/>
                </a:solidFill>
                <a:latin typeface="Monaco"/>
                <a:cs typeface="Monaco"/>
              </a:rPr>
              <a:t>CMD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[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"/app/.venv/bin/uvicorn"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"src.main:app"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,</a:t>
            </a:r>
          </a:p>
          <a:p>
            <a:pPr marL="7700" algn="l" defTabSz="457109" rtl="0">
              <a:spcBef>
                <a:spcPts val="20"/>
              </a:spcBef>
            </a:pP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     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"--host"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"0.0.0.0"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"--port"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, </a:t>
            </a:r>
            <a:r>
              <a:rPr lang="en-US" sz="1300" kern="1200" spc="-30" dirty="0">
                <a:solidFill>
                  <a:srgbClr val="C86764"/>
                </a:solidFill>
                <a:latin typeface="Monaco"/>
                <a:cs typeface="Monaco"/>
              </a:rPr>
              <a:t>"8000"</a:t>
            </a:r>
            <a:r>
              <a:rPr lang="en-US" sz="1300" kern="1200" spc="-30" dirty="0">
                <a:solidFill>
                  <a:srgbClr val="403E52"/>
                </a:solidFill>
                <a:latin typeface="Monaco"/>
                <a:cs typeface="Monaco"/>
              </a:rPr>
              <a:t>]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 rotWithShape="1">
          <a:blip r:embed="rId3"/>
          <a:srcRect l="8486" r="10153"/>
          <a:stretch/>
        </p:blipFill>
        <p:spPr>
          <a:xfrm>
            <a:off x="7091240" y="1121569"/>
            <a:ext cx="4172370" cy="51282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9927" y="4840089"/>
            <a:ext cx="6286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 rtl="0">
              <a:lnSpc>
                <a:spcPct val="108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kern="1200" dirty="0">
                <a:solidFill>
                  <a:srgbClr val="141414"/>
                </a:solidFill>
                <a:latin typeface="Graphik LC" pitchFamily="34" charset="0"/>
              </a:rPr>
              <a:t>Copy the lockfile before source code.</a:t>
            </a:r>
          </a:p>
          <a:p>
            <a:pPr marL="285750" indent="-285750" algn="l" rtl="0">
              <a:lnSpc>
                <a:spcPct val="108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kern="1200" dirty="0">
                <a:solidFill>
                  <a:srgbClr val="141414"/>
                </a:solidFill>
                <a:latin typeface="Graphik LC" pitchFamily="34" charset="0"/>
              </a:rPr>
              <a:t>Install from the lockfile (uv sync --frozen).</a:t>
            </a:r>
          </a:p>
          <a:p>
            <a:pPr marL="285750" indent="-285750" algn="l" rtl="0">
              <a:lnSpc>
                <a:spcPct val="108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kern="1200" dirty="0">
                <a:solidFill>
                  <a:srgbClr val="141414"/>
                </a:solidFill>
                <a:latin typeface="Graphik LC" pitchFamily="34" charset="0"/>
              </a:rPr>
              <a:t>No dev dependencies in the runtime image.</a:t>
            </a:r>
          </a:p>
          <a:p>
            <a:pPr marL="285750" indent="-285750" algn="l" rtl="0">
              <a:lnSpc>
                <a:spcPct val="108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kern="1200" dirty="0">
                <a:solidFill>
                  <a:srgbClr val="141414"/>
                </a:solidFill>
                <a:latin typeface="Graphik LC" pitchFamily="34" charset="0"/>
              </a:rPr>
              <a:t>Run as a non-root user.</a:t>
            </a:r>
          </a:p>
          <a:p>
            <a:pPr marL="285750" indent="-285750" algn="l" rtl="0">
              <a:lnSpc>
                <a:spcPct val="108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kern="1200" dirty="0">
                <a:solidFill>
                  <a:srgbClr val="141414"/>
                </a:solidFill>
                <a:latin typeface="Graphik LC" pitchFamily="34" charset="0"/>
              </a:rPr>
              <a:t>Never bake in .env, secrets, notebooks, raw data, or model caches.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54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3200" y="3098800"/>
            <a:ext cx="4673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FAFAFA"/>
                </a:solidFill>
              </a:rPr>
              <a:t>REST/HTTP</a:t>
            </a:r>
            <a:r>
              <a:rPr spc="-120" dirty="0">
                <a:solidFill>
                  <a:srgbClr val="FAFAFA"/>
                </a:solidFill>
              </a:rPr>
              <a:t> </a:t>
            </a:r>
            <a:r>
              <a:rPr lang="en-US" spc="160" dirty="0">
                <a:solidFill>
                  <a:srgbClr val="FAFAFA"/>
                </a:solidFill>
              </a:rPr>
              <a:t>and</a:t>
            </a:r>
            <a:r>
              <a:rPr spc="-114" dirty="0">
                <a:solidFill>
                  <a:srgbClr val="FAFAFA"/>
                </a:solidFill>
              </a:rPr>
              <a:t> </a:t>
            </a:r>
            <a:r>
              <a:rPr spc="-20" dirty="0">
                <a:solidFill>
                  <a:srgbClr val="FAFAFA"/>
                </a:solidFill>
              </a:rPr>
              <a:t>gRPC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1183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5" dirty="0">
                <a:solidFill>
                  <a:schemeClr val="tx1"/>
                </a:solidFill>
                <a:latin typeface="GRAPHIKLCG-SEMIBOLD" panose="020B0503030202060203" pitchFamily="34" charset="0"/>
              </a:rPr>
              <a:t>HTTP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700" y="1981200"/>
            <a:ext cx="4359910" cy="3000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b="1" dirty="0">
                <a:latin typeface="Graphik LCG" panose="020B0503030202060203" pitchFamily="34" charset="0"/>
              </a:rPr>
              <a:t>HTTP (</a:t>
            </a:r>
            <a:r>
              <a:rPr lang="en" sz="1600" b="1" dirty="0" err="1">
                <a:latin typeface="Graphik LCG" panose="020B0503030202060203" pitchFamily="34" charset="0"/>
              </a:rPr>
              <a:t>HyperText</a:t>
            </a:r>
            <a:r>
              <a:rPr lang="en" sz="1600" b="1" dirty="0">
                <a:latin typeface="Graphik LCG" panose="020B0503030202060203" pitchFamily="34" charset="0"/>
              </a:rPr>
              <a:t> Transfer Protocol)</a:t>
            </a:r>
            <a:r>
              <a:rPr lang="en" sz="1600" dirty="0">
                <a:latin typeface="Graphik LCG" panose="020B0503030202060203" pitchFamily="34" charset="0"/>
              </a:rPr>
              <a:t> is an application‑layer protocol used for communication between a client and a web service.</a:t>
            </a:r>
          </a:p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</a:rPr>
              <a:t>For example, when you open a URL in a browser, the browser sends a </a:t>
            </a:r>
            <a:r>
              <a:rPr lang="en" sz="1600" b="1" dirty="0">
                <a:latin typeface="Graphik LCG" panose="020B0503030202060203" pitchFamily="34" charset="0"/>
              </a:rPr>
              <a:t>GET</a:t>
            </a:r>
            <a:r>
              <a:rPr lang="en" sz="1600" dirty="0">
                <a:latin typeface="Graphik LCG" panose="020B0503030202060203" pitchFamily="34" charset="0"/>
              </a:rPr>
              <a:t> request to the web server at the specified host.</a:t>
            </a:r>
          </a:p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266065" indent="-253365">
              <a:lnSpc>
                <a:spcPts val="1910"/>
              </a:lnSpc>
              <a:spcBef>
                <a:spcPts val="10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</a:rPr>
              <a:t>A request contains: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2522" y="4979238"/>
            <a:ext cx="3898900" cy="81304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latin typeface="Graphik LCG" panose="020B0503030202060203" pitchFamily="34" charset="0"/>
              </a:rPr>
              <a:t>a </a:t>
            </a:r>
            <a:r>
              <a:rPr lang="en" sz="1600" i="1" dirty="0">
                <a:latin typeface="Graphik LCG" panose="020B0503030202060203" pitchFamily="34" charset="0"/>
              </a:rPr>
              <a:t>path</a:t>
            </a:r>
            <a:r>
              <a:rPr lang="en" sz="1600" dirty="0">
                <a:latin typeface="Graphik LCG" panose="020B0503030202060203" pitchFamily="34" charset="0"/>
              </a:rPr>
              <a:t> plus optional </a:t>
            </a:r>
            <a:r>
              <a:rPr lang="en" sz="1600" i="1" dirty="0">
                <a:latin typeface="Graphik LCG" panose="020B0503030202060203" pitchFamily="34" charset="0"/>
              </a:rPr>
              <a:t>headers</a:t>
            </a:r>
            <a:r>
              <a:rPr lang="en" sz="1600" dirty="0">
                <a:latin typeface="Graphik LCG" panose="020B0503030202060203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latin typeface="Graphik LCG" panose="020B0503030202060203" pitchFamily="34" charset="0"/>
              </a:rPr>
              <a:t>and, optionally, a </a:t>
            </a:r>
            <a:r>
              <a:rPr lang="en" sz="1600" i="1" dirty="0">
                <a:latin typeface="Graphik LCG" panose="020B0503030202060203" pitchFamily="34" charset="0"/>
              </a:rPr>
              <a:t>body</a:t>
            </a:r>
            <a:r>
              <a:rPr lang="en" sz="1600" dirty="0">
                <a:latin typeface="Graphik LCG" panose="020B0503030202060203" pitchFamily="34" charset="0"/>
              </a:rPr>
              <a:t> placed at the end of the request.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227852" y="1797487"/>
            <a:ext cx="5221605" cy="2030730"/>
            <a:chOff x="6227852" y="1797487"/>
            <a:chExt cx="5221605" cy="2030730"/>
          </a:xfrm>
        </p:grpSpPr>
        <p:sp>
          <p:nvSpPr>
            <p:cNvPr id="7" name="object 7"/>
            <p:cNvSpPr/>
            <p:nvPr/>
          </p:nvSpPr>
          <p:spPr>
            <a:xfrm>
              <a:off x="6227852" y="2298625"/>
              <a:ext cx="5221605" cy="1529715"/>
            </a:xfrm>
            <a:custGeom>
              <a:avLst/>
              <a:gdLst/>
              <a:ahLst/>
              <a:cxnLst/>
              <a:rect l="l" t="t" r="r" b="b"/>
              <a:pathLst>
                <a:path w="5221605" h="1529714">
                  <a:moveTo>
                    <a:pt x="5098985" y="0"/>
                  </a:moveTo>
                  <a:lnTo>
                    <a:pt x="122358" y="0"/>
                  </a:lnTo>
                  <a:lnTo>
                    <a:pt x="74730" y="9615"/>
                  </a:lnTo>
                  <a:lnTo>
                    <a:pt x="35837" y="35837"/>
                  </a:lnTo>
                  <a:lnTo>
                    <a:pt x="9615" y="74730"/>
                  </a:lnTo>
                  <a:lnTo>
                    <a:pt x="0" y="122358"/>
                  </a:lnTo>
                  <a:lnTo>
                    <a:pt x="0" y="1407125"/>
                  </a:lnTo>
                  <a:lnTo>
                    <a:pt x="9615" y="1454753"/>
                  </a:lnTo>
                  <a:lnTo>
                    <a:pt x="35837" y="1493646"/>
                  </a:lnTo>
                  <a:lnTo>
                    <a:pt x="74730" y="1519869"/>
                  </a:lnTo>
                  <a:lnTo>
                    <a:pt x="122358" y="1529485"/>
                  </a:lnTo>
                  <a:lnTo>
                    <a:pt x="5098985" y="1529485"/>
                  </a:lnTo>
                  <a:lnTo>
                    <a:pt x="5146612" y="1519869"/>
                  </a:lnTo>
                  <a:lnTo>
                    <a:pt x="5185505" y="1493646"/>
                  </a:lnTo>
                  <a:lnTo>
                    <a:pt x="5211727" y="1454753"/>
                  </a:lnTo>
                  <a:lnTo>
                    <a:pt x="5221343" y="1407125"/>
                  </a:lnTo>
                  <a:lnTo>
                    <a:pt x="5221343" y="122358"/>
                  </a:lnTo>
                  <a:lnTo>
                    <a:pt x="5211727" y="74730"/>
                  </a:lnTo>
                  <a:lnTo>
                    <a:pt x="5185505" y="35837"/>
                  </a:lnTo>
                  <a:lnTo>
                    <a:pt x="5146612" y="9615"/>
                  </a:lnTo>
                  <a:lnTo>
                    <a:pt x="509898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648020" y="1806377"/>
              <a:ext cx="30480" cy="503555"/>
            </a:xfrm>
            <a:custGeom>
              <a:avLst/>
              <a:gdLst/>
              <a:ahLst/>
              <a:cxnLst/>
              <a:rect l="l" t="t" r="r" b="b"/>
              <a:pathLst>
                <a:path w="30479" h="503555">
                  <a:moveTo>
                    <a:pt x="30238" y="503499"/>
                  </a:moveTo>
                  <a:lnTo>
                    <a:pt x="0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6572" y="2268035"/>
              <a:ext cx="99504" cy="14275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01543" y="1806377"/>
              <a:ext cx="75565" cy="495934"/>
            </a:xfrm>
            <a:custGeom>
              <a:avLst/>
              <a:gdLst/>
              <a:ahLst/>
              <a:cxnLst/>
              <a:rect l="l" t="t" r="r" b="b"/>
              <a:pathLst>
                <a:path w="75565" h="495935">
                  <a:moveTo>
                    <a:pt x="0" y="495763"/>
                  </a:moveTo>
                  <a:lnTo>
                    <a:pt x="75243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6889" y="2256783"/>
              <a:ext cx="98625" cy="1453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07054" y="1806377"/>
              <a:ext cx="233045" cy="496570"/>
            </a:xfrm>
            <a:custGeom>
              <a:avLst/>
              <a:gdLst/>
              <a:ahLst/>
              <a:cxnLst/>
              <a:rect l="l" t="t" r="r" b="b"/>
              <a:pathLst>
                <a:path w="233045" h="496569">
                  <a:moveTo>
                    <a:pt x="0" y="496467"/>
                  </a:moveTo>
                  <a:lnTo>
                    <a:pt x="232938" y="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9060" y="2248697"/>
              <a:ext cx="106888" cy="1464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68495" y="2421686"/>
              <a:ext cx="633095" cy="369570"/>
            </a:xfrm>
            <a:custGeom>
              <a:avLst/>
              <a:gdLst/>
              <a:ahLst/>
              <a:cxnLst/>
              <a:rect l="l" t="t" r="r" b="b"/>
              <a:pathLst>
                <a:path w="633095" h="369569">
                  <a:moveTo>
                    <a:pt x="603354" y="0"/>
                  </a:moveTo>
                  <a:lnTo>
                    <a:pt x="29533" y="0"/>
                  </a:lnTo>
                  <a:lnTo>
                    <a:pt x="18037" y="2321"/>
                  </a:lnTo>
                  <a:lnTo>
                    <a:pt x="8649" y="8651"/>
                  </a:lnTo>
                  <a:lnTo>
                    <a:pt x="2320" y="18039"/>
                  </a:lnTo>
                  <a:lnTo>
                    <a:pt x="0" y="29535"/>
                  </a:lnTo>
                  <a:lnTo>
                    <a:pt x="0" y="339651"/>
                  </a:lnTo>
                  <a:lnTo>
                    <a:pt x="2320" y="351147"/>
                  </a:lnTo>
                  <a:lnTo>
                    <a:pt x="8649" y="360535"/>
                  </a:lnTo>
                  <a:lnTo>
                    <a:pt x="18037" y="366865"/>
                  </a:lnTo>
                  <a:lnTo>
                    <a:pt x="29533" y="369186"/>
                  </a:lnTo>
                  <a:lnTo>
                    <a:pt x="603354" y="369186"/>
                  </a:lnTo>
                  <a:lnTo>
                    <a:pt x="614850" y="366865"/>
                  </a:lnTo>
                  <a:lnTo>
                    <a:pt x="624238" y="360535"/>
                  </a:lnTo>
                  <a:lnTo>
                    <a:pt x="630568" y="351147"/>
                  </a:lnTo>
                  <a:lnTo>
                    <a:pt x="632889" y="339651"/>
                  </a:lnTo>
                  <a:lnTo>
                    <a:pt x="632889" y="29535"/>
                  </a:lnTo>
                  <a:lnTo>
                    <a:pt x="630568" y="18039"/>
                  </a:lnTo>
                  <a:lnTo>
                    <a:pt x="624238" y="8651"/>
                  </a:lnTo>
                  <a:lnTo>
                    <a:pt x="614850" y="2321"/>
                  </a:lnTo>
                  <a:lnTo>
                    <a:pt x="603354" y="0"/>
                  </a:lnTo>
                  <a:close/>
                </a:path>
              </a:pathLst>
            </a:custGeom>
            <a:solidFill>
              <a:srgbClr val="F2FFF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335409" y="2412897"/>
              <a:ext cx="299085" cy="369570"/>
            </a:xfrm>
            <a:custGeom>
              <a:avLst/>
              <a:gdLst/>
              <a:ahLst/>
              <a:cxnLst/>
              <a:rect l="l" t="t" r="r" b="b"/>
              <a:pathLst>
                <a:path w="299084" h="369569">
                  <a:moveTo>
                    <a:pt x="274956" y="0"/>
                  </a:moveTo>
                  <a:lnTo>
                    <a:pt x="23910" y="0"/>
                  </a:lnTo>
                  <a:lnTo>
                    <a:pt x="14603" y="1878"/>
                  </a:lnTo>
                  <a:lnTo>
                    <a:pt x="7003" y="7002"/>
                  </a:lnTo>
                  <a:lnTo>
                    <a:pt x="1878" y="14602"/>
                  </a:lnTo>
                  <a:lnTo>
                    <a:pt x="0" y="23909"/>
                  </a:lnTo>
                  <a:lnTo>
                    <a:pt x="0" y="345276"/>
                  </a:lnTo>
                  <a:lnTo>
                    <a:pt x="1878" y="354583"/>
                  </a:lnTo>
                  <a:lnTo>
                    <a:pt x="7003" y="362182"/>
                  </a:lnTo>
                  <a:lnTo>
                    <a:pt x="14603" y="367306"/>
                  </a:lnTo>
                  <a:lnTo>
                    <a:pt x="23910" y="369185"/>
                  </a:lnTo>
                  <a:lnTo>
                    <a:pt x="274956" y="369185"/>
                  </a:lnTo>
                  <a:lnTo>
                    <a:pt x="284262" y="367306"/>
                  </a:lnTo>
                  <a:lnTo>
                    <a:pt x="291862" y="362182"/>
                  </a:lnTo>
                  <a:lnTo>
                    <a:pt x="296986" y="354583"/>
                  </a:lnTo>
                  <a:lnTo>
                    <a:pt x="298865" y="345276"/>
                  </a:lnTo>
                  <a:lnTo>
                    <a:pt x="298865" y="23909"/>
                  </a:lnTo>
                  <a:lnTo>
                    <a:pt x="296986" y="14602"/>
                  </a:lnTo>
                  <a:lnTo>
                    <a:pt x="291862" y="7002"/>
                  </a:lnTo>
                  <a:lnTo>
                    <a:pt x="284262" y="1878"/>
                  </a:lnTo>
                  <a:lnTo>
                    <a:pt x="274956" y="0"/>
                  </a:lnTo>
                  <a:close/>
                </a:path>
              </a:pathLst>
            </a:custGeom>
            <a:solidFill>
              <a:srgbClr val="F5F5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880398" y="2404106"/>
              <a:ext cx="1758314" cy="387350"/>
            </a:xfrm>
            <a:custGeom>
              <a:avLst/>
              <a:gdLst/>
              <a:ahLst/>
              <a:cxnLst/>
              <a:rect l="l" t="t" r="r" b="b"/>
              <a:pathLst>
                <a:path w="1758315" h="387350">
                  <a:moveTo>
                    <a:pt x="1727086" y="0"/>
                  </a:moveTo>
                  <a:lnTo>
                    <a:pt x="30942" y="0"/>
                  </a:lnTo>
                  <a:lnTo>
                    <a:pt x="18898" y="2431"/>
                  </a:lnTo>
                  <a:lnTo>
                    <a:pt x="9062" y="9063"/>
                  </a:lnTo>
                  <a:lnTo>
                    <a:pt x="2431" y="18898"/>
                  </a:lnTo>
                  <a:lnTo>
                    <a:pt x="0" y="30942"/>
                  </a:lnTo>
                  <a:lnTo>
                    <a:pt x="0" y="355826"/>
                  </a:lnTo>
                  <a:lnTo>
                    <a:pt x="2431" y="367869"/>
                  </a:lnTo>
                  <a:lnTo>
                    <a:pt x="9062" y="377704"/>
                  </a:lnTo>
                  <a:lnTo>
                    <a:pt x="18898" y="384335"/>
                  </a:lnTo>
                  <a:lnTo>
                    <a:pt x="30942" y="386767"/>
                  </a:lnTo>
                  <a:lnTo>
                    <a:pt x="1727086" y="386767"/>
                  </a:lnTo>
                  <a:lnTo>
                    <a:pt x="1739131" y="384335"/>
                  </a:lnTo>
                  <a:lnTo>
                    <a:pt x="1748966" y="377704"/>
                  </a:lnTo>
                  <a:lnTo>
                    <a:pt x="1755597" y="367869"/>
                  </a:lnTo>
                  <a:lnTo>
                    <a:pt x="1758029" y="355826"/>
                  </a:lnTo>
                  <a:lnTo>
                    <a:pt x="1758029" y="30942"/>
                  </a:lnTo>
                  <a:lnTo>
                    <a:pt x="1755597" y="18898"/>
                  </a:lnTo>
                  <a:lnTo>
                    <a:pt x="1748966" y="9063"/>
                  </a:lnTo>
                  <a:lnTo>
                    <a:pt x="1739131" y="2431"/>
                  </a:lnTo>
                  <a:lnTo>
                    <a:pt x="1727086" y="0"/>
                  </a:lnTo>
                  <a:close/>
                </a:path>
              </a:pathLst>
            </a:custGeom>
            <a:solidFill>
              <a:srgbClr val="F5EBE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41603" y="1327799"/>
            <a:ext cx="963930" cy="363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spc="-10" dirty="0">
                <a:latin typeface="Helvetica"/>
                <a:cs typeface="Helvetica"/>
              </a:rPr>
              <a:t>Method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05747" y="1327799"/>
            <a:ext cx="604520" cy="363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spc="-20" dirty="0">
                <a:latin typeface="Helvetica"/>
                <a:cs typeface="Helvetica"/>
              </a:rPr>
              <a:t>Path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3874" y="1327799"/>
            <a:ext cx="2042160" cy="363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dirty="0">
                <a:latin typeface="Helvetica"/>
                <a:cs typeface="Helvetica"/>
              </a:rPr>
              <a:t>Protocol</a:t>
            </a:r>
            <a:r>
              <a:rPr sz="2200" spc="-20" dirty="0">
                <a:latin typeface="Helvetica"/>
                <a:cs typeface="Helvetica"/>
              </a:rPr>
              <a:t> </a:t>
            </a:r>
            <a:r>
              <a:rPr sz="2200" spc="-10" dirty="0">
                <a:latin typeface="Helvetica"/>
                <a:cs typeface="Helvetica"/>
              </a:rPr>
              <a:t>version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11944" y="4158225"/>
            <a:ext cx="1089025" cy="363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spc="-10" dirty="0">
                <a:latin typeface="Helvetica"/>
                <a:cs typeface="Helvetica"/>
              </a:rPr>
              <a:t>Headers</a:t>
            </a:r>
            <a:endParaRPr sz="22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84240" y="2391406"/>
            <a:ext cx="1920875" cy="35330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57530" algn="l"/>
              </a:tabLst>
            </a:pPr>
            <a:r>
              <a:rPr sz="2200" spc="66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200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sz="2200" spc="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200" spc="200" dirty="0">
                <a:solidFill>
                  <a:srgbClr val="CD5B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68494" y="2861194"/>
            <a:ext cx="4993005" cy="843915"/>
          </a:xfrm>
          <a:custGeom>
            <a:avLst/>
            <a:gdLst/>
            <a:ahLst/>
            <a:cxnLst/>
            <a:rect l="l" t="t" r="r" b="b"/>
            <a:pathLst>
              <a:path w="4993005" h="843914">
                <a:moveTo>
                  <a:pt x="4925291" y="0"/>
                </a:moveTo>
                <a:lnTo>
                  <a:pt x="67508" y="0"/>
                </a:lnTo>
                <a:lnTo>
                  <a:pt x="41230" y="5305"/>
                </a:lnTo>
                <a:lnTo>
                  <a:pt x="19772" y="19772"/>
                </a:lnTo>
                <a:lnTo>
                  <a:pt x="5304" y="41231"/>
                </a:lnTo>
                <a:lnTo>
                  <a:pt x="0" y="67508"/>
                </a:lnTo>
                <a:lnTo>
                  <a:pt x="0" y="776344"/>
                </a:lnTo>
                <a:lnTo>
                  <a:pt x="5304" y="802622"/>
                </a:lnTo>
                <a:lnTo>
                  <a:pt x="19772" y="824080"/>
                </a:lnTo>
                <a:lnTo>
                  <a:pt x="41230" y="838547"/>
                </a:lnTo>
                <a:lnTo>
                  <a:pt x="67508" y="843852"/>
                </a:lnTo>
                <a:lnTo>
                  <a:pt x="4925291" y="843852"/>
                </a:lnTo>
                <a:lnTo>
                  <a:pt x="4951568" y="838547"/>
                </a:lnTo>
                <a:lnTo>
                  <a:pt x="4973027" y="824080"/>
                </a:lnTo>
                <a:lnTo>
                  <a:pt x="4987495" y="802622"/>
                </a:lnTo>
                <a:lnTo>
                  <a:pt x="4992800" y="776344"/>
                </a:lnTo>
                <a:lnTo>
                  <a:pt x="4992800" y="67508"/>
                </a:lnTo>
                <a:lnTo>
                  <a:pt x="4987495" y="41231"/>
                </a:lnTo>
                <a:lnTo>
                  <a:pt x="4973027" y="19772"/>
                </a:lnTo>
                <a:lnTo>
                  <a:pt x="4951568" y="5305"/>
                </a:lnTo>
                <a:lnTo>
                  <a:pt x="4925291" y="0"/>
                </a:lnTo>
                <a:close/>
              </a:path>
            </a:pathLst>
          </a:custGeom>
          <a:solidFill>
            <a:srgbClr val="CFE3F5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7325" y="2254280"/>
            <a:ext cx="869950" cy="1001556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200" spc="-25" dirty="0">
                <a:solidFill>
                  <a:srgbClr val="509A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200" spc="360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sz="2200" spc="36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0115" y="2901235"/>
            <a:ext cx="3570604" cy="35330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spc="39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developer.mozilla.org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7325" y="3235260"/>
            <a:ext cx="3232785" cy="353302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81630" algn="l"/>
              </a:tabLst>
            </a:pPr>
            <a:r>
              <a:rPr sz="2200" spc="265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Accept-</a:t>
            </a:r>
            <a:r>
              <a:rPr sz="2200" spc="325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200" spc="32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56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815141" y="3715947"/>
            <a:ext cx="99695" cy="393700"/>
            <a:chOff x="8815141" y="3715947"/>
            <a:chExt cx="99695" cy="393700"/>
          </a:xfrm>
        </p:grpSpPr>
        <p:sp>
          <p:nvSpPr>
            <p:cNvPr id="27" name="object 27"/>
            <p:cNvSpPr/>
            <p:nvPr/>
          </p:nvSpPr>
          <p:spPr>
            <a:xfrm>
              <a:off x="8864893" y="3817033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0"/>
                  </a:moveTo>
                  <a:lnTo>
                    <a:pt x="0" y="292360"/>
                  </a:lnTo>
                </a:path>
              </a:pathLst>
            </a:custGeom>
            <a:ln w="17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5141" y="3715947"/>
              <a:ext cx="99504" cy="140642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5" dirty="0"/>
              <a:t>37</a:t>
            </a:fld>
            <a:endParaRPr spc="3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2998" y="249708"/>
            <a:ext cx="862956" cy="7134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1183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5" dirty="0">
                <a:solidFill>
                  <a:schemeClr val="tx1"/>
                </a:solidFill>
                <a:latin typeface="GRAPHIKLCG-SEMIBOLD" panose="020B0503030202060203" pitchFamily="34" charset="0"/>
              </a:rPr>
              <a:t>HTTP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700" y="1920239"/>
            <a:ext cx="431419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  <a:cs typeface="Arial"/>
              </a:rPr>
              <a:t>The server answers with an HTTP response that includes</a:t>
            </a:r>
            <a:r>
              <a:rPr sz="1600" spc="-10" dirty="0">
                <a:solidFill>
                  <a:schemeClr val="tx1"/>
                </a:solidFill>
                <a:latin typeface="Graphik LCG" panose="020B0503030202060203" pitchFamily="34" charset="0"/>
                <a:cs typeface="Arial"/>
              </a:rPr>
              <a:t>:</a:t>
            </a:r>
            <a:endParaRPr sz="1600" dirty="0">
              <a:solidFill>
                <a:schemeClr val="tx1"/>
              </a:solidFill>
              <a:latin typeface="Graphik LCG" panose="020B0503030202060203" pitchFamily="34" charset="0"/>
              <a:cs typeface="Arial"/>
            </a:endParaRPr>
          </a:p>
          <a:p>
            <a:pPr marL="266065" indent="-253365">
              <a:spcBef>
                <a:spcPts val="780"/>
              </a:spcBef>
              <a:buClr>
                <a:srgbClr val="0077FF"/>
              </a:buClr>
              <a:buFontTx/>
              <a:buChar char="•"/>
              <a:tabLst>
                <a:tab pos="266065" algn="l"/>
              </a:tabLst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  <a:cs typeface="Arial"/>
              </a:rPr>
              <a:t>a status code and status message</a:t>
            </a:r>
            <a:r>
              <a:rPr sz="1600" spc="-10" dirty="0">
                <a:solidFill>
                  <a:schemeClr val="tx1"/>
                </a:solidFill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solidFill>
                <a:schemeClr val="tx1"/>
              </a:solidFill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880360"/>
            <a:ext cx="3591560" cy="13106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1xx – informational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2xx – 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3xx – redirection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4xx – client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5xx – server error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700" y="4550490"/>
            <a:ext cx="3769360" cy="56682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r>
              <a:rPr lang="en" sz="1600" dirty="0">
                <a:latin typeface="Graphik LCG" panose="020B0503030202060203" pitchFamily="34" charset="0"/>
              </a:rPr>
              <a:t>Headers and, optionally, a body ( the HTML of a page).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763249" y="2352974"/>
            <a:ext cx="4920615" cy="1356360"/>
            <a:chOff x="6763249" y="2352974"/>
            <a:chExt cx="4920615" cy="1356360"/>
          </a:xfrm>
        </p:grpSpPr>
        <p:sp>
          <p:nvSpPr>
            <p:cNvPr id="10" name="object 10"/>
            <p:cNvSpPr/>
            <p:nvPr/>
          </p:nvSpPr>
          <p:spPr>
            <a:xfrm>
              <a:off x="6763249" y="2352974"/>
              <a:ext cx="4920615" cy="1356360"/>
            </a:xfrm>
            <a:custGeom>
              <a:avLst/>
              <a:gdLst/>
              <a:ahLst/>
              <a:cxnLst/>
              <a:rect l="l" t="t" r="r" b="b"/>
              <a:pathLst>
                <a:path w="4920615" h="1356360">
                  <a:moveTo>
                    <a:pt x="4879715" y="0"/>
                  </a:moveTo>
                  <a:lnTo>
                    <a:pt x="40679" y="0"/>
                  </a:lnTo>
                  <a:lnTo>
                    <a:pt x="24845" y="3196"/>
                  </a:lnTo>
                  <a:lnTo>
                    <a:pt x="11914" y="11914"/>
                  </a:lnTo>
                  <a:lnTo>
                    <a:pt x="3196" y="24845"/>
                  </a:lnTo>
                  <a:lnTo>
                    <a:pt x="0" y="40680"/>
                  </a:lnTo>
                  <a:lnTo>
                    <a:pt x="0" y="1315333"/>
                  </a:lnTo>
                  <a:lnTo>
                    <a:pt x="3196" y="1331168"/>
                  </a:lnTo>
                  <a:lnTo>
                    <a:pt x="11914" y="1344099"/>
                  </a:lnTo>
                  <a:lnTo>
                    <a:pt x="24845" y="1352817"/>
                  </a:lnTo>
                  <a:lnTo>
                    <a:pt x="40679" y="1356014"/>
                  </a:lnTo>
                  <a:lnTo>
                    <a:pt x="4879715" y="1356014"/>
                  </a:lnTo>
                  <a:lnTo>
                    <a:pt x="4895550" y="1352817"/>
                  </a:lnTo>
                  <a:lnTo>
                    <a:pt x="4908480" y="1344099"/>
                  </a:lnTo>
                  <a:lnTo>
                    <a:pt x="4917198" y="1331168"/>
                  </a:lnTo>
                  <a:lnTo>
                    <a:pt x="4920395" y="1315333"/>
                  </a:lnTo>
                  <a:lnTo>
                    <a:pt x="4920395" y="40680"/>
                  </a:lnTo>
                  <a:lnTo>
                    <a:pt x="4917198" y="24845"/>
                  </a:lnTo>
                  <a:lnTo>
                    <a:pt x="4908480" y="11914"/>
                  </a:lnTo>
                  <a:lnTo>
                    <a:pt x="4895550" y="3196"/>
                  </a:lnTo>
                  <a:lnTo>
                    <a:pt x="487971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19958" y="2417546"/>
              <a:ext cx="465455" cy="271780"/>
            </a:xfrm>
            <a:custGeom>
              <a:avLst/>
              <a:gdLst/>
              <a:ahLst/>
              <a:cxnLst/>
              <a:rect l="l" t="t" r="r" b="b"/>
              <a:pathLst>
                <a:path w="465454" h="271780">
                  <a:moveTo>
                    <a:pt x="443222" y="0"/>
                  </a:moveTo>
                  <a:lnTo>
                    <a:pt x="21695" y="0"/>
                  </a:lnTo>
                  <a:lnTo>
                    <a:pt x="13250" y="1705"/>
                  </a:lnTo>
                  <a:lnTo>
                    <a:pt x="6354" y="6354"/>
                  </a:lnTo>
                  <a:lnTo>
                    <a:pt x="1705" y="13251"/>
                  </a:lnTo>
                  <a:lnTo>
                    <a:pt x="0" y="21696"/>
                  </a:lnTo>
                  <a:lnTo>
                    <a:pt x="0" y="249506"/>
                  </a:lnTo>
                  <a:lnTo>
                    <a:pt x="1705" y="257951"/>
                  </a:lnTo>
                  <a:lnTo>
                    <a:pt x="6354" y="264848"/>
                  </a:lnTo>
                  <a:lnTo>
                    <a:pt x="13250" y="269498"/>
                  </a:lnTo>
                  <a:lnTo>
                    <a:pt x="21695" y="271203"/>
                  </a:lnTo>
                  <a:lnTo>
                    <a:pt x="443222" y="271203"/>
                  </a:lnTo>
                  <a:lnTo>
                    <a:pt x="451667" y="269498"/>
                  </a:lnTo>
                  <a:lnTo>
                    <a:pt x="458564" y="264848"/>
                  </a:lnTo>
                  <a:lnTo>
                    <a:pt x="463213" y="257951"/>
                  </a:lnTo>
                  <a:lnTo>
                    <a:pt x="464919" y="249506"/>
                  </a:lnTo>
                  <a:lnTo>
                    <a:pt x="464919" y="21696"/>
                  </a:lnTo>
                  <a:lnTo>
                    <a:pt x="463213" y="13251"/>
                  </a:lnTo>
                  <a:lnTo>
                    <a:pt x="458564" y="6354"/>
                  </a:lnTo>
                  <a:lnTo>
                    <a:pt x="451667" y="1705"/>
                  </a:lnTo>
                  <a:lnTo>
                    <a:pt x="443222" y="0"/>
                  </a:lnTo>
                  <a:close/>
                </a:path>
              </a:pathLst>
            </a:custGeom>
            <a:solidFill>
              <a:srgbClr val="F2F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70921" y="2417546"/>
              <a:ext cx="542925" cy="271780"/>
            </a:xfrm>
            <a:custGeom>
              <a:avLst/>
              <a:gdLst/>
              <a:ahLst/>
              <a:cxnLst/>
              <a:rect l="l" t="t" r="r" b="b"/>
              <a:pathLst>
                <a:path w="542925" h="271780">
                  <a:moveTo>
                    <a:pt x="520710" y="0"/>
                  </a:moveTo>
                  <a:lnTo>
                    <a:pt x="21696" y="0"/>
                  </a:lnTo>
                  <a:lnTo>
                    <a:pt x="13251" y="1705"/>
                  </a:lnTo>
                  <a:lnTo>
                    <a:pt x="6354" y="6354"/>
                  </a:lnTo>
                  <a:lnTo>
                    <a:pt x="1705" y="13251"/>
                  </a:lnTo>
                  <a:lnTo>
                    <a:pt x="0" y="21696"/>
                  </a:lnTo>
                  <a:lnTo>
                    <a:pt x="0" y="249506"/>
                  </a:lnTo>
                  <a:lnTo>
                    <a:pt x="1705" y="257951"/>
                  </a:lnTo>
                  <a:lnTo>
                    <a:pt x="6354" y="264848"/>
                  </a:lnTo>
                  <a:lnTo>
                    <a:pt x="13251" y="269498"/>
                  </a:lnTo>
                  <a:lnTo>
                    <a:pt x="21696" y="271203"/>
                  </a:lnTo>
                  <a:lnTo>
                    <a:pt x="520710" y="271203"/>
                  </a:lnTo>
                  <a:lnTo>
                    <a:pt x="529154" y="269498"/>
                  </a:lnTo>
                  <a:lnTo>
                    <a:pt x="536050" y="264848"/>
                  </a:lnTo>
                  <a:lnTo>
                    <a:pt x="540700" y="257951"/>
                  </a:lnTo>
                  <a:lnTo>
                    <a:pt x="542405" y="249506"/>
                  </a:lnTo>
                  <a:lnTo>
                    <a:pt x="542405" y="21696"/>
                  </a:lnTo>
                  <a:lnTo>
                    <a:pt x="540700" y="13251"/>
                  </a:lnTo>
                  <a:lnTo>
                    <a:pt x="536050" y="6354"/>
                  </a:lnTo>
                  <a:lnTo>
                    <a:pt x="529154" y="1705"/>
                  </a:lnTo>
                  <a:lnTo>
                    <a:pt x="520710" y="0"/>
                  </a:lnTo>
                  <a:close/>
                </a:path>
              </a:pathLst>
            </a:custGeom>
            <a:solidFill>
              <a:srgbClr val="F5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66563" y="2404632"/>
              <a:ext cx="1188720" cy="284480"/>
            </a:xfrm>
            <a:custGeom>
              <a:avLst/>
              <a:gdLst/>
              <a:ahLst/>
              <a:cxnLst/>
              <a:rect l="l" t="t" r="r" b="b"/>
              <a:pathLst>
                <a:path w="1188720" h="284480">
                  <a:moveTo>
                    <a:pt x="1165397" y="0"/>
                  </a:moveTo>
                  <a:lnTo>
                    <a:pt x="22729" y="0"/>
                  </a:lnTo>
                  <a:lnTo>
                    <a:pt x="13882" y="1786"/>
                  </a:lnTo>
                  <a:lnTo>
                    <a:pt x="6657" y="6657"/>
                  </a:lnTo>
                  <a:lnTo>
                    <a:pt x="1786" y="13882"/>
                  </a:lnTo>
                  <a:lnTo>
                    <a:pt x="0" y="22730"/>
                  </a:lnTo>
                  <a:lnTo>
                    <a:pt x="0" y="261388"/>
                  </a:lnTo>
                  <a:lnTo>
                    <a:pt x="1786" y="270235"/>
                  </a:lnTo>
                  <a:lnTo>
                    <a:pt x="6657" y="277460"/>
                  </a:lnTo>
                  <a:lnTo>
                    <a:pt x="13882" y="282331"/>
                  </a:lnTo>
                  <a:lnTo>
                    <a:pt x="22729" y="284118"/>
                  </a:lnTo>
                  <a:lnTo>
                    <a:pt x="1165397" y="284118"/>
                  </a:lnTo>
                  <a:lnTo>
                    <a:pt x="1174244" y="282331"/>
                  </a:lnTo>
                  <a:lnTo>
                    <a:pt x="1181469" y="277460"/>
                  </a:lnTo>
                  <a:lnTo>
                    <a:pt x="1186340" y="270235"/>
                  </a:lnTo>
                  <a:lnTo>
                    <a:pt x="1188126" y="261388"/>
                  </a:lnTo>
                  <a:lnTo>
                    <a:pt x="1188126" y="22730"/>
                  </a:lnTo>
                  <a:lnTo>
                    <a:pt x="1186340" y="13882"/>
                  </a:lnTo>
                  <a:lnTo>
                    <a:pt x="1181469" y="6657"/>
                  </a:lnTo>
                  <a:lnTo>
                    <a:pt x="1174244" y="1786"/>
                  </a:lnTo>
                  <a:lnTo>
                    <a:pt x="1165397" y="0"/>
                  </a:lnTo>
                  <a:close/>
                </a:path>
              </a:pathLst>
            </a:custGeom>
            <a:solidFill>
              <a:srgbClr val="F5EB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09443" y="1726839"/>
            <a:ext cx="150749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Helvetica"/>
                <a:cs typeface="Helvetica"/>
              </a:rPr>
              <a:t>Status</a:t>
            </a:r>
            <a:r>
              <a:rPr sz="1600" spc="35" dirty="0">
                <a:latin typeface="Helvetica"/>
                <a:cs typeface="Helvetica"/>
              </a:rPr>
              <a:t> </a:t>
            </a:r>
            <a:r>
              <a:rPr sz="1600" spc="-10" dirty="0">
                <a:latin typeface="Helvetica"/>
                <a:cs typeface="Helvetica"/>
              </a:rPr>
              <a:t>message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87278" y="1726839"/>
            <a:ext cx="111696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Helvetica"/>
                <a:cs typeface="Helvetica"/>
              </a:rPr>
              <a:t>Status</a:t>
            </a:r>
            <a:r>
              <a:rPr sz="1600" spc="35" dirty="0">
                <a:latin typeface="Helvetica"/>
                <a:cs typeface="Helvetica"/>
              </a:rPr>
              <a:t> </a:t>
            </a:r>
            <a:r>
              <a:rPr sz="1600" spc="-20" dirty="0">
                <a:latin typeface="Helvetica"/>
                <a:cs typeface="Helvetica"/>
              </a:rPr>
              <a:t>code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845" y="1726839"/>
            <a:ext cx="150685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latin typeface="Helvetica"/>
                <a:cs typeface="Helvetica"/>
              </a:rPr>
              <a:t>Protocol</a:t>
            </a:r>
            <a:r>
              <a:rPr sz="1600" spc="45" dirty="0">
                <a:latin typeface="Helvetica"/>
                <a:cs typeface="Helvetica"/>
              </a:rPr>
              <a:t> </a:t>
            </a:r>
            <a:r>
              <a:rPr sz="1600" spc="-10" dirty="0">
                <a:latin typeface="Helvetica"/>
                <a:cs typeface="Helvetica"/>
              </a:rPr>
              <a:t>version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33251" y="3986864"/>
            <a:ext cx="80708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latin typeface="Helvetica"/>
                <a:cs typeface="Helvetica"/>
              </a:rPr>
              <a:t>Headers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51933" y="2391932"/>
            <a:ext cx="2337435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03655" algn="l"/>
                <a:tab pos="2076450" algn="l"/>
              </a:tabLst>
            </a:pPr>
            <a:r>
              <a:rPr sz="1600" spc="155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sz="1600" spc="1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155" dirty="0">
                <a:solidFill>
                  <a:srgbClr val="CD5B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sz="1600" dirty="0">
                <a:solidFill>
                  <a:srgbClr val="CD5B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225" baseline="173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sz="2400" baseline="173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-232" baseline="1736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  <a:endParaRPr sz="2400" baseline="17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6563" y="2766236"/>
            <a:ext cx="4752975" cy="814069"/>
          </a:xfrm>
          <a:custGeom>
            <a:avLst/>
            <a:gdLst/>
            <a:ahLst/>
            <a:cxnLst/>
            <a:rect l="l" t="t" r="r" b="b"/>
            <a:pathLst>
              <a:path w="4752975" h="814070">
                <a:moveTo>
                  <a:pt x="4728100" y="0"/>
                </a:moveTo>
                <a:lnTo>
                  <a:pt x="24408" y="0"/>
                </a:lnTo>
                <a:lnTo>
                  <a:pt x="14907" y="1918"/>
                </a:lnTo>
                <a:lnTo>
                  <a:pt x="7149" y="7149"/>
                </a:lnTo>
                <a:lnTo>
                  <a:pt x="1918" y="14907"/>
                </a:lnTo>
                <a:lnTo>
                  <a:pt x="0" y="24408"/>
                </a:lnTo>
                <a:lnTo>
                  <a:pt x="0" y="789200"/>
                </a:lnTo>
                <a:lnTo>
                  <a:pt x="1918" y="798701"/>
                </a:lnTo>
                <a:lnTo>
                  <a:pt x="7149" y="806459"/>
                </a:lnTo>
                <a:lnTo>
                  <a:pt x="14907" y="811690"/>
                </a:lnTo>
                <a:lnTo>
                  <a:pt x="24408" y="813608"/>
                </a:lnTo>
                <a:lnTo>
                  <a:pt x="4728100" y="813608"/>
                </a:lnTo>
                <a:lnTo>
                  <a:pt x="4737601" y="811690"/>
                </a:lnTo>
                <a:lnTo>
                  <a:pt x="4745359" y="806459"/>
                </a:lnTo>
                <a:lnTo>
                  <a:pt x="4750590" y="798701"/>
                </a:lnTo>
                <a:lnTo>
                  <a:pt x="4752508" y="789200"/>
                </a:lnTo>
                <a:lnTo>
                  <a:pt x="4752508" y="24408"/>
                </a:lnTo>
                <a:lnTo>
                  <a:pt x="4750590" y="14907"/>
                </a:lnTo>
                <a:lnTo>
                  <a:pt x="4745359" y="7149"/>
                </a:lnTo>
                <a:lnTo>
                  <a:pt x="4737601" y="1918"/>
                </a:lnTo>
                <a:lnTo>
                  <a:pt x="4728100" y="0"/>
                </a:lnTo>
                <a:close/>
              </a:path>
            </a:pathLst>
          </a:custGeom>
          <a:solidFill>
            <a:srgbClr val="CFE3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99064" y="2772908"/>
            <a:ext cx="4365625" cy="9917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345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sz="1600" spc="34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9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2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Tue,</a:t>
            </a:r>
            <a:r>
              <a:rPr sz="1600" spc="9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17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sz="1600" spc="9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22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</a:t>
            </a:r>
            <a:r>
              <a:rPr sz="1600" spc="9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17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sz="1600" spc="9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26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10:03:55</a:t>
            </a:r>
            <a:r>
              <a:rPr sz="1600" spc="9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-17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600"/>
              </a:lnSpc>
            </a:pPr>
            <a:r>
              <a:rPr sz="1600" spc="310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cache-</a:t>
            </a:r>
            <a:r>
              <a:rPr sz="1600" spc="320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600" spc="32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9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34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public,</a:t>
            </a:r>
            <a:r>
              <a:rPr sz="1600" spc="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17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max-</a:t>
            </a:r>
            <a:r>
              <a:rPr sz="1600" spc="15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age=3600 </a:t>
            </a:r>
            <a:r>
              <a:rPr sz="1600" spc="295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</a:t>
            </a:r>
            <a:r>
              <a:rPr sz="1600" spc="350" dirty="0">
                <a:solidFill>
                  <a:srgbClr val="5D8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1600" spc="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9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315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text/html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21752" y="2075314"/>
            <a:ext cx="2788285" cy="1879600"/>
            <a:chOff x="7121752" y="2075314"/>
            <a:chExt cx="2788285" cy="1879600"/>
          </a:xfrm>
        </p:grpSpPr>
        <p:sp>
          <p:nvSpPr>
            <p:cNvPr id="22" name="object 22"/>
            <p:cNvSpPr/>
            <p:nvPr/>
          </p:nvSpPr>
          <p:spPr>
            <a:xfrm>
              <a:off x="9242818" y="3662109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0"/>
                  </a:moveTo>
                  <a:lnTo>
                    <a:pt x="0" y="292253"/>
                  </a:lnTo>
                </a:path>
              </a:pathLst>
            </a:custGeom>
            <a:ln w="12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6270" y="3587852"/>
              <a:ext cx="73095" cy="10331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341355" y="2081771"/>
              <a:ext cx="562610" cy="297815"/>
            </a:xfrm>
            <a:custGeom>
              <a:avLst/>
              <a:gdLst/>
              <a:ahLst/>
              <a:cxnLst/>
              <a:rect l="l" t="t" r="r" b="b"/>
              <a:pathLst>
                <a:path w="562609" h="297814">
                  <a:moveTo>
                    <a:pt x="0" y="297290"/>
                  </a:moveTo>
                  <a:lnTo>
                    <a:pt x="562035" y="0"/>
                  </a:lnTo>
                </a:path>
              </a:pathLst>
            </a:custGeom>
            <a:ln w="12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4975" y="2335410"/>
              <a:ext cx="106931" cy="818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483708" y="2081771"/>
              <a:ext cx="155575" cy="264795"/>
            </a:xfrm>
            <a:custGeom>
              <a:avLst/>
              <a:gdLst/>
              <a:ahLst/>
              <a:cxnLst/>
              <a:rect l="l" t="t" r="r" b="b"/>
              <a:pathLst>
                <a:path w="155575" h="264794">
                  <a:moveTo>
                    <a:pt x="0" y="264745"/>
                  </a:moveTo>
                  <a:lnTo>
                    <a:pt x="154973" y="0"/>
                  </a:lnTo>
                </a:path>
              </a:pathLst>
            </a:custGeom>
            <a:ln w="12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2898" y="2305449"/>
              <a:ext cx="84589" cy="1061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1752" y="2075314"/>
              <a:ext cx="73224" cy="321310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5" dirty="0"/>
              <a:t>38</a:t>
            </a:fld>
            <a:endParaRPr spc="3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2582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0" dirty="0">
                <a:solidFill>
                  <a:schemeClr val="tx1"/>
                </a:solidFill>
                <a:latin typeface="GRAPHIKLCG-SEMIBOLD" panose="020B0503030202060203" pitchFamily="34" charset="0"/>
              </a:rPr>
              <a:t>HTTP</a:t>
            </a:r>
            <a:r>
              <a:rPr b="1" spc="-17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-50" dirty="0">
                <a:solidFill>
                  <a:schemeClr val="tx1"/>
                </a:solidFill>
                <a:latin typeface="GRAPHIKLCG-SEMIBOLD" panose="020B0503030202060203" pitchFamily="34" charset="0"/>
              </a:rPr>
              <a:t>CRUD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5" dirty="0"/>
              <a:t>39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647700" y="1981200"/>
            <a:ext cx="5067300" cy="175176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HTTP has many verbs, but they boil down to four CRUD actions</a:t>
            </a:r>
            <a:r>
              <a:rPr lang="en-US" sz="1600" dirty="0">
                <a:latin typeface="Graphik LCG" panose="020B0503030202060203" pitchFamily="34" charset="0"/>
                <a:cs typeface="Arial"/>
              </a:rPr>
              <a:t>: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Font typeface="Arial"/>
              <a:buChar char="•"/>
              <a:tabLst>
                <a:tab pos="532765" algn="l"/>
              </a:tabLst>
            </a:pPr>
            <a:r>
              <a:rPr sz="1600" dirty="0">
                <a:latin typeface="Graphik LCG" panose="020B0503030202060203" pitchFamily="34" charset="0"/>
                <a:cs typeface="Arial"/>
              </a:rPr>
              <a:t>Create</a:t>
            </a:r>
            <a:r>
              <a:rPr sz="1600" spc="90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200" dirty="0">
                <a:latin typeface="Graphik LCG" panose="020B0503030202060203" pitchFamily="34" charset="0"/>
                <a:cs typeface="Arial"/>
              </a:rPr>
              <a:t>—</a:t>
            </a:r>
            <a:r>
              <a:rPr sz="1600" spc="90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>
                <a:latin typeface="Graphik LCG" panose="020B0503030202060203" pitchFamily="34" charset="0"/>
              </a:rPr>
              <a:t>add a resource</a:t>
            </a:r>
            <a:r>
              <a:rPr sz="1600" spc="95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(POST).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Font typeface="Arial"/>
              <a:buChar char="•"/>
              <a:tabLst>
                <a:tab pos="532765" algn="l"/>
              </a:tabLst>
            </a:pPr>
            <a:r>
              <a:rPr sz="1600" dirty="0">
                <a:latin typeface="Graphik LCG" panose="020B0503030202060203" pitchFamily="34" charset="0"/>
                <a:cs typeface="Arial"/>
              </a:rPr>
              <a:t>Read</a:t>
            </a:r>
            <a:r>
              <a:rPr sz="1600" spc="75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200" dirty="0">
                <a:latin typeface="Graphik LCG" panose="020B0503030202060203" pitchFamily="34" charset="0"/>
                <a:cs typeface="Arial"/>
              </a:rPr>
              <a:t>—</a:t>
            </a:r>
            <a:r>
              <a:rPr sz="1600" spc="75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>
                <a:latin typeface="Graphik LCG" panose="020B0503030202060203" pitchFamily="34" charset="0"/>
              </a:rPr>
              <a:t>fetch a resource</a:t>
            </a:r>
            <a:r>
              <a:rPr sz="1600" spc="75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(GET).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Font typeface="Arial"/>
              <a:buChar char="•"/>
              <a:tabLst>
                <a:tab pos="532765" algn="l"/>
              </a:tabLst>
            </a:pPr>
            <a:r>
              <a:rPr sz="1600" spc="55" dirty="0">
                <a:latin typeface="Graphik LCG" panose="020B0503030202060203" pitchFamily="34" charset="0"/>
                <a:cs typeface="Arial"/>
              </a:rPr>
              <a:t>Update </a:t>
            </a:r>
            <a:r>
              <a:rPr sz="1600" spc="-200" dirty="0">
                <a:latin typeface="Graphik LCG" panose="020B0503030202060203" pitchFamily="34" charset="0"/>
                <a:cs typeface="Arial"/>
              </a:rPr>
              <a:t>—</a:t>
            </a:r>
            <a:r>
              <a:rPr sz="1600" spc="60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>
                <a:latin typeface="Graphik LCG" panose="020B0503030202060203" pitchFamily="34" charset="0"/>
              </a:rPr>
              <a:t>modify a resource</a:t>
            </a:r>
            <a:r>
              <a:rPr sz="1600" spc="55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100" dirty="0">
                <a:latin typeface="Graphik LCG" panose="020B0503030202060203" pitchFamily="34" charset="0"/>
                <a:cs typeface="Arial"/>
              </a:rPr>
              <a:t>(PUT,</a:t>
            </a:r>
            <a:r>
              <a:rPr sz="1600" spc="60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PATCH).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Font typeface="Arial"/>
              <a:buChar char="•"/>
              <a:tabLst>
                <a:tab pos="532765" algn="l"/>
              </a:tabLst>
            </a:pPr>
            <a:r>
              <a:rPr sz="1600" dirty="0">
                <a:latin typeface="Graphik LCG" panose="020B0503030202060203" pitchFamily="34" charset="0"/>
                <a:cs typeface="Arial"/>
              </a:rPr>
              <a:t>Delete</a:t>
            </a:r>
            <a:r>
              <a:rPr sz="1600" spc="30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200" dirty="0">
                <a:latin typeface="Graphik LCG" panose="020B0503030202060203" pitchFamily="34" charset="0"/>
                <a:cs typeface="Arial"/>
              </a:rPr>
              <a:t>—</a:t>
            </a:r>
            <a:r>
              <a:rPr sz="1600" spc="35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>
                <a:latin typeface="Graphik LCG" panose="020B0503030202060203" pitchFamily="34" charset="0"/>
              </a:rPr>
              <a:t>remove a resource</a:t>
            </a:r>
            <a:r>
              <a:rPr sz="1600" spc="30" dirty="0">
                <a:latin typeface="Graphik LCG" panose="020B0503030202060203" pitchFamily="34" charset="0"/>
                <a:cs typeface="Arial"/>
              </a:rPr>
              <a:t> 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(DELETE).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1139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0" dirty="0">
                <a:solidFill>
                  <a:schemeClr val="tx1"/>
                </a:solidFill>
                <a:latin typeface="GRAPHIKLCG-SEMIBOLD" panose="020B0503030202060203" pitchFamily="34" charset="0"/>
              </a:rPr>
              <a:t>REST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567" y="2367403"/>
            <a:ext cx="212377" cy="162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28" y="2959223"/>
            <a:ext cx="212377" cy="1625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27" y="3445201"/>
            <a:ext cx="212377" cy="1625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27" y="3940603"/>
            <a:ext cx="212377" cy="1625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027" y="4426581"/>
            <a:ext cx="212377" cy="1625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0405" y="1600200"/>
            <a:ext cx="5011420" cy="30246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n" sz="1600" dirty="0"/>
              <a:t>A RESTful API follows five key rules: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lvl="2"/>
            <a:r>
              <a:rPr lang="en" sz="1600" dirty="0">
                <a:latin typeface="Graphik LCG" panose="020B0503030202060203" pitchFamily="34" charset="0"/>
                <a:cs typeface="Arial"/>
              </a:rPr>
              <a:t>       </a:t>
            </a:r>
          </a:p>
          <a:p>
            <a:pPr lvl="2"/>
            <a:r>
              <a:rPr lang="en" sz="1600" b="1" dirty="0">
                <a:latin typeface="Graphik LCG" panose="020B0503030202060203" pitchFamily="34" charset="0"/>
              </a:rPr>
              <a:t>        Client–Server</a:t>
            </a:r>
            <a:r>
              <a:rPr lang="en" sz="1600" dirty="0">
                <a:latin typeface="Graphik LCG" panose="020B0503030202060203" pitchFamily="34" charset="0"/>
              </a:rPr>
              <a:t> separation</a:t>
            </a:r>
          </a:p>
          <a:p>
            <a:pPr lvl="2"/>
            <a:endParaRPr lang="en" sz="1600" b="1" dirty="0">
              <a:latin typeface="Graphik LCG" panose="020B0503030202060203" pitchFamily="34" charset="0"/>
            </a:endParaRPr>
          </a:p>
          <a:p>
            <a:pPr lvl="2"/>
            <a:r>
              <a:rPr lang="en" sz="1600" b="1" dirty="0">
                <a:latin typeface="Graphik LCG" panose="020B0503030202060203" pitchFamily="34" charset="0"/>
              </a:rPr>
              <a:t>        Uniform Interface</a:t>
            </a:r>
            <a:r>
              <a:rPr lang="en" sz="1600" dirty="0">
                <a:latin typeface="Graphik LCG" panose="020B0503030202060203" pitchFamily="34" charset="0"/>
              </a:rPr>
              <a:t> (consistent endpoints)</a:t>
            </a:r>
          </a:p>
          <a:p>
            <a:pPr lvl="2"/>
            <a:endParaRPr lang="en" sz="1600" b="1" dirty="0">
              <a:latin typeface="Graphik LCG" panose="020B0503030202060203" pitchFamily="34" charset="0"/>
            </a:endParaRPr>
          </a:p>
          <a:p>
            <a:pPr lvl="2"/>
            <a:r>
              <a:rPr lang="en" sz="1600" b="1" dirty="0">
                <a:latin typeface="Graphik LCG" panose="020B0503030202060203" pitchFamily="34" charset="0"/>
              </a:rPr>
              <a:t>         Stateless</a:t>
            </a:r>
            <a:r>
              <a:rPr lang="en" sz="1600" dirty="0">
                <a:latin typeface="Graphik LCG" panose="020B0503030202060203" pitchFamily="34" charset="0"/>
              </a:rPr>
              <a:t> requests (each one is self‑contained)</a:t>
            </a:r>
          </a:p>
          <a:p>
            <a:pPr lvl="2"/>
            <a:endParaRPr lang="en" sz="1600" b="1" dirty="0">
              <a:latin typeface="Graphik LCG" panose="020B0503030202060203" pitchFamily="34" charset="0"/>
            </a:endParaRPr>
          </a:p>
          <a:p>
            <a:pPr lvl="2"/>
            <a:r>
              <a:rPr lang="en" sz="1600" b="1" dirty="0">
                <a:latin typeface="Graphik LCG" panose="020B0503030202060203" pitchFamily="34" charset="0"/>
              </a:rPr>
              <a:t>         Cacheable</a:t>
            </a:r>
            <a:r>
              <a:rPr lang="en" sz="1600" dirty="0">
                <a:latin typeface="Graphik LCG" panose="020B0503030202060203" pitchFamily="34" charset="0"/>
              </a:rPr>
              <a:t> resources</a:t>
            </a:r>
          </a:p>
          <a:p>
            <a:pPr lvl="2"/>
            <a:endParaRPr lang="en" sz="1600" b="1" dirty="0">
              <a:latin typeface="Graphik LCG" panose="020B0503030202060203" pitchFamily="34" charset="0"/>
            </a:endParaRPr>
          </a:p>
          <a:p>
            <a:pPr lvl="2"/>
            <a:r>
              <a:rPr lang="en" sz="1600" b="1" dirty="0">
                <a:latin typeface="Graphik LCG" panose="020B0503030202060203" pitchFamily="34" charset="0"/>
              </a:rPr>
              <a:t>          Layered Architecture</a:t>
            </a:r>
            <a:r>
              <a:rPr lang="en" sz="1600" dirty="0">
                <a:latin typeface="Graphik LCG" panose="020B0503030202060203" pitchFamily="34" charset="0"/>
              </a:rPr>
              <a:t> (proxies, gateways, etc.)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5" dirty="0"/>
              <a:t>40</a:t>
            </a:fld>
            <a:endParaRPr spc="3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20" dirty="0">
                <a:solidFill>
                  <a:schemeClr val="tx1"/>
                </a:solidFill>
                <a:latin typeface="GRAPHIKLCG-SEMIBOLD" panose="020B0503030202060203" pitchFamily="34" charset="0"/>
              </a:rPr>
              <a:t>REST</a:t>
            </a:r>
            <a:r>
              <a:rPr b="1" spc="-120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-25" dirty="0">
                <a:solidFill>
                  <a:schemeClr val="tx1"/>
                </a:solidFill>
                <a:latin typeface="GRAPHIKLCG-SEMIBOLD" panose="020B0503030202060203" pitchFamily="34" charset="0"/>
              </a:rPr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700" y="1981200"/>
            <a:ext cx="4375785" cy="282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b="1" dirty="0">
                <a:latin typeface="Graphik LCG" panose="020B0503030202060203" pitchFamily="34" charset="0"/>
              </a:rPr>
              <a:t>What Is a REST API?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" dirty="0">
              <a:latin typeface="Graphik LCG" panose="020B0503030202060203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dirty="0">
                <a:latin typeface="Graphik LCG" panose="020B0503030202060203" pitchFamily="34" charset="0"/>
              </a:rPr>
              <a:t>A REST API is an architectural style, usually implemented over </a:t>
            </a:r>
            <a:r>
              <a:rPr lang="en" b="1" dirty="0">
                <a:latin typeface="Graphik LCG" panose="020B0503030202060203" pitchFamily="34" charset="0"/>
              </a:rPr>
              <a:t>HTTP(S)</a:t>
            </a:r>
            <a:r>
              <a:rPr lang="en" dirty="0">
                <a:latin typeface="Graphik LCG" panose="020B0503030202060203" pitchFamily="34" charset="0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" dirty="0">
              <a:latin typeface="Graphik LCG" panose="020B0503030202060203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JSON payloads dominate in ML services — easy to inspect, validate, log safely, and test with curl;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stateless, uniform and cacheable requests keep client and server decoupled.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63050" y="4161483"/>
            <a:ext cx="2566670" cy="1186180"/>
            <a:chOff x="9163050" y="4161483"/>
            <a:chExt cx="2566670" cy="1186180"/>
          </a:xfrm>
        </p:grpSpPr>
        <p:sp>
          <p:nvSpPr>
            <p:cNvPr id="5" name="object 5"/>
            <p:cNvSpPr/>
            <p:nvPr/>
          </p:nvSpPr>
          <p:spPr>
            <a:xfrm>
              <a:off x="9169400" y="4167834"/>
              <a:ext cx="2553970" cy="1173480"/>
            </a:xfrm>
            <a:custGeom>
              <a:avLst/>
              <a:gdLst/>
              <a:ahLst/>
              <a:cxnLst/>
              <a:rect l="l" t="t" r="r" b="b"/>
              <a:pathLst>
                <a:path w="2553970" h="1173479">
                  <a:moveTo>
                    <a:pt x="2553354" y="0"/>
                  </a:moveTo>
                  <a:lnTo>
                    <a:pt x="0" y="0"/>
                  </a:lnTo>
                  <a:lnTo>
                    <a:pt x="0" y="1173060"/>
                  </a:lnTo>
                  <a:lnTo>
                    <a:pt x="2553354" y="1173060"/>
                  </a:lnTo>
                  <a:lnTo>
                    <a:pt x="2553354" y="0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9169400" y="4167833"/>
              <a:ext cx="2553970" cy="1173480"/>
            </a:xfrm>
            <a:custGeom>
              <a:avLst/>
              <a:gdLst/>
              <a:ahLst/>
              <a:cxnLst/>
              <a:rect l="l" t="t" r="r" b="b"/>
              <a:pathLst>
                <a:path w="2553970" h="1173479">
                  <a:moveTo>
                    <a:pt x="0" y="0"/>
                  </a:moveTo>
                  <a:lnTo>
                    <a:pt x="2553354" y="0"/>
                  </a:lnTo>
                  <a:lnTo>
                    <a:pt x="2553354" y="1173060"/>
                  </a:lnTo>
                  <a:lnTo>
                    <a:pt x="0" y="11730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17100" y="4787900"/>
            <a:ext cx="12611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spc="-10" dirty="0">
                <a:latin typeface="Graphik LCG" panose="020B0503030202060203" pitchFamily="34" charset="0"/>
                <a:cs typeface="Arial"/>
              </a:rPr>
              <a:t>APP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41618" y="2783351"/>
            <a:ext cx="0" cy="1304925"/>
          </a:xfrm>
          <a:custGeom>
            <a:avLst/>
            <a:gdLst/>
            <a:ahLst/>
            <a:cxnLst/>
            <a:rect l="l" t="t" r="r" b="b"/>
            <a:pathLst>
              <a:path h="1304925">
                <a:moveTo>
                  <a:pt x="0" y="0"/>
                </a:moveTo>
                <a:lnTo>
                  <a:pt x="0" y="1298434"/>
                </a:lnTo>
                <a:lnTo>
                  <a:pt x="0" y="1304784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751519" y="2859551"/>
            <a:ext cx="246221" cy="979659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80"/>
              </a:spcBef>
            </a:pPr>
            <a:r>
              <a:rPr lang="en-US" sz="1600" spc="40" dirty="0">
                <a:latin typeface="Graphik LCG" panose="020B0503030202060203" pitchFamily="34" charset="0"/>
                <a:cs typeface="Arial"/>
              </a:rPr>
              <a:t>request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247398" y="2853201"/>
            <a:ext cx="0" cy="1304925"/>
          </a:xfrm>
          <a:custGeom>
            <a:avLst/>
            <a:gdLst/>
            <a:ahLst/>
            <a:cxnLst/>
            <a:rect l="l" t="t" r="r" b="b"/>
            <a:pathLst>
              <a:path h="1304925">
                <a:moveTo>
                  <a:pt x="0" y="1304784"/>
                </a:moveTo>
                <a:lnTo>
                  <a:pt x="0" y="6350"/>
                </a:lnTo>
                <a:lnTo>
                  <a:pt x="0" y="0"/>
                </a:lnTo>
              </a:path>
            </a:pathLst>
          </a:custGeom>
          <a:ln w="12700">
            <a:solidFill>
              <a:srgbClr val="007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762733" y="1589401"/>
            <a:ext cx="1367155" cy="1270635"/>
            <a:chOff x="9762733" y="1589401"/>
            <a:chExt cx="1367155" cy="1270635"/>
          </a:xfrm>
        </p:grpSpPr>
        <p:sp>
          <p:nvSpPr>
            <p:cNvPr id="12" name="object 12"/>
            <p:cNvSpPr/>
            <p:nvPr/>
          </p:nvSpPr>
          <p:spPr>
            <a:xfrm>
              <a:off x="9769083" y="1595751"/>
              <a:ext cx="1354455" cy="1173480"/>
            </a:xfrm>
            <a:custGeom>
              <a:avLst/>
              <a:gdLst/>
              <a:ahLst/>
              <a:cxnLst/>
              <a:rect l="l" t="t" r="r" b="b"/>
              <a:pathLst>
                <a:path w="1354454" h="1173480">
                  <a:moveTo>
                    <a:pt x="933977" y="544603"/>
                  </a:moveTo>
                  <a:lnTo>
                    <a:pt x="420010" y="544603"/>
                  </a:lnTo>
                  <a:lnTo>
                    <a:pt x="430544" y="614812"/>
                  </a:lnTo>
                  <a:lnTo>
                    <a:pt x="444897" y="664597"/>
                  </a:lnTo>
                  <a:lnTo>
                    <a:pt x="465054" y="702708"/>
                  </a:lnTo>
                  <a:lnTo>
                    <a:pt x="493003" y="737892"/>
                  </a:lnTo>
                  <a:lnTo>
                    <a:pt x="492251" y="790891"/>
                  </a:lnTo>
                  <a:lnTo>
                    <a:pt x="484148" y="842606"/>
                  </a:lnTo>
                  <a:lnTo>
                    <a:pt x="462269" y="888836"/>
                  </a:lnTo>
                  <a:lnTo>
                    <a:pt x="427942" y="928743"/>
                  </a:lnTo>
                  <a:lnTo>
                    <a:pt x="382492" y="961496"/>
                  </a:lnTo>
                  <a:lnTo>
                    <a:pt x="341770" y="980297"/>
                  </a:lnTo>
                  <a:lnTo>
                    <a:pt x="290771" y="992554"/>
                  </a:lnTo>
                  <a:lnTo>
                    <a:pt x="264562" y="994821"/>
                  </a:lnTo>
                  <a:lnTo>
                    <a:pt x="201345" y="1002005"/>
                  </a:lnTo>
                  <a:lnTo>
                    <a:pt x="149650" y="1016558"/>
                  </a:lnTo>
                  <a:lnTo>
                    <a:pt x="107648" y="1037714"/>
                  </a:lnTo>
                  <a:lnTo>
                    <a:pt x="73510" y="1064708"/>
                  </a:lnTo>
                  <a:lnTo>
                    <a:pt x="45409" y="1096774"/>
                  </a:lnTo>
                  <a:lnTo>
                    <a:pt x="21515" y="1133146"/>
                  </a:lnTo>
                  <a:lnTo>
                    <a:pt x="0" y="1173059"/>
                  </a:lnTo>
                  <a:lnTo>
                    <a:pt x="1353986" y="1173059"/>
                  </a:lnTo>
                  <a:lnTo>
                    <a:pt x="1332471" y="1133146"/>
                  </a:lnTo>
                  <a:lnTo>
                    <a:pt x="1308577" y="1096774"/>
                  </a:lnTo>
                  <a:lnTo>
                    <a:pt x="1280476" y="1064708"/>
                  </a:lnTo>
                  <a:lnTo>
                    <a:pt x="1246338" y="1037714"/>
                  </a:lnTo>
                  <a:lnTo>
                    <a:pt x="1204337" y="1016558"/>
                  </a:lnTo>
                  <a:lnTo>
                    <a:pt x="1152642" y="1002005"/>
                  </a:lnTo>
                  <a:lnTo>
                    <a:pt x="1089425" y="994821"/>
                  </a:lnTo>
                  <a:lnTo>
                    <a:pt x="1063167" y="992409"/>
                  </a:lnTo>
                  <a:lnTo>
                    <a:pt x="1037264" y="987619"/>
                  </a:lnTo>
                  <a:lnTo>
                    <a:pt x="1012237" y="980297"/>
                  </a:lnTo>
                  <a:lnTo>
                    <a:pt x="987943" y="970097"/>
                  </a:lnTo>
                  <a:lnTo>
                    <a:pt x="982783" y="967345"/>
                  </a:lnTo>
                  <a:lnTo>
                    <a:pt x="977343" y="964592"/>
                  </a:lnTo>
                  <a:lnTo>
                    <a:pt x="925997" y="928743"/>
                  </a:lnTo>
                  <a:lnTo>
                    <a:pt x="891589" y="888836"/>
                  </a:lnTo>
                  <a:lnTo>
                    <a:pt x="869694" y="842606"/>
                  </a:lnTo>
                  <a:lnTo>
                    <a:pt x="861735" y="790891"/>
                  </a:lnTo>
                  <a:lnTo>
                    <a:pt x="861090" y="737892"/>
                  </a:lnTo>
                  <a:lnTo>
                    <a:pt x="888975" y="702708"/>
                  </a:lnTo>
                  <a:lnTo>
                    <a:pt x="909014" y="664597"/>
                  </a:lnTo>
                  <a:lnTo>
                    <a:pt x="923313" y="614812"/>
                  </a:lnTo>
                  <a:lnTo>
                    <a:pt x="933977" y="544603"/>
                  </a:lnTo>
                  <a:close/>
                </a:path>
                <a:path w="1354454" h="1173480">
                  <a:moveTo>
                    <a:pt x="951890" y="544603"/>
                  </a:moveTo>
                  <a:lnTo>
                    <a:pt x="933977" y="544603"/>
                  </a:lnTo>
                  <a:lnTo>
                    <a:pt x="939776" y="546065"/>
                  </a:lnTo>
                  <a:lnTo>
                    <a:pt x="947350" y="546237"/>
                  </a:lnTo>
                  <a:lnTo>
                    <a:pt x="951890" y="544603"/>
                  </a:lnTo>
                  <a:close/>
                </a:path>
                <a:path w="1354454" h="1173480">
                  <a:moveTo>
                    <a:pt x="393742" y="355852"/>
                  </a:moveTo>
                  <a:lnTo>
                    <a:pt x="379949" y="355852"/>
                  </a:lnTo>
                  <a:lnTo>
                    <a:pt x="372601" y="356045"/>
                  </a:lnTo>
                  <a:lnTo>
                    <a:pt x="352907" y="369378"/>
                  </a:lnTo>
                  <a:lnTo>
                    <a:pt x="349236" y="401508"/>
                  </a:lnTo>
                  <a:lnTo>
                    <a:pt x="357401" y="444967"/>
                  </a:lnTo>
                  <a:lnTo>
                    <a:pt x="373215" y="492288"/>
                  </a:lnTo>
                  <a:lnTo>
                    <a:pt x="392489" y="536003"/>
                  </a:lnTo>
                  <a:lnTo>
                    <a:pt x="398821" y="543249"/>
                  </a:lnTo>
                  <a:lnTo>
                    <a:pt x="406749" y="546065"/>
                  </a:lnTo>
                  <a:lnTo>
                    <a:pt x="413161" y="546065"/>
                  </a:lnTo>
                  <a:lnTo>
                    <a:pt x="420010" y="544603"/>
                  </a:lnTo>
                  <a:lnTo>
                    <a:pt x="951890" y="544603"/>
                  </a:lnTo>
                  <a:lnTo>
                    <a:pt x="980914" y="492288"/>
                  </a:lnTo>
                  <a:lnTo>
                    <a:pt x="996771" y="444967"/>
                  </a:lnTo>
                  <a:lnTo>
                    <a:pt x="1004919" y="401508"/>
                  </a:lnTo>
                  <a:lnTo>
                    <a:pt x="1001209" y="369378"/>
                  </a:lnTo>
                  <a:lnTo>
                    <a:pt x="981492" y="356045"/>
                  </a:lnTo>
                  <a:lnTo>
                    <a:pt x="400122" y="356045"/>
                  </a:lnTo>
                  <a:lnTo>
                    <a:pt x="393742" y="355852"/>
                  </a:lnTo>
                  <a:close/>
                </a:path>
                <a:path w="1354454" h="1173480">
                  <a:moveTo>
                    <a:pt x="677047" y="0"/>
                  </a:moveTo>
                  <a:lnTo>
                    <a:pt x="616894" y="4443"/>
                  </a:lnTo>
                  <a:lnTo>
                    <a:pt x="564321" y="17277"/>
                  </a:lnTo>
                  <a:lnTo>
                    <a:pt x="519203" y="37758"/>
                  </a:lnTo>
                  <a:lnTo>
                    <a:pt x="481414" y="65140"/>
                  </a:lnTo>
                  <a:lnTo>
                    <a:pt x="450828" y="98679"/>
                  </a:lnTo>
                  <a:lnTo>
                    <a:pt x="427320" y="137629"/>
                  </a:lnTo>
                  <a:lnTo>
                    <a:pt x="410764" y="181248"/>
                  </a:lnTo>
                  <a:lnTo>
                    <a:pt x="402373" y="220847"/>
                  </a:lnTo>
                  <a:lnTo>
                    <a:pt x="398348" y="263357"/>
                  </a:lnTo>
                  <a:lnTo>
                    <a:pt x="397867" y="308560"/>
                  </a:lnTo>
                  <a:lnTo>
                    <a:pt x="400113" y="355852"/>
                  </a:lnTo>
                  <a:lnTo>
                    <a:pt x="400122" y="356045"/>
                  </a:lnTo>
                  <a:lnTo>
                    <a:pt x="953971" y="356045"/>
                  </a:lnTo>
                  <a:lnTo>
                    <a:pt x="956258" y="308705"/>
                  </a:lnTo>
                  <a:lnTo>
                    <a:pt x="955820" y="263486"/>
                  </a:lnTo>
                  <a:lnTo>
                    <a:pt x="951770" y="220847"/>
                  </a:lnTo>
                  <a:lnTo>
                    <a:pt x="943221" y="181248"/>
                  </a:lnTo>
                  <a:lnTo>
                    <a:pt x="926671" y="137629"/>
                  </a:lnTo>
                  <a:lnTo>
                    <a:pt x="903179" y="98679"/>
                  </a:lnTo>
                  <a:lnTo>
                    <a:pt x="872615" y="65140"/>
                  </a:lnTo>
                  <a:lnTo>
                    <a:pt x="834848" y="37758"/>
                  </a:lnTo>
                  <a:lnTo>
                    <a:pt x="789751" y="17277"/>
                  </a:lnTo>
                  <a:lnTo>
                    <a:pt x="737194" y="4443"/>
                  </a:lnTo>
                  <a:lnTo>
                    <a:pt x="677047" y="0"/>
                  </a:lnTo>
                  <a:close/>
                </a:path>
                <a:path w="1354454" h="1173480">
                  <a:moveTo>
                    <a:pt x="975614" y="355852"/>
                  </a:moveTo>
                  <a:lnTo>
                    <a:pt x="957617" y="355852"/>
                  </a:lnTo>
                  <a:lnTo>
                    <a:pt x="953971" y="356045"/>
                  </a:lnTo>
                  <a:lnTo>
                    <a:pt x="981492" y="356045"/>
                  </a:lnTo>
                  <a:lnTo>
                    <a:pt x="975614" y="355852"/>
                  </a:lnTo>
                  <a:close/>
                </a:path>
              </a:pathLst>
            </a:custGeom>
            <a:solidFill>
              <a:srgbClr val="EBF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69083" y="1595751"/>
              <a:ext cx="1354455" cy="1173480"/>
            </a:xfrm>
            <a:custGeom>
              <a:avLst/>
              <a:gdLst/>
              <a:ahLst/>
              <a:cxnLst/>
              <a:rect l="l" t="t" r="r" b="b"/>
              <a:pathLst>
                <a:path w="1354454" h="1173480">
                  <a:moveTo>
                    <a:pt x="677046" y="0"/>
                  </a:moveTo>
                  <a:lnTo>
                    <a:pt x="616893" y="4443"/>
                  </a:lnTo>
                  <a:lnTo>
                    <a:pt x="564320" y="17278"/>
                  </a:lnTo>
                  <a:lnTo>
                    <a:pt x="519202" y="37758"/>
                  </a:lnTo>
                  <a:lnTo>
                    <a:pt x="481413" y="65140"/>
                  </a:lnTo>
                  <a:lnTo>
                    <a:pt x="450828" y="98679"/>
                  </a:lnTo>
                  <a:lnTo>
                    <a:pt x="427320" y="137629"/>
                  </a:lnTo>
                  <a:lnTo>
                    <a:pt x="410764" y="181248"/>
                  </a:lnTo>
                  <a:lnTo>
                    <a:pt x="402377" y="220799"/>
                  </a:lnTo>
                  <a:lnTo>
                    <a:pt x="398348" y="263358"/>
                  </a:lnTo>
                  <a:lnTo>
                    <a:pt x="397866" y="308561"/>
                  </a:lnTo>
                  <a:lnTo>
                    <a:pt x="400122" y="356046"/>
                  </a:lnTo>
                  <a:lnTo>
                    <a:pt x="393741" y="355852"/>
                  </a:lnTo>
                  <a:lnTo>
                    <a:pt x="387006" y="355788"/>
                  </a:lnTo>
                  <a:lnTo>
                    <a:pt x="379949" y="355852"/>
                  </a:lnTo>
                  <a:lnTo>
                    <a:pt x="372601" y="356046"/>
                  </a:lnTo>
                  <a:lnTo>
                    <a:pt x="352906" y="369378"/>
                  </a:lnTo>
                  <a:lnTo>
                    <a:pt x="349235" y="401508"/>
                  </a:lnTo>
                  <a:lnTo>
                    <a:pt x="357401" y="444968"/>
                  </a:lnTo>
                  <a:lnTo>
                    <a:pt x="373215" y="492289"/>
                  </a:lnTo>
                  <a:lnTo>
                    <a:pt x="392489" y="536004"/>
                  </a:lnTo>
                  <a:lnTo>
                    <a:pt x="398821" y="543249"/>
                  </a:lnTo>
                  <a:lnTo>
                    <a:pt x="406507" y="545980"/>
                  </a:lnTo>
                  <a:lnTo>
                    <a:pt x="414064" y="545872"/>
                  </a:lnTo>
                  <a:lnTo>
                    <a:pt x="420009" y="544604"/>
                  </a:lnTo>
                  <a:lnTo>
                    <a:pt x="430544" y="614812"/>
                  </a:lnTo>
                  <a:lnTo>
                    <a:pt x="444896" y="664598"/>
                  </a:lnTo>
                  <a:lnTo>
                    <a:pt x="465053" y="702708"/>
                  </a:lnTo>
                  <a:lnTo>
                    <a:pt x="493003" y="737892"/>
                  </a:lnTo>
                  <a:lnTo>
                    <a:pt x="492251" y="790891"/>
                  </a:lnTo>
                  <a:lnTo>
                    <a:pt x="484147" y="842607"/>
                  </a:lnTo>
                  <a:lnTo>
                    <a:pt x="462268" y="888836"/>
                  </a:lnTo>
                  <a:lnTo>
                    <a:pt x="427941" y="928744"/>
                  </a:lnTo>
                  <a:lnTo>
                    <a:pt x="382491" y="961496"/>
                  </a:lnTo>
                  <a:lnTo>
                    <a:pt x="376987" y="964592"/>
                  </a:lnTo>
                  <a:lnTo>
                    <a:pt x="371548" y="967688"/>
                  </a:lnTo>
                  <a:lnTo>
                    <a:pt x="316592" y="987748"/>
                  </a:lnTo>
                  <a:lnTo>
                    <a:pt x="264562" y="994822"/>
                  </a:lnTo>
                  <a:lnTo>
                    <a:pt x="201345" y="1002005"/>
                  </a:lnTo>
                  <a:lnTo>
                    <a:pt x="149649" y="1016558"/>
                  </a:lnTo>
                  <a:lnTo>
                    <a:pt x="107647" y="1037714"/>
                  </a:lnTo>
                  <a:lnTo>
                    <a:pt x="73510" y="1064708"/>
                  </a:lnTo>
                  <a:lnTo>
                    <a:pt x="45409" y="1096774"/>
                  </a:lnTo>
                  <a:lnTo>
                    <a:pt x="21515" y="1133147"/>
                  </a:lnTo>
                  <a:lnTo>
                    <a:pt x="0" y="1173060"/>
                  </a:lnTo>
                  <a:lnTo>
                    <a:pt x="677046" y="1173060"/>
                  </a:lnTo>
                  <a:lnTo>
                    <a:pt x="1353986" y="1173060"/>
                  </a:lnTo>
                  <a:lnTo>
                    <a:pt x="1332471" y="1133147"/>
                  </a:lnTo>
                  <a:lnTo>
                    <a:pt x="1308577" y="1096774"/>
                  </a:lnTo>
                  <a:lnTo>
                    <a:pt x="1280475" y="1064708"/>
                  </a:lnTo>
                  <a:lnTo>
                    <a:pt x="1246338" y="1037714"/>
                  </a:lnTo>
                  <a:lnTo>
                    <a:pt x="1204336" y="1016558"/>
                  </a:lnTo>
                  <a:lnTo>
                    <a:pt x="1152641" y="1002005"/>
                  </a:lnTo>
                  <a:lnTo>
                    <a:pt x="1089424" y="994822"/>
                  </a:lnTo>
                  <a:lnTo>
                    <a:pt x="1063166" y="992410"/>
                  </a:lnTo>
                  <a:lnTo>
                    <a:pt x="1037264" y="987619"/>
                  </a:lnTo>
                  <a:lnTo>
                    <a:pt x="1012070" y="980249"/>
                  </a:lnTo>
                  <a:lnTo>
                    <a:pt x="987942" y="970096"/>
                  </a:lnTo>
                  <a:lnTo>
                    <a:pt x="982782" y="967344"/>
                  </a:lnTo>
                  <a:lnTo>
                    <a:pt x="977342" y="964592"/>
                  </a:lnTo>
                  <a:lnTo>
                    <a:pt x="925996" y="928744"/>
                  </a:lnTo>
                  <a:lnTo>
                    <a:pt x="891588" y="888836"/>
                  </a:lnTo>
                  <a:lnTo>
                    <a:pt x="869693" y="842607"/>
                  </a:lnTo>
                  <a:lnTo>
                    <a:pt x="861735" y="790891"/>
                  </a:lnTo>
                  <a:lnTo>
                    <a:pt x="861089" y="737892"/>
                  </a:lnTo>
                  <a:lnTo>
                    <a:pt x="888974" y="702708"/>
                  </a:lnTo>
                  <a:lnTo>
                    <a:pt x="909014" y="664598"/>
                  </a:lnTo>
                  <a:lnTo>
                    <a:pt x="923313" y="614812"/>
                  </a:lnTo>
                  <a:lnTo>
                    <a:pt x="933976" y="544604"/>
                  </a:lnTo>
                  <a:lnTo>
                    <a:pt x="939776" y="546066"/>
                  </a:lnTo>
                  <a:lnTo>
                    <a:pt x="980914" y="492289"/>
                  </a:lnTo>
                  <a:lnTo>
                    <a:pt x="996771" y="444967"/>
                  </a:lnTo>
                  <a:lnTo>
                    <a:pt x="1004918" y="401508"/>
                  </a:lnTo>
                  <a:lnTo>
                    <a:pt x="1001208" y="369378"/>
                  </a:lnTo>
                  <a:lnTo>
                    <a:pt x="981492" y="356046"/>
                  </a:lnTo>
                  <a:lnTo>
                    <a:pt x="974144" y="355804"/>
                  </a:lnTo>
                  <a:lnTo>
                    <a:pt x="967086" y="355659"/>
                  </a:lnTo>
                  <a:lnTo>
                    <a:pt x="960351" y="355707"/>
                  </a:lnTo>
                  <a:lnTo>
                    <a:pt x="953971" y="356046"/>
                  </a:lnTo>
                  <a:lnTo>
                    <a:pt x="956258" y="308706"/>
                  </a:lnTo>
                  <a:lnTo>
                    <a:pt x="955820" y="263487"/>
                  </a:lnTo>
                  <a:lnTo>
                    <a:pt x="951770" y="220847"/>
                  </a:lnTo>
                  <a:lnTo>
                    <a:pt x="943221" y="181248"/>
                  </a:lnTo>
                  <a:lnTo>
                    <a:pt x="926671" y="137629"/>
                  </a:lnTo>
                  <a:lnTo>
                    <a:pt x="903179" y="98679"/>
                  </a:lnTo>
                  <a:lnTo>
                    <a:pt x="872614" y="65140"/>
                  </a:lnTo>
                  <a:lnTo>
                    <a:pt x="834848" y="37758"/>
                  </a:lnTo>
                  <a:lnTo>
                    <a:pt x="789751" y="17278"/>
                  </a:lnTo>
                  <a:lnTo>
                    <a:pt x="737194" y="4443"/>
                  </a:lnTo>
                  <a:lnTo>
                    <a:pt x="677046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09298" y="27833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804727" y="4081784"/>
            <a:ext cx="1282700" cy="544830"/>
            <a:chOff x="9804727" y="4081784"/>
            <a:chExt cx="1282700" cy="544830"/>
          </a:xfrm>
        </p:grpSpPr>
        <p:sp>
          <p:nvSpPr>
            <p:cNvPr id="16" name="object 16"/>
            <p:cNvSpPr/>
            <p:nvPr/>
          </p:nvSpPr>
          <p:spPr>
            <a:xfrm>
              <a:off x="10603518" y="40817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7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11077" y="4170858"/>
              <a:ext cx="1270000" cy="449580"/>
            </a:xfrm>
            <a:custGeom>
              <a:avLst/>
              <a:gdLst/>
              <a:ahLst/>
              <a:cxnLst/>
              <a:rect l="l" t="t" r="r" b="b"/>
              <a:pathLst>
                <a:path w="1270000" h="449579">
                  <a:moveTo>
                    <a:pt x="0" y="0"/>
                  </a:moveTo>
                  <a:lnTo>
                    <a:pt x="1270000" y="0"/>
                  </a:lnTo>
                  <a:lnTo>
                    <a:pt x="1270000" y="449227"/>
                  </a:lnTo>
                  <a:lnTo>
                    <a:pt x="0" y="4492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7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63077" y="2873672"/>
            <a:ext cx="246221" cy="896324"/>
          </a:xfrm>
          <a:prstGeom prst="rect">
            <a:avLst/>
          </a:prstGeom>
        </p:spPr>
        <p:txBody>
          <a:bodyPr vert="vert" wrap="square" lIns="0" tIns="355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80"/>
              </a:spcBef>
            </a:pPr>
            <a:r>
              <a:rPr lang="en-US" sz="1600" spc="-10" dirty="0">
                <a:latin typeface="Graphik LCG" panose="020B0503030202060203" pitchFamily="34" charset="0"/>
                <a:cs typeface="Arial"/>
              </a:rPr>
              <a:t>response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5" dirty="0"/>
              <a:t>41</a:t>
            </a:fld>
            <a:endParaRPr spc="35" dirty="0"/>
          </a:p>
        </p:txBody>
      </p:sp>
      <p:sp>
        <p:nvSpPr>
          <p:cNvPr id="19" name="object 19"/>
          <p:cNvSpPr txBox="1"/>
          <p:nvPr/>
        </p:nvSpPr>
        <p:spPr>
          <a:xfrm>
            <a:off x="9817427" y="4175696"/>
            <a:ext cx="1257300" cy="325730"/>
          </a:xfrm>
          <a:prstGeom prst="rect">
            <a:avLst/>
          </a:prstGeom>
          <a:solidFill>
            <a:srgbClr val="EBF3F9"/>
          </a:solidFill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600" spc="-25" dirty="0">
                <a:latin typeface="Graphik LCG" panose="020B0503030202060203" pitchFamily="34" charset="0"/>
                <a:cs typeface="Arial"/>
              </a:rPr>
              <a:t>API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488A96AA-8DAA-E14F-B600-C215F7EDE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73915"/>
              </p:ext>
            </p:extLst>
          </p:nvPr>
        </p:nvGraphicFramePr>
        <p:xfrm>
          <a:off x="5461281" y="1516686"/>
          <a:ext cx="4064000" cy="215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46962154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93324958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 err="1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ru-RU"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A84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>
                          <a:solidFill>
                            <a:srgbClr val="FFFFFF"/>
                          </a:solidFill>
                        </a:rPr>
                        <a:t>Status code</a:t>
                      </a:r>
                    </a:p>
                  </a:txBody>
                  <a:tcPr anchor="ctr">
                    <a:solidFill>
                      <a:srgbClr val="0A8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03654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Valid prediction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5014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Invalid JSON / schema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422 / 400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61854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Model not loaded / not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662903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Upstream timeout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504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46458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</a:rPr>
                        <a:t>Internal crash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41414"/>
                          </a:solidFill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05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378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993900"/>
            <a:ext cx="4413885" cy="221855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1" dirty="0" err="1">
                <a:latin typeface="Graphik LCG" panose="020B0503030202060203" pitchFamily="34" charset="0"/>
              </a:rPr>
              <a:t>Protobuf</a:t>
            </a:r>
            <a:r>
              <a:rPr lang="en" dirty="0">
                <a:latin typeface="Graphik LCG" panose="020B0503030202060203" pitchFamily="34" charset="0"/>
              </a:rPr>
              <a:t> is a </a:t>
            </a:r>
            <a:r>
              <a:rPr lang="en" b="1" dirty="0">
                <a:latin typeface="Graphik LCG" panose="020B0503030202060203" pitchFamily="34" charset="0"/>
              </a:rPr>
              <a:t>binary, schema‑based</a:t>
            </a:r>
            <a:r>
              <a:rPr lang="en" dirty="0">
                <a:latin typeface="Graphik LCG" panose="020B0503030202060203" pitchFamily="34" charset="0"/>
              </a:rPr>
              <a:t> data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Like JSON, it is structured, but its binary form is </a:t>
            </a:r>
            <a:r>
              <a:rPr lang="en" b="1" dirty="0">
                <a:latin typeface="Graphik LCG" panose="020B0503030202060203" pitchFamily="34" charset="0"/>
              </a:rPr>
              <a:t>smaller and faster</a:t>
            </a:r>
            <a:r>
              <a:rPr lang="en" dirty="0">
                <a:latin typeface="Graphik LCG" panose="020B050303020206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You must compile the </a:t>
            </a:r>
            <a:r>
              <a:rPr lang="en" b="1" dirty="0">
                <a:latin typeface="Graphik LCG" panose="020B0503030202060203" pitchFamily="34" charset="0"/>
              </a:rPr>
              <a:t>.proto</a:t>
            </a:r>
            <a:r>
              <a:rPr lang="en" dirty="0">
                <a:latin typeface="Graphik LCG" panose="020B0503030202060203" pitchFamily="34" charset="0"/>
              </a:rPr>
              <a:t> schema for every language you intend to use.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60" dirty="0">
                <a:solidFill>
                  <a:schemeClr val="tx1"/>
                </a:solidFill>
                <a:latin typeface="GRAPHIKLCG-SEMIBOLD" panose="020B0503030202060203" pitchFamily="34" charset="0"/>
              </a:rPr>
              <a:t>Protobuf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9E20A8-8F74-2E5E-CF45-A688122B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879" y="0"/>
            <a:ext cx="60881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60" dirty="0">
                <a:solidFill>
                  <a:schemeClr val="tx1"/>
                </a:solidFill>
                <a:latin typeface="GRAPHIKLCG-SEMIBOLD" panose="020B0503030202060203" pitchFamily="34" charset="0"/>
              </a:rPr>
              <a:t>Protobuf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400" y="1196339"/>
            <a:ext cx="5715000" cy="384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solidFill>
                  <a:srgbClr val="457CF9"/>
                </a:solidFill>
                <a:latin typeface="Monaco"/>
                <a:cs typeface="Monaco"/>
              </a:rPr>
              <a:t>protoc</a:t>
            </a:r>
            <a:r>
              <a:rPr sz="1100" spc="-95" dirty="0">
                <a:solidFill>
                  <a:srgbClr val="457CF9"/>
                </a:solidFill>
                <a:latin typeface="Monaco"/>
                <a:cs typeface="Monaco"/>
              </a:rPr>
              <a:t> </a:t>
            </a:r>
            <a:r>
              <a:rPr sz="1100" spc="-10" dirty="0">
                <a:solidFill>
                  <a:srgbClr val="38C1FF"/>
                </a:solidFill>
                <a:latin typeface="Monaco"/>
                <a:cs typeface="Monaco"/>
              </a:rPr>
              <a:t>--</a:t>
            </a:r>
            <a:r>
              <a:rPr sz="1100" dirty="0">
                <a:solidFill>
                  <a:srgbClr val="38C1FF"/>
                </a:solidFill>
                <a:latin typeface="Monaco"/>
                <a:cs typeface="Monaco"/>
              </a:rPr>
              <a:t>proto_path=</a:t>
            </a:r>
            <a:r>
              <a:rPr sz="1100" dirty="0">
                <a:solidFill>
                  <a:srgbClr val="32C3C2"/>
                </a:solidFill>
                <a:latin typeface="Monaco"/>
                <a:cs typeface="Monaco"/>
              </a:rPr>
              <a:t>$SRC_DIR</a:t>
            </a:r>
            <a:r>
              <a:rPr sz="1100" spc="-95" dirty="0">
                <a:solidFill>
                  <a:srgbClr val="32C3C2"/>
                </a:solidFill>
                <a:latin typeface="Monaco"/>
                <a:cs typeface="Monaco"/>
              </a:rPr>
              <a:t> </a:t>
            </a:r>
            <a:r>
              <a:rPr sz="1100" spc="-10" dirty="0">
                <a:solidFill>
                  <a:srgbClr val="38C1FF"/>
                </a:solidFill>
                <a:latin typeface="Monaco"/>
                <a:cs typeface="Monaco"/>
              </a:rPr>
              <a:t>--</a:t>
            </a:r>
            <a:r>
              <a:rPr sz="1100" dirty="0">
                <a:solidFill>
                  <a:srgbClr val="38C1FF"/>
                </a:solidFill>
                <a:latin typeface="Monaco"/>
                <a:cs typeface="Monaco"/>
              </a:rPr>
              <a:t>python_out=</a:t>
            </a:r>
            <a:r>
              <a:rPr sz="1100" dirty="0">
                <a:solidFill>
                  <a:srgbClr val="32C3C2"/>
                </a:solidFill>
                <a:latin typeface="Monaco"/>
                <a:cs typeface="Monaco"/>
              </a:rPr>
              <a:t>$DST_DIR</a:t>
            </a:r>
            <a:r>
              <a:rPr sz="1100" spc="-90" dirty="0">
                <a:solidFill>
                  <a:srgbClr val="32C3C2"/>
                </a:solidFill>
                <a:latin typeface="Monaco"/>
                <a:cs typeface="Monaco"/>
              </a:rPr>
              <a:t> </a:t>
            </a:r>
            <a:r>
              <a:rPr sz="1100" spc="-10" dirty="0">
                <a:solidFill>
                  <a:srgbClr val="32C3C2"/>
                </a:solidFill>
                <a:latin typeface="Monaco"/>
                <a:cs typeface="Monaco"/>
              </a:rPr>
              <a:t>$SRC_DIR</a:t>
            </a:r>
            <a:r>
              <a:rPr sz="1100" spc="-10" dirty="0">
                <a:solidFill>
                  <a:srgbClr val="38C1FF"/>
                </a:solidFill>
                <a:latin typeface="Monaco"/>
                <a:cs typeface="Monaco"/>
              </a:rPr>
              <a:t>/ addressbook.proto</a:t>
            </a:r>
            <a:endParaRPr sz="1100" dirty="0">
              <a:latin typeface="Monaco"/>
              <a:cs typeface="Monac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8400" y="1828800"/>
            <a:ext cx="6934200" cy="32919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21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import</a:t>
            </a:r>
            <a:r>
              <a:rPr sz="1400" spc="7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7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addressbook_pb2</a:t>
            </a:r>
            <a:endParaRPr sz="1400" dirty="0">
              <a:latin typeface="Monaco" pitchFamily="2" charset="0"/>
              <a:cs typeface="Times New Roman"/>
            </a:endParaRPr>
          </a:p>
          <a:p>
            <a:pPr marL="12700" marR="1925320">
              <a:lnSpc>
                <a:spcPct val="101200"/>
              </a:lnSpc>
            </a:pPr>
            <a:r>
              <a:rPr sz="1400" spc="21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04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addressbook_pb2.Person() </a:t>
            </a:r>
            <a:r>
              <a:rPr sz="1400" spc="26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person.id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20" dirty="0">
                <a:solidFill>
                  <a:srgbClr val="2AACB8"/>
                </a:solidFill>
                <a:latin typeface="Monaco" pitchFamily="2" charset="0"/>
                <a:cs typeface="Times New Roman"/>
              </a:rPr>
              <a:t>1234</a:t>
            </a:r>
            <a:endParaRPr sz="1400" dirty="0">
              <a:latin typeface="Monaco" pitchFamily="2" charset="0"/>
              <a:cs typeface="Times New Roman"/>
            </a:endParaRPr>
          </a:p>
          <a:p>
            <a:pPr marL="12700" marR="1925320">
              <a:lnSpc>
                <a:spcPct val="101200"/>
              </a:lnSpc>
            </a:pPr>
            <a:r>
              <a:rPr sz="1400" spc="1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person.name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9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"John</a:t>
            </a:r>
            <a:r>
              <a:rPr sz="1400" spc="85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  Doe" </a:t>
            </a:r>
            <a:r>
              <a:rPr sz="1400" spc="24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person.email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40" dirty="0">
                <a:solidFill>
                  <a:srgbClr val="6AAB73"/>
                </a:solidFill>
                <a:latin typeface="Monaco" pitchFamily="2" charset="0"/>
                <a:cs typeface="Times New Roman"/>
                <a:hlinkClick r:id="rId2"/>
              </a:rPr>
              <a:t>"jdoe@example.com"</a:t>
            </a:r>
            <a:r>
              <a:rPr sz="1400" spc="14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 </a:t>
            </a:r>
            <a:r>
              <a:rPr sz="1400" spc="15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phone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2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person.phones.add() </a:t>
            </a:r>
            <a:r>
              <a:rPr sz="1400" spc="16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phone.number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8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"555-</a:t>
            </a:r>
            <a:r>
              <a:rPr sz="1400" spc="185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4321"</a:t>
            </a:r>
            <a:endParaRPr sz="1400" dirty="0">
              <a:latin typeface="Monaco" pitchFamily="2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spc="21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phone.type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addressbook_pb2.Person.PHONE_TYPE</a:t>
            </a:r>
            <a:endParaRPr sz="1400" dirty="0">
              <a:latin typeface="Monaco" pitchFamily="2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 dirty="0">
              <a:latin typeface="Monaco" pitchFamily="2" charset="0"/>
              <a:cs typeface="Times New Roman"/>
            </a:endParaRPr>
          </a:p>
          <a:p>
            <a:pPr marL="119380" marR="1711960" indent="-107314">
              <a:lnSpc>
                <a:spcPct val="101200"/>
              </a:lnSpc>
              <a:spcBef>
                <a:spcPts val="5"/>
              </a:spcBef>
            </a:pPr>
            <a:r>
              <a:rPr sz="1400" spc="21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with</a:t>
            </a:r>
            <a:r>
              <a:rPr sz="1400" spc="80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15" dirty="0">
                <a:solidFill>
                  <a:srgbClr val="8888C6"/>
                </a:solidFill>
                <a:latin typeface="Monaco" pitchFamily="2" charset="0"/>
                <a:cs typeface="Times New Roman"/>
              </a:rPr>
              <a:t>open</a:t>
            </a:r>
            <a:r>
              <a:rPr sz="1400" spc="21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(</a:t>
            </a:r>
            <a:r>
              <a:rPr sz="1400" spc="215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"phone.pb"</a:t>
            </a:r>
            <a:r>
              <a:rPr sz="1400" spc="21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,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17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"wb"</a:t>
            </a:r>
            <a:r>
              <a:rPr sz="1400" spc="17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)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50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as</a:t>
            </a:r>
            <a:r>
              <a:rPr sz="1400" spc="8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3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f: </a:t>
            </a:r>
            <a:r>
              <a:rPr sz="1400" spc="26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f.write(phone.SerializeToString())</a:t>
            </a:r>
            <a:endParaRPr sz="1400" dirty="0">
              <a:latin typeface="Monaco" pitchFamily="2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 dirty="0">
              <a:latin typeface="Monaco" pitchFamily="2" charset="0"/>
              <a:cs typeface="Times New Roman"/>
            </a:endParaRPr>
          </a:p>
          <a:p>
            <a:pPr marL="12700" marR="1391920">
              <a:lnSpc>
                <a:spcPct val="101200"/>
              </a:lnSpc>
              <a:spcBef>
                <a:spcPts val="5"/>
              </a:spcBef>
            </a:pPr>
            <a:r>
              <a:rPr sz="1400" spc="1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person_copy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=</a:t>
            </a:r>
            <a:r>
              <a:rPr sz="1400" spc="9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04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addressbook_pb2.Person() </a:t>
            </a:r>
            <a:r>
              <a:rPr sz="1400" spc="21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with</a:t>
            </a:r>
            <a:r>
              <a:rPr sz="1400" spc="80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15" dirty="0">
                <a:solidFill>
                  <a:srgbClr val="8888C6"/>
                </a:solidFill>
                <a:latin typeface="Monaco" pitchFamily="2" charset="0"/>
                <a:cs typeface="Times New Roman"/>
              </a:rPr>
              <a:t>open</a:t>
            </a:r>
            <a:r>
              <a:rPr sz="1400" spc="21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(</a:t>
            </a:r>
            <a:r>
              <a:rPr sz="1400" spc="215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"phone.pb"</a:t>
            </a:r>
            <a:r>
              <a:rPr sz="1400" spc="21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,</a:t>
            </a:r>
            <a:r>
              <a:rPr sz="1400" spc="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8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"rb"</a:t>
            </a:r>
            <a:r>
              <a:rPr sz="1400" spc="2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)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50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as</a:t>
            </a:r>
            <a:r>
              <a:rPr sz="1400" spc="85" dirty="0">
                <a:solidFill>
                  <a:srgbClr val="CF8E6D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38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f:</a:t>
            </a:r>
            <a:endParaRPr sz="1400" dirty="0">
              <a:latin typeface="Monaco" pitchFamily="2" charset="0"/>
              <a:cs typeface="Times New Roman"/>
            </a:endParaRPr>
          </a:p>
          <a:p>
            <a:pPr marL="226060">
              <a:lnSpc>
                <a:spcPct val="100000"/>
              </a:lnSpc>
              <a:spcBef>
                <a:spcPts val="20"/>
              </a:spcBef>
            </a:pPr>
            <a:r>
              <a:rPr sz="1400" spc="22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person_copy.ParseFromString(f.read())</a:t>
            </a:r>
            <a:endParaRPr sz="1400" dirty="0">
              <a:latin typeface="Monaco" pitchFamily="2" charset="0"/>
              <a:cs typeface="Times New Roman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17CD04-574C-4C5B-BFCC-BE5921449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88121" cy="685800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450D6026-DA31-1672-03E8-3CA3888623C8}"/>
              </a:ext>
            </a:extLst>
          </p:cNvPr>
          <p:cNvSpPr txBox="1"/>
          <p:nvPr/>
        </p:nvSpPr>
        <p:spPr>
          <a:xfrm>
            <a:off x="660400" y="1993900"/>
            <a:ext cx="4413885" cy="221855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1" dirty="0" err="1">
                <a:latin typeface="Graphik LCG" panose="020B0503030202060203" pitchFamily="34" charset="0"/>
              </a:rPr>
              <a:t>Protobuf</a:t>
            </a:r>
            <a:r>
              <a:rPr lang="en" dirty="0">
                <a:latin typeface="Graphik LCG" panose="020B0503030202060203" pitchFamily="34" charset="0"/>
              </a:rPr>
              <a:t> is a </a:t>
            </a:r>
            <a:r>
              <a:rPr lang="en" b="1" dirty="0">
                <a:latin typeface="Graphik LCG" panose="020B0503030202060203" pitchFamily="34" charset="0"/>
              </a:rPr>
              <a:t>binary, schema‑based</a:t>
            </a:r>
            <a:r>
              <a:rPr lang="en" dirty="0">
                <a:latin typeface="Graphik LCG" panose="020B0503030202060203" pitchFamily="34" charset="0"/>
              </a:rPr>
              <a:t> data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Like JSON, it is structured, but its binary form is </a:t>
            </a:r>
            <a:r>
              <a:rPr lang="en" b="1" dirty="0">
                <a:latin typeface="Graphik LCG" panose="020B0503030202060203" pitchFamily="34" charset="0"/>
              </a:rPr>
              <a:t>smaller and faster</a:t>
            </a:r>
            <a:r>
              <a:rPr lang="en" dirty="0">
                <a:latin typeface="Graphik LCG" panose="020B050303020206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You must compile the </a:t>
            </a:r>
            <a:r>
              <a:rPr lang="en" b="1" dirty="0">
                <a:latin typeface="Graphik LCG" panose="020B0503030202060203" pitchFamily="34" charset="0"/>
              </a:rPr>
              <a:t>.proto</a:t>
            </a:r>
            <a:r>
              <a:rPr lang="en" dirty="0">
                <a:latin typeface="Graphik LCG" panose="020B0503030202060203" pitchFamily="34" charset="0"/>
              </a:rPr>
              <a:t> schema for every language you intend to use.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208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chemeClr val="tx1"/>
                </a:solidFill>
                <a:latin typeface="GRAPHIKLCG-SEMIBOLD" panose="020B0503030202060203" pitchFamily="34" charset="0"/>
              </a:rPr>
              <a:t>gRPC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28780" y="6393154"/>
            <a:ext cx="1797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D5D5D"/>
                </a:solidFill>
                <a:latin typeface="Graphik LCG" panose="020B0503030202060203" pitchFamily="34" charset="0"/>
                <a:cs typeface="Arial"/>
              </a:rPr>
              <a:t>24</a:t>
            </a:r>
            <a:endParaRPr sz="11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00" y="1981200"/>
            <a:ext cx="4719955" cy="223907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1" dirty="0" err="1">
                <a:latin typeface="Graphik LCG" panose="020B0503030202060203" pitchFamily="34" charset="0"/>
              </a:rPr>
              <a:t>gRPC</a:t>
            </a:r>
            <a:r>
              <a:rPr lang="en" dirty="0">
                <a:latin typeface="Graphik LCG" panose="020B0503030202060203" pitchFamily="34" charset="0"/>
              </a:rPr>
              <a:t> (from Google) extends RPC for the cloud era.</a:t>
            </a:r>
          </a:p>
          <a:p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It lets you call remote procedures as if they were local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>
              <a:latin typeface="Graphik LCG" panose="020B05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Graphik LCG" panose="020B0503030202060203" pitchFamily="34" charset="0"/>
              </a:rPr>
              <a:t>Data travels as </a:t>
            </a:r>
            <a:r>
              <a:rPr lang="en" dirty="0" err="1">
                <a:latin typeface="Graphik LCG" panose="020B0503030202060203" pitchFamily="34" charset="0"/>
              </a:rPr>
              <a:t>Protobuf</a:t>
            </a:r>
            <a:r>
              <a:rPr lang="en" dirty="0">
                <a:latin typeface="Graphik LCG" panose="020B0503030202060203" pitchFamily="34" charset="0"/>
              </a:rPr>
              <a:t> over </a:t>
            </a:r>
            <a:r>
              <a:rPr lang="en" b="1" dirty="0">
                <a:latin typeface="Graphik LCG" panose="020B0503030202060203" pitchFamily="34" charset="0"/>
              </a:rPr>
              <a:t>HTTP/2</a:t>
            </a:r>
            <a:r>
              <a:rPr lang="en" dirty="0">
                <a:latin typeface="Graphik LCG" panose="020B0503030202060203" pitchFamily="34" charset="0"/>
              </a:rPr>
              <a:t>, enabling streaming and multiplexing.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0658" y="1789341"/>
            <a:ext cx="5100880" cy="327930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0400" y="1932939"/>
            <a:ext cx="5148580" cy="113620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Let's look at a simple example</a:t>
            </a:r>
          </a:p>
          <a:p>
            <a:pPr marL="298450" indent="-28575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First, you need to define the request and response format, as well as the service itself, in the </a:t>
            </a:r>
            <a:r>
              <a:rPr lang="en" sz="1600" b="0" i="0" dirty="0" err="1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protobuf</a:t>
            </a: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 format.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1930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solidFill>
                  <a:schemeClr val="tx1"/>
                </a:solidFill>
                <a:latin typeface="GRAPHIKLCG-SEMIBOLD" panose="020B0503030202060203" pitchFamily="34" charset="0"/>
              </a:rPr>
              <a:t>gRPC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7154904B-FE77-5A88-4C12-E4B615BC8A79}"/>
              </a:ext>
            </a:extLst>
          </p:cNvPr>
          <p:cNvSpPr txBox="1"/>
          <p:nvPr/>
        </p:nvSpPr>
        <p:spPr>
          <a:xfrm>
            <a:off x="6286500" y="1016000"/>
            <a:ext cx="5905500" cy="42241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syntax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= </a:t>
            </a:r>
            <a:r>
              <a:rPr lang="en-US" sz="1200" spc="0" dirty="0">
                <a:solidFill>
                  <a:srgbClr val="6A8759"/>
                </a:solidFill>
                <a:latin typeface="Monaco" pitchFamily="2" charset="0"/>
                <a:cs typeface="Monaco"/>
              </a:rPr>
              <a:t>"proto3"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2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package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inference;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2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service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Classifier {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rpc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Predict (PredictRequest) </a:t>
            </a: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returns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(PredictResponse);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}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2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message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PredictRequest {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text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1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dialog_id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2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id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3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int32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participant_index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4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}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2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CF8E6D"/>
                </a:solidFill>
                <a:latin typeface="Monaco" pitchFamily="2" charset="0"/>
                <a:cs typeface="Monaco"/>
              </a:rPr>
              <a:t>message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PredictResponse {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id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1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message_id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2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string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dialog_id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3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int32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participant_index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4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 </a:t>
            </a:r>
            <a:r>
              <a:rPr lang="en-US" sz="1200" spc="0" dirty="0">
                <a:solidFill>
                  <a:srgbClr val="56B6C2"/>
                </a:solidFill>
                <a:latin typeface="Monaco" pitchFamily="2" charset="0"/>
                <a:cs typeface="Monaco"/>
              </a:rPr>
              <a:t>float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 is_bot_probability = </a:t>
            </a:r>
            <a:r>
              <a:rPr lang="en-US" sz="1200" spc="0" dirty="0">
                <a:solidFill>
                  <a:srgbClr val="6897BB"/>
                </a:solidFill>
                <a:latin typeface="Monaco" pitchFamily="2" charset="0"/>
                <a:cs typeface="Monaco"/>
              </a:rPr>
              <a:t>5</a:t>
            </a: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;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200" spc="0" dirty="0">
                <a:solidFill>
                  <a:srgbClr val="BCBEC4"/>
                </a:solidFill>
                <a:latin typeface="Monaco" pitchFamily="2" charset="0"/>
                <a:cs typeface="Monac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9099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2998" y="249708"/>
            <a:ext cx="862956" cy="7134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10300" y="1635760"/>
            <a:ext cx="5309235" cy="188942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spcAft>
                <a:spcPts val="500"/>
              </a:spcAft>
              <a:buNone/>
            </a:pPr>
            <a:r>
              <a:rPr lang="en" sz="1800" b="1" dirty="0">
                <a:solidFill>
                  <a:srgbClr val="0A84C9"/>
                </a:solidFill>
                <a:latin typeface="Graphik LCG" panose="020B0503030202060203" pitchFamily="34" charset="0"/>
              </a:rPr>
              <a:t>Use gRPC when: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Internal service-to-service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Generated typed clients matter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Strict binary schema matters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High throughput / streaming matters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60400" y="1635760"/>
            <a:ext cx="4524375" cy="188942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spcAft>
                <a:spcPts val="500"/>
              </a:spcAft>
              <a:buNone/>
            </a:pPr>
            <a:r>
              <a:rPr lang="en" sz="1800" b="1" dirty="0">
                <a:solidFill>
                  <a:srgbClr val="0A84C9"/>
                </a:solidFill>
                <a:latin typeface="Graphik LCG" panose="020B0503030202060203" pitchFamily="34" charset="0"/>
              </a:rPr>
              <a:t>Use REST / OpenAPI when: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Public or course-facing API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curl / Swagger / browser tooling matters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Schema is simple JSON</a:t>
            </a:r>
          </a:p>
          <a:p>
            <a:pPr marL="298450" indent="-285750">
              <a:lnSpc>
                <a:spcPct val="106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rgbClr val="3C4043"/>
                </a:solidFill>
                <a:latin typeface="Graphik LCG" panose="020B0503030202060203" pitchFamily="34" charset="0"/>
              </a:rPr>
              <a:t>Team is early-stage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3092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5" dirty="0">
                <a:solidFill>
                  <a:schemeClr val="tx1"/>
                </a:solidFill>
                <a:latin typeface="GRAPHIKLCG-SEMIBOLD" panose="020B0503030202060203" pitchFamily="34" charset="0"/>
              </a:rPr>
              <a:t>REST/HTTP</a:t>
            </a:r>
            <a:r>
              <a:rPr b="1" spc="-120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90" dirty="0">
                <a:solidFill>
                  <a:schemeClr val="tx1"/>
                </a:solidFill>
                <a:latin typeface="GRAPHIKLCG-SEMIBOLD" panose="020B0503030202060203" pitchFamily="34" charset="0"/>
              </a:rPr>
              <a:t>vs</a:t>
            </a:r>
            <a:r>
              <a:rPr b="1" spc="-114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b="1" spc="-20" dirty="0">
                <a:solidFill>
                  <a:schemeClr val="tx1"/>
                </a:solidFill>
                <a:latin typeface="GRAPHIKLCG-SEMIBOLD" panose="020B0503030202060203" pitchFamily="34" charset="0"/>
              </a:rPr>
              <a:t>gRPC</a:t>
            </a:r>
          </a:p>
        </p:txBody>
      </p:sp>
      <p:sp>
        <p:nvSpPr>
          <p:cNvPr id="210" name="gRPC takeaway"/>
          <p:cNvSpPr/>
          <p:nvPr/>
        </p:nvSpPr>
        <p:spPr>
          <a:xfrm>
            <a:off x="660400" y="4978400"/>
            <a:ext cx="10858500" cy="6858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lIns="137160" tIns="45720" rIns="137160" bIns="45720" rtlCol="0" anchor="ctr"/>
          <a:lstStyle/>
          <a:p>
            <a:pPr algn="l"/>
            <a:r>
              <a:rPr lang="en-US" sz="1500" b="1" dirty="0">
                <a:solidFill>
                  <a:srgbClr val="0A84C9"/>
                </a:solidFill>
                <a:latin typeface="Graphik LCG" panose="020B0503030202060203" pitchFamily="34" charset="0"/>
              </a:rPr>
              <a:t>Not "faster, so better": </a:t>
            </a:r>
            <a:r>
              <a:rPr lang="en-US" sz="1500" dirty="0">
                <a:solidFill>
                  <a:srgbClr val="141414"/>
                </a:solidFill>
                <a:latin typeface="Graphik LCG" panose="020B0503030202060203" pitchFamily="34" charset="0"/>
              </a:rPr>
              <a:t>gRPC wins for internal typed interfaces and streaming, at the cost of tooling and schema discipline.</a:t>
            </a:r>
          </a:p>
        </p:txBody>
      </p:sp>
    </p:spTree>
    <p:extLst>
      <p:ext uri="{BB962C8B-B14F-4D97-AF65-F5344CB8AC3E}">
        <p14:creationId xmlns:p14="http://schemas.microsoft.com/office/powerpoint/2010/main" val="4264073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3098800"/>
            <a:ext cx="47625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70" dirty="0">
                <a:solidFill>
                  <a:srgbClr val="FAFAFA"/>
                </a:solidFill>
              </a:rPr>
              <a:t>D</a:t>
            </a:r>
            <a:r>
              <a:rPr lang="en" spc="70" dirty="0" err="1">
                <a:solidFill>
                  <a:srgbClr val="FAFAFA"/>
                </a:solidFill>
              </a:rPr>
              <a:t>eployment</a:t>
            </a:r>
            <a:r>
              <a:rPr spc="70" dirty="0">
                <a:solidFill>
                  <a:srgbClr val="FAFAFA"/>
                </a:solidFill>
              </a:rPr>
              <a:t>:</a:t>
            </a:r>
            <a:r>
              <a:rPr spc="-120" dirty="0">
                <a:solidFill>
                  <a:srgbClr val="FAFAFA"/>
                </a:solidFill>
              </a:rPr>
              <a:t> </a:t>
            </a:r>
            <a:r>
              <a:rPr spc="-10" dirty="0">
                <a:solidFill>
                  <a:srgbClr val="FAFAFA"/>
                </a:solidFill>
              </a:rPr>
              <a:t>FastAPI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0400" y="1932939"/>
            <a:ext cx="3770629" cy="94128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66065" indent="-253365">
              <a:spcBef>
                <a:spcPts val="580"/>
              </a:spcBef>
              <a:buClr>
                <a:srgbClr val="0077FF"/>
              </a:buClr>
              <a:buFontTx/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We will need two python packages</a:t>
            </a:r>
            <a:r>
              <a:rPr lang="ru-RU" sz="1600" spc="-10" dirty="0">
                <a:latin typeface="Graphik LCG" panose="020B0503030202060203" pitchFamily="34" charset="0"/>
                <a:cs typeface="Arial"/>
              </a:rPr>
              <a:t>:</a:t>
            </a: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Char char="•"/>
              <a:tabLst>
                <a:tab pos="532765" algn="l"/>
              </a:tabLst>
            </a:pPr>
            <a:r>
              <a:rPr lang="en" sz="1600" spc="-10" dirty="0" err="1">
                <a:latin typeface="Graphik LCG" panose="020B0503030202060203" pitchFamily="34" charset="0"/>
                <a:cs typeface="Arial"/>
              </a:rPr>
              <a:t>FastAPI</a:t>
            </a:r>
            <a:r>
              <a:rPr lang="en" sz="1600" spc="-10" dirty="0">
                <a:latin typeface="Graphik LCG" panose="020B0503030202060203" pitchFamily="34" charset="0"/>
                <a:cs typeface="Arial"/>
              </a:rPr>
              <a:t>.</a:t>
            </a: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Char char="•"/>
              <a:tabLst>
                <a:tab pos="532765" algn="l"/>
              </a:tabLst>
            </a:pPr>
            <a:r>
              <a:rPr sz="1600" spc="-10" dirty="0" err="1">
                <a:latin typeface="Graphik LCG" panose="020B0503030202060203" pitchFamily="34" charset="0"/>
                <a:cs typeface="Arial"/>
              </a:rPr>
              <a:t>Uvicorn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6500" y="3302000"/>
            <a:ext cx="62865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240" dirty="0">
                <a:solidFill>
                  <a:srgbClr val="C57633"/>
                </a:solidFill>
                <a:latin typeface="Monaco" pitchFamily="2" charset="0"/>
                <a:cs typeface="Times New Roman"/>
              </a:rPr>
              <a:t>pip</a:t>
            </a:r>
            <a:r>
              <a:rPr sz="1400" spc="80" dirty="0">
                <a:solidFill>
                  <a:srgbClr val="C57633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345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install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30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fastapi</a:t>
            </a:r>
            <a:r>
              <a:rPr sz="1400" spc="80" dirty="0">
                <a:solidFill>
                  <a:srgbClr val="BCBEC4"/>
                </a:solidFill>
                <a:latin typeface="Monaco" pitchFamily="2" charset="0"/>
                <a:cs typeface="Times New Roman"/>
              </a:rPr>
              <a:t>  </a:t>
            </a:r>
            <a:r>
              <a:rPr sz="1400" spc="240" dirty="0">
                <a:solidFill>
                  <a:srgbClr val="6AAB73"/>
                </a:solidFill>
                <a:latin typeface="Monaco" pitchFamily="2" charset="0"/>
                <a:cs typeface="Times New Roman"/>
              </a:rPr>
              <a:t>"uvicorn[standard]"</a:t>
            </a:r>
            <a:endParaRPr sz="1400" dirty="0">
              <a:latin typeface="Monaco" pitchFamily="2" charset="0"/>
              <a:cs typeface="Times New Roman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51E96413-A59F-9BB0-4549-FC63FE699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2603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FastAPI:</a:t>
            </a:r>
            <a:r>
              <a:rPr sz="4000" b="1" spc="-10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lang="en-US" sz="4000" b="1" spc="145" dirty="0">
                <a:solidFill>
                  <a:schemeClr val="tx1"/>
                </a:solidFill>
                <a:latin typeface="GRAPHIKLCG-SEMIBOLD" panose="020B0503030202060203" pitchFamily="34" charset="0"/>
              </a:rPr>
              <a:t>quick start</a:t>
            </a:r>
            <a:r>
              <a:rPr sz="4000" b="1" spc="-100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endParaRPr sz="4000" b="1" spc="10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de-panel">
            <a:extLst>
              <a:ext uri="{FF2B5EF4-FFF2-40B4-BE49-F238E27FC236}">
                <a16:creationId xmlns:a16="http://schemas.microsoft.com/office/drawing/2014/main" id="{53D97615-2BEE-1749-8623-F6F8FCD2708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E1E1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279C8E55-4983-1BB0-29F6-CC2C47E1F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2603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FastAPI:</a:t>
            </a:r>
            <a:r>
              <a:rPr sz="4000" b="1" spc="-105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lang="en-US" sz="4000" b="1" spc="145" dirty="0">
                <a:solidFill>
                  <a:schemeClr val="tx1"/>
                </a:solidFill>
                <a:latin typeface="GRAPHIKLCG-SEMIBOLD" panose="020B0503030202060203" pitchFamily="34" charset="0"/>
              </a:rPr>
              <a:t>quick start</a:t>
            </a:r>
            <a:r>
              <a:rPr sz="4000" b="1" spc="-100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endParaRPr sz="4000" b="1" spc="10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7B15A10D-BA04-0EFD-C339-9E5318D74879}"/>
              </a:ext>
            </a:extLst>
          </p:cNvPr>
          <p:cNvSpPr txBox="1"/>
          <p:nvPr/>
        </p:nvSpPr>
        <p:spPr>
          <a:xfrm>
            <a:off x="631825" y="3200400"/>
            <a:ext cx="4208780" cy="10490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Let's throw together a simple application for demonstration. </a:t>
            </a:r>
          </a:p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Let's launch a web service.</a:t>
            </a:r>
          </a:p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b="0" i="0" dirty="0">
                <a:solidFill>
                  <a:srgbClr val="3C4043"/>
                </a:solidFill>
                <a:effectLst/>
                <a:latin typeface="Graphik LCG" panose="020B0503030202060203" pitchFamily="34" charset="0"/>
              </a:rPr>
              <a:t>Let's try to make a request.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06177761-7CFB-7216-6D9E-72609DF0B312}"/>
              </a:ext>
            </a:extLst>
          </p:cNvPr>
          <p:cNvSpPr txBox="1"/>
          <p:nvPr/>
        </p:nvSpPr>
        <p:spPr>
          <a:xfrm>
            <a:off x="660400" y="1932939"/>
            <a:ext cx="3770629" cy="94128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66065" indent="-253365">
              <a:spcBef>
                <a:spcPts val="580"/>
              </a:spcBef>
              <a:buClr>
                <a:srgbClr val="0077FF"/>
              </a:buClr>
              <a:buFontTx/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We will need two python packages</a:t>
            </a:r>
            <a:r>
              <a:rPr lang="ru-RU" sz="1600" spc="-10" dirty="0">
                <a:latin typeface="Graphik LCG" panose="020B0503030202060203" pitchFamily="34" charset="0"/>
                <a:cs typeface="Arial"/>
              </a:rPr>
              <a:t>:</a:t>
            </a:r>
            <a:endParaRPr lang="ru-RU"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Char char="•"/>
              <a:tabLst>
                <a:tab pos="532765" algn="l"/>
              </a:tabLst>
            </a:pPr>
            <a:r>
              <a:rPr lang="en" sz="1600" spc="-10" dirty="0" err="1">
                <a:latin typeface="Graphik LCG" panose="020B0503030202060203" pitchFamily="34" charset="0"/>
                <a:cs typeface="Arial"/>
              </a:rPr>
              <a:t>FastAPI</a:t>
            </a:r>
            <a:r>
              <a:rPr lang="en" sz="1600" spc="-10" dirty="0">
                <a:latin typeface="Graphik LCG" panose="020B0503030202060203" pitchFamily="34" charset="0"/>
                <a:cs typeface="Arial"/>
              </a:rPr>
              <a:t>.</a:t>
            </a: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532765" lvl="1" indent="-253365">
              <a:lnSpc>
                <a:spcPct val="100000"/>
              </a:lnSpc>
              <a:spcBef>
                <a:spcPts val="480"/>
              </a:spcBef>
              <a:buClr>
                <a:srgbClr val="0077FF"/>
              </a:buClr>
              <a:buChar char="•"/>
              <a:tabLst>
                <a:tab pos="532765" algn="l"/>
              </a:tabLst>
            </a:pPr>
            <a:r>
              <a:rPr sz="1600" spc="-10" dirty="0" err="1">
                <a:latin typeface="Graphik LCG" panose="020B0503030202060203" pitchFamily="34" charset="0"/>
                <a:cs typeface="Arial"/>
              </a:rPr>
              <a:t>Uvicorn</a:t>
            </a:r>
            <a:r>
              <a:rPr sz="1600" spc="-10" dirty="0"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6500" y="1714500"/>
            <a:ext cx="571500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/>
                <a:cs typeface="Monaco"/>
              </a:rPr>
              <a:t>from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 fastapi </a:t>
            </a:r>
            <a:r>
              <a:rPr lang="en-US" sz="1400" spc="-20" dirty="0">
                <a:solidFill>
                  <a:srgbClr val="CF8E6D"/>
                </a:solidFill>
                <a:latin typeface="Monaco"/>
                <a:cs typeface="Monaco"/>
              </a:rPr>
              <a:t>import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 FastAPI</a:t>
            </a:r>
          </a:p>
          <a:p>
            <a:pPr marL="12700" algn="l" rtl="0">
              <a:spcBef>
                <a:spcPts val="30"/>
              </a:spcBef>
            </a:pPr>
            <a:endParaRPr lang="en-US" sz="1400"/>
          </a:p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app = </a:t>
            </a:r>
            <a:r>
              <a:rPr lang="en-US" sz="1400" spc="-20" dirty="0">
                <a:solidFill>
                  <a:srgbClr val="56B6C2"/>
                </a:solidFill>
                <a:latin typeface="Monaco"/>
                <a:cs typeface="Monaco"/>
              </a:rPr>
              <a:t>FastAPI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(title=</a:t>
            </a:r>
            <a:r>
              <a:rPr lang="en-US" sz="1400" spc="-20" dirty="0">
                <a:solidFill>
                  <a:srgbClr val="6A8759"/>
                </a:solidFill>
                <a:latin typeface="Monaco"/>
                <a:cs typeface="Monaco"/>
              </a:rPr>
              <a:t>"Bot Classifier API"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)</a:t>
            </a:r>
          </a:p>
          <a:p>
            <a:pPr marL="12700" algn="l" rtl="0">
              <a:spcBef>
                <a:spcPts val="30"/>
              </a:spcBef>
            </a:pPr>
            <a:endParaRPr lang="en-US" sz="1400"/>
          </a:p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@app.</a:t>
            </a:r>
            <a:r>
              <a:rPr lang="en-US" sz="1400" spc="-20" dirty="0">
                <a:solidFill>
                  <a:srgbClr val="56B6C2"/>
                </a:solidFill>
                <a:latin typeface="Monaco"/>
                <a:cs typeface="Monaco"/>
              </a:rPr>
              <a:t>get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(</a:t>
            </a:r>
            <a:r>
              <a:rPr lang="en-US" sz="1400" spc="-20" dirty="0">
                <a:solidFill>
                  <a:srgbClr val="6A8759"/>
                </a:solidFill>
                <a:latin typeface="Monaco"/>
                <a:cs typeface="Monaco"/>
              </a:rPr>
              <a:t>"/health"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)</a:t>
            </a:r>
          </a:p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/>
                <a:cs typeface="Monaco"/>
              </a:rPr>
              <a:t>def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 </a:t>
            </a:r>
            <a:r>
              <a:rPr lang="en-US" sz="1400" spc="-20" dirty="0">
                <a:solidFill>
                  <a:srgbClr val="56B6C2"/>
                </a:solidFill>
                <a:latin typeface="Monaco"/>
                <a:cs typeface="Monaco"/>
              </a:rPr>
              <a:t>health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():</a:t>
            </a:r>
          </a:p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    </a:t>
            </a:r>
            <a:r>
              <a:rPr lang="en-US" sz="1400" spc="-20" dirty="0">
                <a:solidFill>
                  <a:srgbClr val="CF8E6D"/>
                </a:solidFill>
                <a:latin typeface="Monaco"/>
                <a:cs typeface="Monaco"/>
              </a:rPr>
              <a:t>return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 {</a:t>
            </a:r>
            <a:r>
              <a:rPr lang="en-US" sz="1400" spc="-20" dirty="0">
                <a:solidFill>
                  <a:srgbClr val="6A8759"/>
                </a:solidFill>
                <a:latin typeface="Monaco"/>
                <a:cs typeface="Monaco"/>
              </a:rPr>
              <a:t>"status"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: </a:t>
            </a:r>
            <a:r>
              <a:rPr lang="en-US" sz="1400" spc="-20" dirty="0">
                <a:solidFill>
                  <a:srgbClr val="6A8759"/>
                </a:solidFill>
                <a:latin typeface="Monaco"/>
                <a:cs typeface="Monaco"/>
              </a:rPr>
              <a:t>"ok"</a:t>
            </a:r>
            <a:r>
              <a:rPr lang="en-US" sz="1400" spc="-20" dirty="0">
                <a:solidFill>
                  <a:srgbClr val="BCBEC4"/>
                </a:solidFill>
                <a:latin typeface="Monaco"/>
                <a:cs typeface="Monaco"/>
              </a:rPr>
              <a:t>}</a:t>
            </a:r>
          </a:p>
          <a:p>
            <a:pPr marL="12700" algn="l" rtl="0">
              <a:spcBef>
                <a:spcPts val="30"/>
              </a:spcBef>
            </a:pPr>
            <a:endParaRPr lang="en-US" sz="1400"/>
          </a:p>
          <a:p>
            <a:pPr marL="12700" algn="l" rtl="0">
              <a:spcBef>
                <a:spcPts val="30"/>
              </a:spcBef>
            </a:pPr>
            <a:r>
              <a:rPr lang="en-US" sz="1400" spc="-20" dirty="0">
                <a:solidFill>
                  <a:srgbClr val="7A7E85"/>
                </a:solidFill>
                <a:latin typeface="Monaco"/>
                <a:cs typeface="Monaco"/>
              </a:rPr>
              <a:t># run: uvicorn src.main:app --reload</a:t>
            </a:r>
          </a:p>
        </p:txBody>
      </p:sp>
    </p:spTree>
    <p:extLst>
      <p:ext uri="{BB962C8B-B14F-4D97-AF65-F5344CB8AC3E}">
        <p14:creationId xmlns:p14="http://schemas.microsoft.com/office/powerpoint/2010/main" val="31222380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FastAPI:</a:t>
            </a:r>
            <a:r>
              <a:rPr sz="4000" b="1" spc="-80" dirty="0">
                <a:solidFill>
                  <a:schemeClr val="tx1"/>
                </a:solidFill>
                <a:latin typeface="GRAPHIKLCG-SEMIBOLD" panose="020B0503030202060203" pitchFamily="34" charset="0"/>
              </a:rPr>
              <a:t> </a:t>
            </a:r>
            <a:r>
              <a:rPr sz="4000" b="1" spc="120" dirty="0">
                <a:solidFill>
                  <a:schemeClr val="tx1"/>
                </a:solidFill>
                <a:latin typeface="GRAPHIKLCG-SEMIBOLD" panose="020B0503030202060203" pitchFamily="34" charset="0"/>
              </a:rPr>
              <a:t>Swagger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0400" y="1968500"/>
            <a:ext cx="4836795" cy="15619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Fast API automatically generates documentation for the API using Swagger UI.</a:t>
            </a:r>
            <a:endParaRPr lang="ru-RU" sz="1600" spc="-10" dirty="0">
              <a:latin typeface="Graphik LCG" panose="020B0503030202060203" pitchFamily="34" charset="0"/>
              <a:cs typeface="Arial"/>
            </a:endParaRPr>
          </a:p>
          <a:p>
            <a:pPr marL="266700" marR="5080" lvl="1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It is available at /docs.</a:t>
            </a:r>
          </a:p>
          <a:p>
            <a:pPr marL="266700" marR="5080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There is also an alternative version that is generated using </a:t>
            </a:r>
            <a:r>
              <a:rPr lang="en" sz="1600" spc="-10" dirty="0" err="1">
                <a:latin typeface="Graphik LCG" panose="020B0503030202060203" pitchFamily="34" charset="0"/>
                <a:cs typeface="Arial"/>
              </a:rPr>
              <a:t>ReDoc</a:t>
            </a:r>
            <a:r>
              <a:rPr lang="en" sz="1600" spc="-10" dirty="0">
                <a:latin typeface="Graphik LCG" panose="020B0503030202060203" pitchFamily="34" charset="0"/>
                <a:cs typeface="Arial"/>
              </a:rPr>
              <a:t>.</a:t>
            </a:r>
            <a:endParaRPr lang="ru-RU" sz="1600" spc="-10" dirty="0">
              <a:latin typeface="Graphik LCG" panose="020B0503030202060203" pitchFamily="34" charset="0"/>
              <a:cs typeface="Arial"/>
            </a:endParaRPr>
          </a:p>
          <a:p>
            <a:pPr marL="266700" marR="5080" lvl="1" indent="-254000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spc="-10" dirty="0">
                <a:latin typeface="Graphik LCG" panose="020B0503030202060203" pitchFamily="34" charset="0"/>
                <a:cs typeface="Arial"/>
              </a:rPr>
              <a:t>It is available at /</a:t>
            </a:r>
            <a:r>
              <a:rPr lang="en" sz="1600" spc="-10" dirty="0" err="1">
                <a:latin typeface="Graphik LCG" panose="020B0503030202060203" pitchFamily="34" charset="0"/>
                <a:cs typeface="Arial"/>
              </a:rPr>
              <a:t>redoc</a:t>
            </a:r>
            <a:r>
              <a:rPr lang="en" sz="1600" spc="-10" dirty="0"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de-panel">
            <a:extLst>
              <a:ext uri="{FF2B5EF4-FFF2-40B4-BE49-F238E27FC236}">
                <a16:creationId xmlns:a16="http://schemas.microsoft.com/office/drawing/2014/main" id="{9F8472C2-497D-C740-B91E-C4FCD445D0FA}"/>
              </a:ext>
            </a:extLst>
          </p:cNvPr>
          <p:cNvSpPr/>
          <p:nvPr/>
        </p:nvSpPr>
        <p:spPr>
          <a:xfrm>
            <a:off x="6070600" y="0"/>
            <a:ext cx="6121400" cy="6858000"/>
          </a:xfrm>
          <a:prstGeom prst="rect">
            <a:avLst/>
          </a:prstGeom>
          <a:solidFill>
            <a:srgbClr val="1E1E1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2" name="object 2"/>
          <p:cNvSpPr txBox="1"/>
          <p:nvPr/>
        </p:nvSpPr>
        <p:spPr>
          <a:xfrm>
            <a:off x="660400" y="1932939"/>
            <a:ext cx="4844415" cy="218264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58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dirty="0" err="1">
                <a:latin typeface="Graphik LCG" panose="020B0503030202060203" pitchFamily="34" charset="0"/>
                <a:cs typeface="Arial"/>
              </a:rPr>
              <a:t>Pydantic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 is a library for data validation.</a:t>
            </a:r>
          </a:p>
          <a:p>
            <a:pPr marL="266065" indent="-253365">
              <a:lnSpc>
                <a:spcPct val="100000"/>
              </a:lnSpc>
              <a:spcBef>
                <a:spcPts val="58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Tightly integrated with Python's built-in typing.</a:t>
            </a:r>
          </a:p>
          <a:p>
            <a:pPr marL="266065" indent="-253365">
              <a:lnSpc>
                <a:spcPct val="100000"/>
              </a:lnSpc>
              <a:spcBef>
                <a:spcPts val="58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The core logic is implemented in Rust, so it works quickly.</a:t>
            </a:r>
          </a:p>
          <a:p>
            <a:pPr marL="266065" indent="-253365">
              <a:lnSpc>
                <a:spcPct val="100000"/>
              </a:lnSpc>
              <a:spcBef>
                <a:spcPts val="580"/>
              </a:spcBef>
              <a:buClr>
                <a:srgbClr val="0077FF"/>
              </a:buClr>
              <a:buChar char="•"/>
              <a:tabLst>
                <a:tab pos="266065" algn="l"/>
              </a:tabLst>
            </a:pPr>
            <a:endParaRPr lang="en" sz="16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buClr>
                <a:srgbClr val="0077FF"/>
              </a:buClr>
              <a:tabLst>
                <a:tab pos="266065" algn="l"/>
              </a:tabLst>
            </a:pPr>
            <a:r>
              <a:rPr lang="en" sz="1600" dirty="0">
                <a:latin typeface="Graphik LCG" panose="020B0503030202060203" pitchFamily="34" charset="0"/>
                <a:cs typeface="Arial"/>
              </a:rPr>
              <a:t>Let's look at an example of using</a:t>
            </a:r>
            <a:r>
              <a:rPr lang="ru-RU" sz="1600" dirty="0">
                <a:latin typeface="Graphik LCG" panose="020B0503030202060203" pitchFamily="34" charset="0"/>
                <a:cs typeface="Arial"/>
              </a:rPr>
              <a:t> </a:t>
            </a:r>
            <a:r>
              <a:rPr lang="en" sz="1600" dirty="0" err="1">
                <a:latin typeface="Graphik LCG" panose="020B0503030202060203" pitchFamily="34" charset="0"/>
                <a:cs typeface="Arial"/>
              </a:rPr>
              <a:t>Pydantic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 and </a:t>
            </a:r>
            <a:r>
              <a:rPr lang="en" sz="1600" dirty="0" err="1">
                <a:latin typeface="Graphik LCG" panose="020B0503030202060203" pitchFamily="34" charset="0"/>
                <a:cs typeface="Arial"/>
              </a:rPr>
              <a:t>FastAPI</a:t>
            </a:r>
            <a:r>
              <a:rPr lang="en" sz="1600" dirty="0">
                <a:latin typeface="Graphik LCG" panose="020B0503030202060203" pitchFamily="34" charset="0"/>
                <a:cs typeface="Arial"/>
              </a:rPr>
              <a:t>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20" dirty="0">
                <a:solidFill>
                  <a:schemeClr val="tx1"/>
                </a:solidFill>
                <a:latin typeface="GRAPHIKLCG-SEMIBOLD" panose="020B0503030202060203" pitchFamily="34" charset="0"/>
              </a:rPr>
              <a:t>Pydantic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59500" y="1143000"/>
            <a:ext cx="5969000" cy="3357907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from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uuid </a:t>
            </a: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import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UUID, uuid4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from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pydantic </a:t>
            </a: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import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BaseModel, Field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4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class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</a:t>
            </a:r>
            <a:r>
              <a:rPr lang="en-US" sz="1400" spc="-20" dirty="0">
                <a:solidFill>
                  <a:srgbClr val="56B6C2"/>
                </a:solidFill>
                <a:latin typeface="Monaco" pitchFamily="2" charset="0"/>
                <a:cs typeface="Monaco"/>
              </a:rPr>
              <a:t>IncomingMessage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(BaseModel):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text: str = </a:t>
            </a:r>
            <a:r>
              <a:rPr lang="en-US" sz="1400" spc="-20" dirty="0">
                <a:solidFill>
                  <a:srgbClr val="56B6C2"/>
                </a:solidFill>
                <a:latin typeface="Monaco" pitchFamily="2" charset="0"/>
                <a:cs typeface="Monaco"/>
              </a:rPr>
              <a:t>Field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(min_length=</a:t>
            </a:r>
            <a:r>
              <a:rPr lang="en-US" sz="1400" spc="-20" dirty="0">
                <a:solidFill>
                  <a:srgbClr val="6897BB"/>
                </a:solidFill>
                <a:latin typeface="Monaco" pitchFamily="2" charset="0"/>
                <a:cs typeface="Monaco"/>
              </a:rPr>
              <a:t>1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, max_length=</a:t>
            </a:r>
            <a:r>
              <a:rPr lang="en-US" sz="1400" spc="-20" dirty="0">
                <a:solidFill>
                  <a:srgbClr val="6897BB"/>
                </a:solidFill>
                <a:latin typeface="Monaco" pitchFamily="2" charset="0"/>
                <a:cs typeface="Monaco"/>
              </a:rPr>
              <a:t>5000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)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dialog_id: UUID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id: UUID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participant_index: int = </a:t>
            </a:r>
            <a:r>
              <a:rPr lang="en-US" sz="1400" spc="-20" dirty="0">
                <a:solidFill>
                  <a:srgbClr val="56B6C2"/>
                </a:solidFill>
                <a:latin typeface="Monaco" pitchFamily="2" charset="0"/>
                <a:cs typeface="Monaco"/>
              </a:rPr>
              <a:t>Field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(ge=</a:t>
            </a:r>
            <a:r>
              <a:rPr lang="en-US" sz="1400" spc="-20" dirty="0">
                <a:solidFill>
                  <a:srgbClr val="6897BB"/>
                </a:solidFill>
                <a:latin typeface="Monaco" pitchFamily="2" charset="0"/>
                <a:cs typeface="Monaco"/>
              </a:rPr>
              <a:t>0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)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endParaRPr lang="en-US" sz="1400"/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CF8E6D"/>
                </a:solidFill>
                <a:latin typeface="Monaco" pitchFamily="2" charset="0"/>
                <a:cs typeface="Monaco"/>
              </a:rPr>
              <a:t>class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</a:t>
            </a:r>
            <a:r>
              <a:rPr lang="en-US" sz="1400" spc="-20" dirty="0">
                <a:solidFill>
                  <a:srgbClr val="56B6C2"/>
                </a:solidFill>
                <a:latin typeface="Monaco" pitchFamily="2" charset="0"/>
                <a:cs typeface="Monaco"/>
              </a:rPr>
              <a:t>Prediction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(BaseModel):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id: UUID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message_id: UUID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dialog_id: UUID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participant_index: int</a:t>
            </a:r>
          </a:p>
          <a:p>
            <a:pPr marL="12700" algn="l" rtl="0">
              <a:lnSpc>
                <a:spcPct val="104000"/>
              </a:lnSpc>
              <a:spcBef>
                <a:spcPts val="20"/>
              </a:spcBef>
            </a:pP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    is_bot_probability: float = </a:t>
            </a:r>
            <a:r>
              <a:rPr lang="en-US" sz="1400" spc="-20" dirty="0">
                <a:solidFill>
                  <a:srgbClr val="56B6C2"/>
                </a:solidFill>
                <a:latin typeface="Monaco" pitchFamily="2" charset="0"/>
                <a:cs typeface="Monaco"/>
              </a:rPr>
              <a:t>Field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(ge=</a:t>
            </a:r>
            <a:r>
              <a:rPr lang="en-US" sz="1400" spc="-20" dirty="0">
                <a:solidFill>
                  <a:srgbClr val="6897BB"/>
                </a:solidFill>
                <a:latin typeface="Monaco" pitchFamily="2" charset="0"/>
                <a:cs typeface="Monaco"/>
              </a:rPr>
              <a:t>0.0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, le=</a:t>
            </a:r>
            <a:r>
              <a:rPr lang="en-US" sz="1400" spc="-20" dirty="0">
                <a:solidFill>
                  <a:srgbClr val="6897BB"/>
                </a:solidFill>
                <a:latin typeface="Monaco" pitchFamily="2" charset="0"/>
                <a:cs typeface="Monaco"/>
              </a:rPr>
              <a:t>1.0</a:t>
            </a:r>
            <a:r>
              <a:rPr lang="en-US" sz="1400" spc="-20" dirty="0">
                <a:solidFill>
                  <a:srgbClr val="BCBEC4"/>
                </a:solidFill>
                <a:latin typeface="Monaco" pitchFamily="2" charset="0"/>
                <a:cs typeface="Monac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18813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347" y="678691"/>
            <a:ext cx="467111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b="1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Essential API Endpoints</a:t>
            </a:r>
            <a:endParaRPr lang="en-US" sz="4000" b="1" dirty="0">
              <a:latin typeface="GRAPHIKLCG-SEMIBOLD" panose="020B050303020206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7700" y="2235200"/>
            <a:ext cx="10922000" cy="3700000"/>
          </a:xfrm>
          <a:prstGeom prst="roundRect">
            <a:avLst>
              <a:gd name="adj" fmla="val 219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47700" y="2235200"/>
            <a:ext cx="10922000" cy="3700000"/>
          </a:xfrm>
          <a:prstGeom prst="roundRect">
            <a:avLst>
              <a:gd name="adj" fmla="val 785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12800" y="2336800"/>
            <a:ext cx="5000000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@asynccontextmanager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async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def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lifespan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(app: FastAPI):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app.state.model =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load_from_mlflow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app.state.version =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resolve_version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yield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app.state.model =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None</a:t>
            </a:r>
          </a:p>
          <a:p>
            <a:pPr marL="7700" algn="l" rtl="0">
              <a:lnSpc>
                <a:spcPts val="1640"/>
              </a:lnSpc>
            </a:pPr>
            <a:endParaRPr lang="en-US" sz="1200"/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app =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FastAPI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(lifespan=lifespan)</a:t>
            </a:r>
          </a:p>
          <a:p>
            <a:pPr marL="7700" algn="l" rtl="0">
              <a:lnSpc>
                <a:spcPts val="1640"/>
              </a:lnSpc>
            </a:pPr>
            <a:endParaRPr lang="en-US" sz="1200"/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@app.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get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"/health"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def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health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():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return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{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"status"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: 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"ok"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}</a:t>
            </a:r>
          </a:p>
          <a:p>
            <a:pPr marL="7700" algn="l" rtl="0">
              <a:lnSpc>
                <a:spcPts val="1640"/>
              </a:lnSpc>
            </a:pPr>
            <a:endParaRPr lang="en-US" sz="1200"/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@app.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get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"/ready"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def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ready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():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return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{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"version"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: app.state.version}</a:t>
            </a:r>
          </a:p>
        </p:txBody>
      </p:sp>
      <p:sp>
        <p:nvSpPr>
          <p:cNvPr id="6" name="Text 4"/>
          <p:cNvSpPr/>
          <p:nvPr/>
        </p:nvSpPr>
        <p:spPr>
          <a:xfrm>
            <a:off x="6172200" y="2336800"/>
            <a:ext cx="5550000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@app.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post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"/predict"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  response_model=Prediction)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def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predict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(msg: IncomingMessage):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p = app.state.model.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predict_proba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(msg.text)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return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Prediction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id=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uuid4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message_id=msg.id,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dialog_id=msg.dialog_id,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participant_index=msg.participant_index,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is_bot_probability=p,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)</a:t>
            </a:r>
          </a:p>
          <a:p>
            <a:pPr marL="7700" algn="l" rtl="0">
              <a:lnSpc>
                <a:spcPts val="1640"/>
              </a:lnSpc>
            </a:pPr>
            <a:endParaRPr lang="en-US" sz="1200"/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@app.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get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  <a:r>
              <a:rPr lang="en-US" sz="1200" spc="-30" dirty="0">
                <a:solidFill>
                  <a:srgbClr val="C86764"/>
                </a:solidFill>
                <a:latin typeface="Monaco" pitchFamily="2" charset="0"/>
                <a:cs typeface="Monaco"/>
              </a:rPr>
              <a:t>"/metrics"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)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def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metrics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():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</a:t>
            </a:r>
            <a:r>
              <a:rPr lang="en-US" sz="1200" spc="-30" dirty="0">
                <a:solidFill>
                  <a:srgbClr val="994BC3"/>
                </a:solidFill>
                <a:latin typeface="Monaco" pitchFamily="2" charset="0"/>
                <a:cs typeface="Monaco"/>
              </a:rPr>
              <a:t>return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Response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</a:t>
            </a:r>
            <a:r>
              <a:rPr lang="en-US" sz="1200" spc="-30" dirty="0">
                <a:solidFill>
                  <a:srgbClr val="0C959B"/>
                </a:solidFill>
                <a:latin typeface="Monaco" pitchFamily="2" charset="0"/>
                <a:cs typeface="Monaco"/>
              </a:rPr>
              <a:t>generate_latest</a:t>
            </a: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(),</a:t>
            </a:r>
          </a:p>
          <a:p>
            <a:pPr marL="7700" algn="l" rtl="0">
              <a:lnSpc>
                <a:spcPts val="1640"/>
              </a:lnSpc>
            </a:pPr>
            <a:r>
              <a:rPr lang="en-US" sz="1200" spc="-30" dirty="0">
                <a:solidFill>
                  <a:srgbClr val="403E52"/>
                </a:solidFill>
                <a:latin typeface="Monaco" pitchFamily="2" charset="0"/>
                <a:cs typeface="Monaco"/>
              </a:rPr>
              <a:t>        media_type=CONTENT_TYPE_LATEST)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  <p:sp>
        <p:nvSpPr>
          <p:cNvPr id="220" name="endpoint-roles"/>
          <p:cNvSpPr/>
          <p:nvPr/>
        </p:nvSpPr>
        <p:spPr>
          <a:xfrm>
            <a:off x="647700" y="6045200"/>
            <a:ext cx="10922000" cy="600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1300" b="1" dirty="0">
                <a:solidFill>
                  <a:srgbClr val="0A84C9"/>
                </a:solidFill>
                <a:latin typeface="Graphik LCG" pitchFamily="34" charset="0"/>
              </a:rPr>
              <a:t>/health </a:t>
            </a:r>
            <a:r>
              <a:rPr lang="en-US" sz="1300" dirty="0">
                <a:solidFill>
                  <a:srgbClr val="3C4043"/>
                </a:solidFill>
                <a:latin typeface="Graphik LCG" pitchFamily="34" charset="0"/>
              </a:rPr>
              <a:t>process alive    </a:t>
            </a:r>
            <a:r>
              <a:rPr lang="en-US" sz="1300" b="1" dirty="0">
                <a:solidFill>
                  <a:srgbClr val="0A84C9"/>
                </a:solidFill>
                <a:latin typeface="Graphik LCG" pitchFamily="34" charset="0"/>
              </a:rPr>
              <a:t>/ready </a:t>
            </a:r>
            <a:r>
              <a:rPr lang="en-US" sz="1300" dirty="0">
                <a:solidFill>
                  <a:srgbClr val="3C4043"/>
                </a:solidFill>
                <a:latin typeface="Graphik LCG" pitchFamily="34" charset="0"/>
              </a:rPr>
              <a:t>model loaded, safe for traffic    </a:t>
            </a:r>
            <a:r>
              <a:rPr lang="en-US" sz="1300" b="1" dirty="0">
                <a:solidFill>
                  <a:srgbClr val="0A84C9"/>
                </a:solidFill>
                <a:latin typeface="Graphik LCG" pitchFamily="34" charset="0"/>
              </a:rPr>
              <a:t>/predict </a:t>
            </a:r>
            <a:r>
              <a:rPr lang="en-US" sz="1300" dirty="0">
                <a:solidFill>
                  <a:srgbClr val="3C4043"/>
                </a:solidFill>
                <a:latin typeface="Graphik LCG" pitchFamily="34" charset="0"/>
              </a:rPr>
              <a:t>external business contract    </a:t>
            </a:r>
            <a:r>
              <a:rPr lang="en-US" sz="1300" b="1" dirty="0">
                <a:solidFill>
                  <a:srgbClr val="0A84C9"/>
                </a:solidFill>
                <a:latin typeface="Graphik LCG" pitchFamily="34" charset="0"/>
              </a:rPr>
              <a:t>/metrics </a:t>
            </a:r>
            <a:r>
              <a:rPr lang="en-US" sz="1300" dirty="0">
                <a:solidFill>
                  <a:srgbClr val="3C4043"/>
                </a:solidFill>
                <a:latin typeface="Graphik LCG" pitchFamily="34" charset="0"/>
              </a:rPr>
              <a:t>keep the name stable → Session 13    </a:t>
            </a:r>
          </a:p>
        </p:txBody>
      </p:sp>
    </p:spTree>
    <p:extLst>
      <p:ext uri="{BB962C8B-B14F-4D97-AF65-F5344CB8AC3E}">
        <p14:creationId xmlns:p14="http://schemas.microsoft.com/office/powerpoint/2010/main" val="10710325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843" y="1037829"/>
            <a:ext cx="706090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b="1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Bake-in vs Lazy-pull Model Strategy</a:t>
            </a:r>
            <a:endParaRPr lang="en-US" sz="4000" b="1" dirty="0">
              <a:latin typeface="GRAPHIKLCG-SEMIBOLD" panose="020B050303020206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7700" y="1549400"/>
            <a:ext cx="10515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The trade-off is model-size and infrastructure dependent — measure image size, cold start, warm start, rollback time, and failure mode for your own model.</a:t>
            </a: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8AE3915-DD04-274A-B244-33ACDEB2F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919953"/>
              </p:ext>
            </p:extLst>
          </p:nvPr>
        </p:nvGraphicFramePr>
        <p:xfrm>
          <a:off x="647700" y="2260600"/>
          <a:ext cx="104648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607271762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18785997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7402262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anchor="ctr">
                    <a:solidFill>
                      <a:srgbClr val="0A84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</a:rPr>
                        <a:t>Good for</a:t>
                      </a:r>
                    </a:p>
                  </a:txBody>
                  <a:tcPr anchor="ctr">
                    <a:solidFill>
                      <a:srgbClr val="0A84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>
                    <a:solidFill>
                      <a:srgbClr val="0A8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820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41414"/>
                          </a:solidFill>
                        </a:rPr>
                        <a:t>Bake into image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Small, stable model; no startup network dependency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Large image; rebuild on every model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6207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41414"/>
                          </a:solidFill>
                        </a:rPr>
                        <a:t>Pull on startup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Frequent updates; registry-driven rollout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Cold start; registry outage; cache invalidation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84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41414"/>
                          </a:solidFill>
                        </a:rPr>
                        <a:t>Mounted cache /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Large models reused on the same VM / node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Cache consistency; cleanup;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2552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41414"/>
                          </a:solidFill>
                        </a:rPr>
                        <a:t>Init container / sidecar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Controlled Kubernetes-style loading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solidFill>
                            <a:srgbClr val="3C4043"/>
                          </a:solidFill>
                        </a:rPr>
                        <a:t>More moving parts</a:t>
                      </a:r>
                    </a:p>
                  </a:txBody>
                  <a:tcPr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5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4242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2800" y="1625600"/>
            <a:ext cx="10566400" cy="2837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41414"/>
                </a:solidFill>
                <a:latin typeface="Graphik LCG" pitchFamily="34" charset="0"/>
              </a:rPr>
              <a:t>Manual FastAPI serving is flexible — but you own concurrency, batching, memory, timeouts, and GPU safety.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async def does not make CPU/GPU-bound inference faster by itself.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CPU-bound preprocessing can block the event loop.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GPU inference may need a queue or semaphore to avoid VRAM OOM.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For PyTorch inference, use model.eval() and torch.inference_mode().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Load the model once at startup — never inside /predict.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Limit request size and input length.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Track p50 / p95 / p99 latency, not just the average.</a:t>
            </a:r>
          </a:p>
          <a:p>
            <a:pPr marL="285750" indent="-285750">
              <a:lnSpc>
                <a:spcPct val="106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500" dirty="0">
                <a:solidFill>
                  <a:srgbClr val="3C4043"/>
                </a:solidFill>
                <a:latin typeface="Graphik LCG" pitchFamily="34" charset="0"/>
              </a:rPr>
              <a:t>Warm up the model after loading.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954659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sz="4000" b="1" dirty="0">
                <a:solidFill>
                  <a:srgbClr val="3C4043"/>
                </a:solidFill>
                <a:effectLst/>
                <a:latin typeface="GRAPHIKLCG-SEMIBOLD" panose="020B0503030202060203" pitchFamily="34" charset="0"/>
              </a:rPr>
              <a:t>Problems of manual implementation</a:t>
            </a:r>
            <a:endParaRPr lang="en" sz="4000" b="1" spc="9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0" dirty="0"/>
              <a:t>54</a:t>
            </a:fld>
            <a:endParaRPr spc="30" dirty="0"/>
          </a:p>
        </p:txBody>
      </p:sp>
    </p:spTree>
    <p:extLst>
      <p:ext uri="{BB962C8B-B14F-4D97-AF65-F5344CB8AC3E}">
        <p14:creationId xmlns:p14="http://schemas.microsoft.com/office/powerpoint/2010/main" val="1820073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200" y="3141742"/>
            <a:ext cx="4991100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749300" marR="5080" indent="-736600">
              <a:lnSpc>
                <a:spcPts val="3900"/>
              </a:lnSpc>
              <a:spcBef>
                <a:spcPts val="580"/>
              </a:spcBef>
            </a:pPr>
            <a:r>
              <a:rPr lang="en-US" b="1" spc="70" dirty="0">
                <a:solidFill>
                  <a:srgbClr val="FAFAFA"/>
                </a:solidFill>
                <a:latin typeface="GRAPHIKLCG-SEMIBOLD" panose="020B0503030202060203" pitchFamily="34" charset="0"/>
              </a:rPr>
              <a:t>F</a:t>
            </a:r>
            <a:r>
              <a:rPr lang="en" b="1" spc="70" dirty="0" err="1">
                <a:solidFill>
                  <a:srgbClr val="FAFAFA"/>
                </a:solidFill>
                <a:latin typeface="GRAPHIKLCG-SEMIBOLD" panose="020B0503030202060203" pitchFamily="34" charset="0"/>
              </a:rPr>
              <a:t>rameworks</a:t>
            </a:r>
            <a:endParaRPr lang="ru-RU" b="1" spc="135" dirty="0">
              <a:solidFill>
                <a:srgbClr val="FAFAFA"/>
              </a:solidFill>
              <a:latin typeface="GRAPHIKLCG-SEMIBOLD" panose="020B0503030202060203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44996" y="47972"/>
            <a:ext cx="4705350" cy="4300220"/>
            <a:chOff x="7444996" y="47972"/>
            <a:chExt cx="4705350" cy="4300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4996" y="47972"/>
              <a:ext cx="4705182" cy="264884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4703" y="2588865"/>
              <a:ext cx="2305770" cy="175891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680712" cy="107465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b="1" spc="195" dirty="0">
                <a:solidFill>
                  <a:schemeClr val="tx1"/>
                </a:solidFill>
                <a:latin typeface="GRAPHIKLCG-SEMIBOLD" panose="020B0503030202060203" pitchFamily="34" charset="0"/>
              </a:rPr>
              <a:t>Frameworks for inference</a:t>
            </a:r>
            <a:endParaRPr b="1" spc="9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700" y="1981200"/>
            <a:ext cx="6515100" cy="279050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6700" marR="1231265" indent="-254000" algn="just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There are many frameworks for serving pre-trained models.</a:t>
            </a:r>
          </a:p>
          <a:p>
            <a:pPr marL="266700" marR="1231265" indent="-254000" algn="just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For simple models they require almost </a:t>
            </a:r>
            <a:r>
              <a:rPr lang="en" sz="1600" b="1" dirty="0">
                <a:solidFill>
                  <a:schemeClr val="tx1"/>
                </a:solidFill>
                <a:latin typeface="Graphik LCG" panose="020B0503030202060203" pitchFamily="34" charset="0"/>
              </a:rPr>
              <a:t>zero configuration</a:t>
            </a: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; for advanced cases they remain highly configurable.</a:t>
            </a:r>
          </a:p>
          <a:p>
            <a:pPr marL="266700" marR="1231265" indent="-254000" algn="just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b="1" dirty="0">
                <a:solidFill>
                  <a:schemeClr val="tx1"/>
                </a:solidFill>
                <a:latin typeface="Graphik LCG" panose="020B0503030202060203" pitchFamily="34" charset="0"/>
              </a:rPr>
              <a:t>The framework exposes an HTTP API</a:t>
            </a: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 for you; scaling is usually handled by the deployment platform (Kubernetes, Cloud Run, …).</a:t>
            </a:r>
          </a:p>
          <a:p>
            <a:pPr marL="266700" marR="1231265" indent="-254000" algn="just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66700" algn="l"/>
              </a:tabLst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As the developer you usually specify only: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1"/>
                </a:solidFill>
                <a:latin typeface="Graphik LCG" panose="020B0503030202060203" pitchFamily="34" charset="0"/>
              </a:rPr>
              <a:t>Input / output schema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sz="1600" b="1" dirty="0">
                <a:solidFill>
                  <a:schemeClr val="tx1"/>
                </a:solidFill>
                <a:latin typeface="Graphik LCG" panose="020B0503030202060203" pitchFamily="34" charset="0"/>
              </a:rPr>
              <a:t>Dependencies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1"/>
                </a:solidFill>
                <a:latin typeface="Graphik LCG" panose="020B0503030202060203" pitchFamily="34" charset="0"/>
              </a:rPr>
              <a:t>Optionally — any </a:t>
            </a:r>
            <a:r>
              <a:rPr lang="en" sz="1600" b="1" dirty="0">
                <a:solidFill>
                  <a:schemeClr val="tx1"/>
                </a:solidFill>
                <a:latin typeface="Graphik LCG" panose="020B0503030202060203" pitchFamily="34" charset="0"/>
              </a:rPr>
              <a:t>pre-processing, post-processing, or custom inference logic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1482" y="4787977"/>
            <a:ext cx="3512210" cy="17589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0" dirty="0"/>
              <a:t>56</a:t>
            </a:fld>
            <a:endParaRPr spc="30" dirty="0"/>
          </a:p>
        </p:txBody>
      </p:sp>
    </p:spTree>
    <p:extLst>
      <p:ext uri="{BB962C8B-B14F-4D97-AF65-F5344CB8AC3E}">
        <p14:creationId xmlns:p14="http://schemas.microsoft.com/office/powerpoint/2010/main" val="32813252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665684"/>
            <a:ext cx="4254798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3600" b="1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MLflow Models Serve</a:t>
            </a:r>
            <a:endParaRPr lang="en-US" sz="3600" b="1" dirty="0">
              <a:latin typeface="GRAPHIKLCG-SEMIBOLD" panose="020B050303020206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92" y="2616498"/>
            <a:ext cx="5020668" cy="1041896"/>
          </a:xfrm>
          <a:prstGeom prst="roundRect">
            <a:avLst>
              <a:gd name="adj" fmla="val 6667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53257" y="2616498"/>
            <a:ext cx="5037138" cy="1041896"/>
          </a:xfrm>
          <a:prstGeom prst="roundRect">
            <a:avLst>
              <a:gd name="adj" fmla="val 2381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18555" y="2740521"/>
            <a:ext cx="47065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83"/>
              </a:lnSpc>
            </a:pPr>
            <a:r>
              <a:rPr lang="en-US" sz="1292" dirty="0">
                <a:solidFill>
                  <a:srgbClr val="141414"/>
                </a:solidFill>
                <a:highlight>
                  <a:srgbClr val="D9D9D9"/>
                </a:highlight>
                <a:latin typeface="Consolas" pitchFamily="34" charset="0"/>
                <a:cs typeface="Consolas" pitchFamily="34" charset="-120"/>
              </a:rPr>
              <a:t>mlflow models serve \</a:t>
            </a:r>
          </a:p>
          <a:p>
            <a:pPr algn="l">
              <a:lnSpc>
                <a:spcPts val="2083"/>
              </a:lnSpc>
            </a:pPr>
            <a:r>
              <a:rPr lang="en-US" sz="1292" dirty="0">
                <a:solidFill>
                  <a:srgbClr val="141414"/>
                </a:solidFill>
                <a:highlight>
                  <a:srgbClr val="D9D9D9"/>
                </a:highlight>
                <a:latin typeface="Consolas" pitchFamily="34" charset="0"/>
                <a:cs typeface="Consolas" pitchFamily="34" charset="-120"/>
              </a:rPr>
              <a:t>  -m "models:/bot_classifier@champion" \</a:t>
            </a:r>
          </a:p>
          <a:p>
            <a:pPr algn="l">
              <a:lnSpc>
                <a:spcPts val="2083"/>
              </a:lnSpc>
            </a:pPr>
            <a:r>
              <a:rPr lang="en-US" sz="1292" dirty="0">
                <a:solidFill>
                  <a:srgbClr val="141414"/>
                </a:solidFill>
                <a:highlight>
                  <a:srgbClr val="D9D9D9"/>
                </a:highlight>
                <a:latin typeface="Consolas" pitchFamily="34" charset="0"/>
                <a:cs typeface="Consolas" pitchFamily="34" charset="-120"/>
              </a:rPr>
              <a:t>  --env-manager local --port 5000</a:t>
            </a:r>
          </a:p>
        </p:txBody>
      </p:sp>
      <p:sp>
        <p:nvSpPr>
          <p:cNvPr id="6" name="Text 4"/>
          <p:cNvSpPr/>
          <p:nvPr/>
        </p:nvSpPr>
        <p:spPr>
          <a:xfrm>
            <a:off x="661492" y="3844430"/>
            <a:ext cx="50206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83"/>
              </a:lnSpc>
            </a:pPr>
            <a:r>
              <a:rPr lang="en-US" sz="1292" dirty="0">
                <a:solidFill>
                  <a:srgbClr val="141414"/>
                </a:solidFill>
                <a:latin typeface="Graphik LC" pitchFamily="34" charset="0"/>
                <a:ea typeface="Graphik LC" pitchFamily="34" charset="-122"/>
                <a:cs typeface="Graphik LC" pitchFamily="34" charset="-120"/>
              </a:rPr>
              <a:t>The PyFunc interface provides a consistent contract across different frameworks, making it easy to switch between model types without changing your serving code.</a:t>
            </a:r>
            <a:endParaRPr lang="en-US" sz="1292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282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NVIDIA Triton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700" y="1981200"/>
            <a:ext cx="5143500" cy="292131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2100" marR="5080" indent="-279400" algn="just">
              <a:lnSpc>
                <a:spcPts val="1900"/>
              </a:lnSpc>
              <a:spcBef>
                <a:spcPts val="180"/>
              </a:spcBef>
              <a:buClr>
                <a:srgbClr val="0077FF"/>
              </a:buClr>
              <a:buChar char="•"/>
              <a:tabLst>
                <a:tab pos="292100" algn="l"/>
              </a:tabLst>
            </a:pPr>
            <a:r>
              <a:rPr lang="en" sz="1600" dirty="0">
                <a:latin typeface="Graphik LCG" panose="020B0503030202060203" pitchFamily="34" charset="0"/>
              </a:rPr>
              <a:t>To serve a model with Triton you need to:</a:t>
            </a:r>
          </a:p>
          <a:p>
            <a:pPr marL="571500" marR="347980" lvl="1" indent="-292100" algn="just">
              <a:lnSpc>
                <a:spcPts val="1900"/>
              </a:lnSpc>
              <a:spcBef>
                <a:spcPts val="560"/>
              </a:spcBef>
              <a:buClr>
                <a:srgbClr val="0077FF"/>
              </a:buClr>
              <a:buChar char="•"/>
              <a:tabLst>
                <a:tab pos="571500" algn="l"/>
              </a:tabLst>
            </a:pPr>
            <a:r>
              <a:rPr lang="en" sz="1600" b="1" dirty="0">
                <a:latin typeface="Graphik LCG" panose="020B0503030202060203" pitchFamily="34" charset="0"/>
              </a:rPr>
              <a:t>Convert or trace</a:t>
            </a:r>
            <a:r>
              <a:rPr lang="en" sz="1600" dirty="0">
                <a:latin typeface="Graphik LCG" panose="020B0503030202060203" pitchFamily="34" charset="0"/>
              </a:rPr>
              <a:t> the checkpoint into </a:t>
            </a:r>
            <a:r>
              <a:rPr lang="en" sz="1600" b="1" dirty="0">
                <a:latin typeface="Graphik LCG" panose="020B0503030202060203" pitchFamily="34" charset="0"/>
              </a:rPr>
              <a:t>ONNX</a:t>
            </a:r>
            <a:r>
              <a:rPr lang="en" sz="1600" dirty="0">
                <a:latin typeface="Graphik LCG" panose="020B0503030202060203" pitchFamily="34" charset="0"/>
              </a:rPr>
              <a:t> (or another format Triton supports).</a:t>
            </a:r>
          </a:p>
          <a:p>
            <a:pPr marL="571500" marR="347980" lvl="1" indent="-292100" algn="just">
              <a:lnSpc>
                <a:spcPts val="1900"/>
              </a:lnSpc>
              <a:spcBef>
                <a:spcPts val="560"/>
              </a:spcBef>
              <a:buClr>
                <a:srgbClr val="0077FF"/>
              </a:buClr>
              <a:buChar char="•"/>
              <a:tabLst>
                <a:tab pos="571500" algn="l"/>
              </a:tabLst>
            </a:pPr>
            <a:r>
              <a:rPr lang="en" sz="1600" dirty="0">
                <a:latin typeface="Graphik LCG" panose="020B0503030202060203" pitchFamily="34" charset="0"/>
              </a:rPr>
              <a:t>Assemble a </a:t>
            </a:r>
            <a:r>
              <a:rPr lang="en" sz="1600" b="1" dirty="0">
                <a:latin typeface="Graphik LCG" panose="020B0503030202060203" pitchFamily="34" charset="0"/>
              </a:rPr>
              <a:t>model repository</a:t>
            </a:r>
            <a:r>
              <a:rPr lang="en" sz="1600" dirty="0">
                <a:latin typeface="Graphik LCG" panose="020B0503030202060203" pitchFamily="34" charset="0"/>
              </a:rPr>
              <a:t> – each model gets a folder containing its </a:t>
            </a:r>
            <a:r>
              <a:rPr lang="en" sz="1600" dirty="0" err="1">
                <a:latin typeface="Graphik LCG" panose="020B0503030202060203" pitchFamily="34" charset="0"/>
              </a:rPr>
              <a:t>config.pbtxt</a:t>
            </a:r>
            <a:r>
              <a:rPr lang="en" sz="1600" dirty="0">
                <a:latin typeface="Graphik LCG" panose="020B0503030202060203" pitchFamily="34" charset="0"/>
              </a:rPr>
              <a:t> plus one or more version sub‑folders with the actual weights.</a:t>
            </a:r>
            <a:endParaRPr sz="1600" dirty="0">
              <a:latin typeface="Graphik LCG" panose="020B0503030202060203" pitchFamily="34" charset="0"/>
              <a:cs typeface="Arial"/>
            </a:endParaRPr>
          </a:p>
          <a:p>
            <a:pPr marL="571500" marR="438150" lvl="1" indent="-292100" algn="just">
              <a:lnSpc>
                <a:spcPts val="1900"/>
              </a:lnSpc>
              <a:spcBef>
                <a:spcPts val="500"/>
              </a:spcBef>
              <a:buClr>
                <a:srgbClr val="0077FF"/>
              </a:buClr>
              <a:buChar char="•"/>
              <a:tabLst>
                <a:tab pos="571500" algn="l"/>
              </a:tabLst>
            </a:pPr>
            <a:r>
              <a:rPr lang="en" sz="1600" dirty="0">
                <a:latin typeface="Graphik LCG" panose="020B0503030202060203" pitchFamily="34" charset="0"/>
              </a:rPr>
              <a:t>Launch the Triton container and point it at that repository; the server will start exposing </a:t>
            </a:r>
            <a:r>
              <a:rPr lang="en" sz="1600" dirty="0" err="1">
                <a:latin typeface="Graphik LCG" panose="020B0503030202060203" pitchFamily="34" charset="0"/>
              </a:rPr>
              <a:t>gRPC</a:t>
            </a:r>
            <a:r>
              <a:rPr lang="en" sz="1600" dirty="0">
                <a:latin typeface="Graphik LCG" panose="020B0503030202060203" pitchFamily="34" charset="0"/>
              </a:rPr>
              <a:t>/HTTP endpoints automatically.</a:t>
            </a:r>
            <a:endParaRPr sz="1600" dirty="0">
              <a:latin typeface="Graphik LCG" panose="020B0503030202060203" pitchFamily="34" charset="0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8024" y="1424612"/>
            <a:ext cx="6133975" cy="40087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30" dirty="0"/>
              <a:t>58</a:t>
            </a:fld>
            <a:endParaRPr spc="30" dirty="0"/>
          </a:p>
        </p:txBody>
      </p:sp>
    </p:spTree>
    <p:extLst>
      <p:ext uri="{BB962C8B-B14F-4D97-AF65-F5344CB8AC3E}">
        <p14:creationId xmlns:p14="http://schemas.microsoft.com/office/powerpoint/2010/main" val="2015662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993900"/>
            <a:ext cx="4746625" cy="219534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04800" indent="-292100" algn="just">
              <a:lnSpc>
                <a:spcPct val="104200"/>
              </a:lnSpc>
              <a:spcBef>
                <a:spcPts val="400"/>
              </a:spcBef>
              <a:buClr>
                <a:srgbClr val="0077FF"/>
              </a:buClr>
              <a:buChar char="•"/>
            </a:pPr>
            <a:r>
              <a:rPr lang="en" sz="1600" dirty="0">
                <a:latin typeface="Graphik LCG" pitchFamily="34" charset="0"/>
              </a:rPr>
              <a:t>A </a:t>
            </a:r>
            <a:r>
              <a:rPr lang="en" sz="1600" i="1" dirty="0">
                <a:latin typeface="Graphik LCG" pitchFamily="34" charset="0"/>
              </a:rPr>
              <a:t>model repository</a:t>
            </a:r>
            <a:r>
              <a:rPr lang="en" sz="1600" dirty="0">
                <a:latin typeface="Graphik LCG" pitchFamily="34" charset="0"/>
              </a:rPr>
              <a:t> is a directory tree Triton scans for models and their configs.</a:t>
            </a:r>
          </a:p>
          <a:p>
            <a:pPr marL="304800" indent="-292100" algn="just">
              <a:lnSpc>
                <a:spcPct val="104200"/>
              </a:lnSpc>
              <a:spcBef>
                <a:spcPts val="400"/>
              </a:spcBef>
              <a:buClr>
                <a:srgbClr val="0077FF"/>
              </a:buClr>
              <a:buChar char="•"/>
            </a:pPr>
            <a:r>
              <a:rPr lang="en" sz="1600" dirty="0">
                <a:latin typeface="Graphik LCG" pitchFamily="34" charset="0"/>
              </a:rPr>
              <a:t>Each top-level folder is one model, with version sub-folders (1, 2, 3 …) for the weights.</a:t>
            </a:r>
          </a:p>
          <a:p>
            <a:pPr marL="304800" indent="-292100" algn="just">
              <a:lnSpc>
                <a:spcPct val="104200"/>
              </a:lnSpc>
              <a:spcBef>
                <a:spcPts val="400"/>
              </a:spcBef>
              <a:buClr>
                <a:srgbClr val="0077FF"/>
              </a:buClr>
              <a:buChar char="•"/>
            </a:pPr>
            <a:r>
              <a:rPr lang="en" sz="1600" dirty="0">
                <a:latin typeface="Graphik LCG" pitchFamily="34" charset="0"/>
              </a:rPr>
              <a:t>In simple cases Triton can auto-complete parts of the model configuration.</a:t>
            </a:r>
          </a:p>
          <a:p>
            <a:pPr marL="304800" indent="-292100" algn="just">
              <a:lnSpc>
                <a:spcPct val="104200"/>
              </a:lnSpc>
              <a:spcBef>
                <a:spcPts val="400"/>
              </a:spcBef>
              <a:buClr>
                <a:srgbClr val="0077FF"/>
              </a:buClr>
              <a:buChar char="•"/>
            </a:pPr>
            <a:r>
              <a:rPr lang="en" sz="1600" dirty="0">
                <a:latin typeface="Graphik LCG" pitchFamily="34" charset="0"/>
              </a:rPr>
              <a:t>In production, write </a:t>
            </a:r>
            <a:r>
              <a:rPr lang="en" sz="1600" b="1" dirty="0">
                <a:latin typeface="Graphik LCG" pitchFamily="34" charset="0"/>
              </a:rPr>
              <a:t>config.pbtxt</a:t>
            </a:r>
            <a:r>
              <a:rPr lang="en" sz="1600" dirty="0">
                <a:latin typeface="Graphik LCG" pitchFamily="34" charset="0"/>
              </a:rPr>
              <a:t> explicitly: inputs, outputs, batching, instance groups, version policy.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4592320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b="1" dirty="0">
                <a:solidFill>
                  <a:srgbClr val="3C4043"/>
                </a:solidFill>
                <a:effectLst/>
                <a:latin typeface="GRAPHIKLCG-SEMIBOLD" panose="020B0503030202060203" pitchFamily="34" charset="0"/>
              </a:rPr>
              <a:t>Model repository</a:t>
            </a:r>
            <a:endParaRPr b="1" spc="165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5100" y="1021080"/>
            <a:ext cx="2173605" cy="1100301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700" spc="35" dirty="0">
                <a:solidFill>
                  <a:srgbClr val="DDDDDD"/>
                </a:solidFill>
                <a:latin typeface="Graphik LCG" panose="020B0503030202060203" pitchFamily="34" charset="0"/>
                <a:cs typeface="Arial"/>
              </a:rPr>
              <a:t>model_repository/</a:t>
            </a:r>
            <a:endParaRPr sz="1700" dirty="0">
              <a:latin typeface="Graphik LCG" panose="020B0503030202060203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700" spc="490" dirty="0">
                <a:solidFill>
                  <a:srgbClr val="DDDDDD"/>
                </a:solidFill>
                <a:latin typeface="Graphik LCG" panose="020B0503030202060203" pitchFamily="34" charset="0"/>
                <a:cs typeface="Arial"/>
              </a:rPr>
              <a:t>├──</a:t>
            </a:r>
            <a:r>
              <a:rPr sz="1700" spc="-20" dirty="0">
                <a:solidFill>
                  <a:srgbClr val="DDDDDD"/>
                </a:solidFill>
                <a:latin typeface="Graphik LCG" panose="020B0503030202060203" pitchFamily="34" charset="0"/>
                <a:cs typeface="Arial"/>
              </a:rPr>
              <a:t> </a:t>
            </a:r>
            <a:r>
              <a:rPr sz="1700" spc="35" dirty="0">
                <a:solidFill>
                  <a:srgbClr val="DDDDDD"/>
                </a:solidFill>
                <a:latin typeface="Graphik LCG" panose="020B0503030202060203" pitchFamily="34" charset="0"/>
                <a:cs typeface="Arial"/>
              </a:rPr>
              <a:t>text_detection</a:t>
            </a:r>
            <a:endParaRPr sz="1700" dirty="0">
              <a:latin typeface="Graphik LCG" panose="020B0503030202060203" pitchFamily="34" charset="0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7785100" y="2032000"/>
            <a:ext cx="2703829" cy="419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05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</a:t>
            </a:r>
            <a:r>
              <a:rPr spc="490" dirty="0"/>
              <a:t>├──</a:t>
            </a:r>
            <a:r>
              <a:rPr spc="-20" dirty="0"/>
              <a:t> </a:t>
            </a:r>
            <a:r>
              <a:rPr spc="-330" dirty="0"/>
              <a:t>1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  <a:tabLst>
                <a:tab pos="400050" algn="l"/>
                <a:tab pos="78740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</a:t>
            </a: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40" dirty="0"/>
              <a:t>model.onnx</a:t>
            </a:r>
          </a:p>
          <a:p>
            <a:pPr marL="12700">
              <a:lnSpc>
                <a:spcPct val="100000"/>
              </a:lnSpc>
              <a:spcBef>
                <a:spcPts val="1260"/>
              </a:spcBef>
              <a:tabLst>
                <a:tab pos="40005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</a:t>
            </a:r>
            <a:r>
              <a:rPr spc="490" dirty="0"/>
              <a:t>├──</a:t>
            </a:r>
            <a:r>
              <a:rPr spc="-20" dirty="0"/>
              <a:t> </a:t>
            </a:r>
            <a:r>
              <a:rPr spc="-50" dirty="0"/>
              <a:t>2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  <a:tabLst>
                <a:tab pos="400050" algn="l"/>
                <a:tab pos="78740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</a:t>
            </a: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40" dirty="0"/>
              <a:t>model.onnx</a:t>
            </a: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40005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75" dirty="0"/>
              <a:t>config.pbtxt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>
                <a:latin typeface="Helvetica"/>
                <a:cs typeface="Helvetica"/>
              </a:rPr>
              <a:t>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40" dirty="0"/>
              <a:t>text_recognition</a:t>
            </a:r>
          </a:p>
          <a:p>
            <a:pPr marL="241300">
              <a:lnSpc>
                <a:spcPct val="100000"/>
              </a:lnSpc>
              <a:spcBef>
                <a:spcPts val="1260"/>
              </a:spcBef>
            </a:pPr>
            <a:r>
              <a:rPr spc="490" dirty="0"/>
              <a:t>├──</a:t>
            </a:r>
            <a:r>
              <a:rPr spc="-20" dirty="0"/>
              <a:t> </a:t>
            </a:r>
            <a:r>
              <a:rPr spc="-340" dirty="0"/>
              <a:t>1</a:t>
            </a:r>
          </a:p>
          <a:p>
            <a:pPr marL="241300">
              <a:lnSpc>
                <a:spcPct val="100000"/>
              </a:lnSpc>
              <a:spcBef>
                <a:spcPts val="1360"/>
              </a:spcBef>
              <a:tabLst>
                <a:tab pos="628650" algn="l"/>
              </a:tabLst>
            </a:pPr>
            <a:r>
              <a:rPr spc="-50" dirty="0">
                <a:latin typeface="Helvetica"/>
                <a:cs typeface="Helvetica"/>
              </a:rPr>
              <a:t>│</a:t>
            </a:r>
            <a:r>
              <a:rPr dirty="0">
                <a:latin typeface="Helvetica"/>
                <a:cs typeface="Helvetica"/>
              </a:rPr>
              <a:t>	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40" dirty="0"/>
              <a:t>model.onnx</a:t>
            </a:r>
          </a:p>
          <a:p>
            <a:pPr marL="241300">
              <a:lnSpc>
                <a:spcPct val="100000"/>
              </a:lnSpc>
              <a:spcBef>
                <a:spcPts val="1060"/>
              </a:spcBef>
            </a:pPr>
            <a:r>
              <a:rPr dirty="0">
                <a:latin typeface="Helvetica"/>
                <a:cs typeface="Helvetica"/>
              </a:rPr>
              <a:t>└──</a:t>
            </a:r>
            <a:r>
              <a:rPr spc="-25" dirty="0">
                <a:latin typeface="Helvetica"/>
                <a:cs typeface="Helvetica"/>
              </a:rPr>
              <a:t> </a:t>
            </a:r>
            <a:r>
              <a:rPr spc="75" dirty="0"/>
              <a:t>config.pbtxt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5C1BA8-94DB-8A51-30EE-E3903F0C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879" y="0"/>
            <a:ext cx="6088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88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5892800" cy="5745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lang="en" b="1" dirty="0">
                <a:solidFill>
                  <a:srgbClr val="3C4043"/>
                </a:solidFill>
                <a:effectLst/>
                <a:latin typeface="GRAPHIKLCG-SEMIBOLD" panose="020B0503030202060203" pitchFamily="34" charset="0"/>
              </a:rPr>
              <a:t>Dynamic batching</a:t>
            </a:r>
            <a:endParaRPr b="1" spc="130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00" y="1602343"/>
            <a:ext cx="4902200" cy="26904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85750" indent="-285750" algn="just">
              <a:spcBef>
                <a:spcPts val="400"/>
              </a:spcBef>
              <a:buFont typeface="Arial" pitchFamily="34" charset="0"/>
              <a:buChar char="•"/>
            </a:pPr>
            <a:r>
              <a:rPr lang="en" sz="1600" b="1" dirty="0">
                <a:latin typeface="Graphik LCG" pitchFamily="34" charset="0"/>
              </a:rPr>
              <a:t>Dynamic batching</a:t>
            </a:r>
            <a:r>
              <a:rPr lang="en" sz="1600" dirty="0">
                <a:latin typeface="Graphik LCG" pitchFamily="34" charset="0"/>
              </a:rPr>
              <a:t> groups incoming requests into a single batch.</a:t>
            </a:r>
          </a:p>
          <a:p>
            <a:pPr marL="285750" indent="-285750" algn="just">
              <a:spcBef>
                <a:spcPts val="400"/>
              </a:spcBef>
              <a:buFont typeface="Arial" pitchFamily="34" charset="0"/>
              <a:buChar char="•"/>
            </a:pPr>
            <a:r>
              <a:rPr lang="en" sz="1600" dirty="0">
                <a:latin typeface="Graphik LCG" pitchFamily="34" charset="0"/>
              </a:rPr>
              <a:t>It primarily improves </a:t>
            </a:r>
            <a:r>
              <a:rPr lang="en" sz="1600" b="1" dirty="0">
                <a:latin typeface="Graphik LCG" pitchFamily="34" charset="0"/>
              </a:rPr>
              <a:t>throughput</a:t>
            </a:r>
            <a:r>
              <a:rPr lang="en" sz="1600" dirty="0">
                <a:latin typeface="Graphik LCG" pitchFamily="34" charset="0"/>
              </a:rPr>
              <a:t> and hardware utilization.</a:t>
            </a:r>
          </a:p>
          <a:p>
            <a:pPr marL="285750" indent="-285750" algn="just">
              <a:spcBef>
                <a:spcPts val="400"/>
              </a:spcBef>
              <a:buFont typeface="Arial" pitchFamily="34" charset="0"/>
              <a:buChar char="•"/>
            </a:pPr>
            <a:r>
              <a:rPr lang="en" sz="1600" dirty="0">
                <a:latin typeface="Graphik LCG" pitchFamily="34" charset="0"/>
              </a:rPr>
              <a:t>It can improve latency under load — but aggressive queue delay hurts </a:t>
            </a:r>
            <a:r>
              <a:rPr lang="en" sz="1600" b="1" dirty="0">
                <a:latin typeface="Graphik LCG" pitchFamily="34" charset="0"/>
              </a:rPr>
              <a:t>p99 latency</a:t>
            </a:r>
            <a:r>
              <a:rPr lang="en" sz="1600" dirty="0">
                <a:latin typeface="Graphik LCG" pitchFamily="34" charset="0"/>
              </a:rPr>
              <a:t>.</a:t>
            </a:r>
          </a:p>
          <a:p>
            <a:pPr marL="285750" indent="-285750" algn="just">
              <a:spcBef>
                <a:spcPts val="400"/>
              </a:spcBef>
              <a:buFont typeface="Arial" pitchFamily="34" charset="0"/>
              <a:buChar char="•"/>
            </a:pPr>
            <a:r>
              <a:rPr lang="en" sz="1600" dirty="0">
                <a:latin typeface="Graphik LCG" pitchFamily="34" charset="0"/>
              </a:rPr>
              <a:t>Key params: </a:t>
            </a:r>
            <a:r>
              <a:rPr lang="en" sz="1600" b="1" dirty="0">
                <a:latin typeface="Graphik LCG" pitchFamily="34" charset="0"/>
              </a:rPr>
              <a:t>max_batch_size</a:t>
            </a:r>
            <a:r>
              <a:rPr lang="en" sz="1600" dirty="0">
                <a:latin typeface="Graphik LCG" pitchFamily="34" charset="0"/>
              </a:rPr>
              <a:t> and </a:t>
            </a:r>
            <a:r>
              <a:rPr lang="en" sz="1600" b="1" dirty="0">
                <a:latin typeface="Graphik LCG" pitchFamily="34" charset="0"/>
              </a:rPr>
              <a:t>max_queue_delay_microseconds</a:t>
            </a:r>
            <a:r>
              <a:rPr lang="en" sz="1600" dirty="0">
                <a:latin typeface="Graphik LCG" pitchFamily="34" charset="0"/>
              </a:rPr>
              <a:t>.</a:t>
            </a:r>
          </a:p>
          <a:p>
            <a:pPr marL="285750" indent="-285750" algn="just">
              <a:spcBef>
                <a:spcPts val="400"/>
              </a:spcBef>
              <a:buFont typeface="Arial" pitchFamily="34" charset="0"/>
              <a:buChar char="•"/>
            </a:pPr>
            <a:r>
              <a:rPr lang="en" sz="1600" dirty="0">
                <a:latin typeface="Graphik LCG" pitchFamily="34" charset="0"/>
              </a:rPr>
              <a:t>Typically for stateless models; pairs well with multiple model instances (GPUs / servers).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174" y="1212790"/>
            <a:ext cx="6144825" cy="34640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6649673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210667"/>
            <a:ext cx="6778526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3250" b="1" dirty="0">
                <a:solidFill>
                  <a:schemeClr val="tx1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Inference Framework Comparison</a:t>
            </a:r>
            <a:endParaRPr lang="en-US" sz="3250" b="1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  <p:graphicFrame>
        <p:nvGraphicFramePr>
          <p:cNvPr id="43" name="Таблица 42">
            <a:extLst>
              <a:ext uri="{FF2B5EF4-FFF2-40B4-BE49-F238E27FC236}">
                <a16:creationId xmlns:a16="http://schemas.microsoft.com/office/drawing/2014/main" id="{F8A8BC7B-56E3-8547-AD42-135D49DAA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165357"/>
              </p:ext>
            </p:extLst>
          </p:nvPr>
        </p:nvGraphicFramePr>
        <p:xfrm>
          <a:off x="660400" y="1905000"/>
          <a:ext cx="10439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67484206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4895771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63514556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Graphik LCG"/>
                        </a:rPr>
                        <a:t>Category</a:t>
                      </a:r>
                    </a:p>
                  </a:txBody>
                  <a:tcPr anchor="ctr"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Graphik LCG"/>
                        </a:rPr>
                        <a:t>Tools</a:t>
                      </a:r>
                    </a:p>
                  </a:txBody>
                  <a:tcPr anchor="ctr"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Graphik LCG"/>
                        </a:rPr>
                        <a:t>What they solve</a:t>
                      </a:r>
                    </a:p>
                  </a:txBody>
                  <a:tcPr anchor="ctr">
                    <a:solidFill>
                      <a:srgbClr val="1F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434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Custom HTTP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API contract, custom logic — our course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21227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Model package / demo serve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MLflow Models Serve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Quick validation of a registered model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806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Tensor / GPU inference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NVIDIA Triton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ONNX/TensorRT/Python backend, batching, model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037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LLM serving runtime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vLLM, TGI, SGLang, llama.cpp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Generation, KV-cache, OpenAI-compatible APIs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60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Python service packaging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BentoML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Service abstraction and packaging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40833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F2430"/>
                          </a:solidFill>
                          <a:latin typeface="Graphik LCG"/>
                        </a:rPr>
                        <a:t>Kubernetes serving platform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0A6FB8"/>
                          </a:solidFill>
                          <a:latin typeface="Graphik LCG"/>
                        </a:rPr>
                        <a:t>KServe, Seldon, Ray Serve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3C4043"/>
                          </a:solidFill>
                          <a:latin typeface="Graphik LCG"/>
                        </a:rPr>
                        <a:t>Rollout, autoscaling, routing, canary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0478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B23B3B"/>
                          </a:solidFill>
                          <a:latin typeface="Graphik LCG"/>
                        </a:rPr>
                        <a:t>Legacy PyTorch serving</a:t>
                      </a:r>
                    </a:p>
                  </a:txBody>
                  <a:tcPr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B23B3B"/>
                          </a:solidFill>
                          <a:latin typeface="Graphik LCG"/>
                        </a:rPr>
                        <a:t>TorchServe</a:t>
                      </a:r>
                    </a:p>
                  </a:txBody>
                  <a:tcPr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dirty="0">
                          <a:solidFill>
                            <a:srgbClr val="9A6A6A"/>
                          </a:solidFill>
                          <a:latin typeface="Graphik LCG"/>
                        </a:rPr>
                        <a:t>Legacy — </a:t>
                      </a:r>
                      <a:r>
                        <a:rPr lang="ru-RU" sz="1300" b="0" dirty="0" err="1">
                          <a:solidFill>
                            <a:srgbClr val="9A6A6A"/>
                          </a:solidFill>
                          <a:latin typeface="Graphik LCG"/>
                        </a:rPr>
                        <a:t>limited</a:t>
                      </a:r>
                      <a:r>
                        <a:rPr lang="ru-RU" sz="1300" b="0" dirty="0">
                          <a:solidFill>
                            <a:srgbClr val="9A6A6A"/>
                          </a:solidFill>
                          <a:latin typeface="Graphik LCG"/>
                        </a:rPr>
                        <a:t> </a:t>
                      </a:r>
                      <a:r>
                        <a:rPr lang="ru-RU" sz="1300" b="0" dirty="0" err="1">
                          <a:solidFill>
                            <a:srgbClr val="9A6A6A"/>
                          </a:solidFill>
                          <a:latin typeface="Graphik LCG"/>
                        </a:rPr>
                        <a:t>maintenance</a:t>
                      </a:r>
                      <a:endParaRPr lang="ru-RU" sz="1300" b="0" dirty="0">
                        <a:solidFill>
                          <a:srgbClr val="9A6A6A"/>
                        </a:solidFill>
                        <a:latin typeface="Graphik LCG"/>
                      </a:endParaRPr>
                    </a:p>
                  </a:txBody>
                  <a:tcPr anchor="ctr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202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400" y="1727200"/>
            <a:ext cx="10020935" cy="239129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lvl="1">
              <a:lnSpc>
                <a:spcPct val="132000"/>
              </a:lnSpc>
              <a:spcBef>
                <a:spcPts val="20"/>
              </a:spcBef>
              <a:buClr>
                <a:srgbClr val="0077FF"/>
              </a:buClr>
              <a:tabLst>
                <a:tab pos="266700" algn="l"/>
              </a:tabLst>
            </a:pPr>
            <a:r>
              <a:rPr lang="en" sz="1700" dirty="0">
                <a:latin typeface="Graphik LCG" panose="020B0503030202060203" pitchFamily="34" charset="0"/>
              </a:rPr>
              <a:t>• A checkpoint is not a deployable package — ship weights, code, preprocessing, config, dependencies, schema and tests.</a:t>
            </a:r>
            <a:br>
              <a:rPr lang="en" sz="1700" dirty="0">
                <a:latin typeface="Graphik LCG" panose="020B0503030202060203" pitchFamily="34" charset="0"/>
              </a:rPr>
            </a:br>
            <a:r>
              <a:rPr lang="en" sz="1700" dirty="0">
                <a:latin typeface="Graphik LCG" panose="020B0503030202060203" pitchFamily="34" charset="0"/>
              </a:rPr>
              <a:t>• MLflow Registry aliases/tags select the champion; always log the resolved concrete version.</a:t>
            </a:r>
            <a:br>
              <a:rPr lang="en" sz="1700" dirty="0">
                <a:latin typeface="Graphik LCG" panose="020B0503030202060203" pitchFamily="34" charset="0"/>
              </a:rPr>
            </a:br>
            <a:r>
              <a:rPr lang="en" sz="1700" dirty="0">
                <a:latin typeface="Graphik LCG" panose="020B0503030202060203" pitchFamily="34" charset="0"/>
              </a:rPr>
              <a:t>• REST / OpenAPI suits course-facing APIs; gRPC suits internal typed interfaces and streaming.</a:t>
            </a:r>
            <a:br>
              <a:rPr lang="en" sz="1700" dirty="0">
                <a:latin typeface="Graphik LCG" panose="020B0503030202060203" pitchFamily="34" charset="0"/>
              </a:rPr>
            </a:br>
            <a:r>
              <a:rPr lang="en" sz="1700" dirty="0">
                <a:latin typeface="Graphik LCG" panose="020B0503030202060203" pitchFamily="34" charset="0"/>
              </a:rPr>
              <a:t>• A production-shaped FastAPI service has lifespan, /health, /ready, /predict and /metrics — on the stable /predict contract.</a:t>
            </a:r>
            <a:br>
              <a:rPr lang="en" sz="1700" dirty="0">
                <a:latin typeface="Graphik LCG" panose="020B0503030202060203" pitchFamily="34" charset="0"/>
              </a:rPr>
            </a:br>
            <a:r>
              <a:rPr lang="en" sz="1700" dirty="0">
                <a:latin typeface="Graphik LCG" panose="020B0503030202060203" pitchFamily="34" charset="0"/>
              </a:rPr>
              <a:t>• Inference runtimes (NVIDIA Triton, vLLM) are not the same as serving platforms (KServe, Ray Serve).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416906" y="6377368"/>
            <a:ext cx="234315" cy="19813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596900"/>
            <a:ext cx="627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" sz="4000" b="1" dirty="0">
                <a:solidFill>
                  <a:schemeClr val="tx1"/>
                </a:solidFill>
                <a:latin typeface="GRAPHIKLCG-SEMIBOLD" panose="020B0503030202060203" pitchFamily="34" charset="0"/>
              </a:rPr>
              <a:t>Lecture Takeaways</a:t>
            </a:r>
            <a:endParaRPr sz="4000" b="1" spc="125" dirty="0">
              <a:solidFill>
                <a:schemeClr val="tx1"/>
              </a:solidFill>
              <a:latin typeface="GRAPHIKLCG-SEMIBOLD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549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844179"/>
            <a:ext cx="665569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42"/>
              </a:lnSpc>
            </a:pPr>
            <a:r>
              <a:rPr lang="en-US" sz="4000" b="1" dirty="0">
                <a:solidFill>
                  <a:srgbClr val="141414"/>
                </a:solidFill>
                <a:latin typeface="GRAPHIKLCG-SEMIBOLD" panose="020B0503030202060203" pitchFamily="34" charset="0"/>
                <a:ea typeface="Graphik LC Semi Bold" pitchFamily="34" charset="-122"/>
                <a:cs typeface="Graphik LC Semi Bold" pitchFamily="34" charset="-120"/>
              </a:rPr>
              <a:t>Practice / Homework Assignment</a:t>
            </a:r>
            <a:endParaRPr lang="en-US" sz="4000" b="1" dirty="0">
              <a:latin typeface="GRAPHIKLCG-SEMIBOLD" panose="020B050303020206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92" y="2691607"/>
            <a:ext cx="10444758" cy="3695700"/>
          </a:xfrm>
          <a:prstGeom prst="roundRect">
            <a:avLst>
              <a:gd name="adj" fmla="val 2991"/>
            </a:avLst>
          </a:prstGeom>
          <a:noFill/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50900" y="2870200"/>
            <a:ext cx="10071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en-US" sz="1500" b="1" dirty="0">
                <a:solidFill>
                  <a:srgbClr val="0A84C9"/>
                </a:solidFill>
                <a:latin typeface="GRAPHIKLCG-SEMIBOLD" pitchFamily="34" charset="0"/>
              </a:rPr>
              <a:t>Goal: serve the MLflow champion behind the course /predict API.</a:t>
            </a:r>
          </a:p>
        </p:txBody>
      </p:sp>
      <p:sp>
        <p:nvSpPr>
          <p:cNvPr id="5" name="Text 3"/>
          <p:cNvSpPr/>
          <p:nvPr/>
        </p:nvSpPr>
        <p:spPr>
          <a:xfrm>
            <a:off x="850900" y="3225800"/>
            <a:ext cx="10071100" cy="27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Load models:/bot_classifier@champion from MLflow once at startup (FastAPI lifespan).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Preserve the real IncomingMessage → Prediction schema.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/health returns 200; /ready returns the model name and resolved version.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/predict returns is_bot_probability in [0, 1].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Tests: valid request → 200, invalid UUID → 422, probability in range.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Log request_id, model_name, model_version, latency_ms, status_code.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Do not log raw user text by default.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Measure p50 / p95 latency over 20 repeated requests.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Add a smoke-test curl command to the README.</a:t>
            </a:r>
          </a:p>
          <a:p>
            <a:pPr marL="228600" indent="-228600" algn="l">
              <a:lnSpc>
                <a:spcPct val="104000"/>
              </a:lnSpc>
              <a:spcBef>
                <a:spcPts val="380"/>
              </a:spcBef>
              <a:buFont typeface="Arial" pitchFamily="34" charset="0"/>
              <a:buChar char="•"/>
            </a:pPr>
            <a:r>
              <a:rPr lang="en-US" sz="1300" dirty="0">
                <a:solidFill>
                  <a:srgbClr val="141414"/>
                </a:solidFill>
                <a:latin typeface="Graphik LC" pitchFamily="34" charset="0"/>
              </a:rPr>
              <a:t>Add a Dockerfile and compose.yaml for local run.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948" y="190500"/>
            <a:ext cx="704553" cy="4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AAB7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Другая 6">
      <a:dk1>
        <a:srgbClr val="141414"/>
      </a:dk1>
      <a:lt1>
        <a:srgbClr val="E6E6E6"/>
      </a:lt1>
      <a:dk2>
        <a:srgbClr val="FAFAFA"/>
      </a:dk2>
      <a:lt2>
        <a:srgbClr val="5D5D5D"/>
      </a:lt2>
      <a:accent1>
        <a:srgbClr val="00A651"/>
      </a:accent1>
      <a:accent2>
        <a:srgbClr val="7759FF"/>
      </a:accent2>
      <a:accent3>
        <a:srgbClr val="FF662C"/>
      </a:accent3>
      <a:accent4>
        <a:srgbClr val="E3FF7C"/>
      </a:accent4>
      <a:accent5>
        <a:srgbClr val="FE68B9"/>
      </a:accent5>
      <a:accent6>
        <a:srgbClr val="2CB9FF"/>
      </a:accent6>
      <a:hlink>
        <a:srgbClr val="06A2F1"/>
      </a:hlink>
      <a:folHlink>
        <a:srgbClr val="06A2F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D769D8-B5D0-8F43-815C-72B25254C66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5da94ab-8d9c-4769-a800-c30ba30ec5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4350</Words>
  <Application>Microsoft Macintosh PowerPoint</Application>
  <PresentationFormat>Широкоэкранный</PresentationFormat>
  <Paragraphs>712</Paragraphs>
  <Slides>63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63</vt:i4>
      </vt:variant>
    </vt:vector>
  </HeadingPairs>
  <TitlesOfParts>
    <vt:vector size="81" baseType="lpstr">
      <vt:lpstr>Arial</vt:lpstr>
      <vt:lpstr>Consolas</vt:lpstr>
      <vt:lpstr>Courier New</vt:lpstr>
      <vt:lpstr>Graphik LC</vt:lpstr>
      <vt:lpstr>Graphik LC Medium</vt:lpstr>
      <vt:lpstr>Graphik LC Regular</vt:lpstr>
      <vt:lpstr>Graphik LC Semibold</vt:lpstr>
      <vt:lpstr>Graphik LCG</vt:lpstr>
      <vt:lpstr>GRAPHIKLCG-SEMIBOLD</vt:lpstr>
      <vt:lpstr>Helvetica</vt:lpstr>
      <vt:lpstr>Monaco</vt:lpstr>
      <vt:lpstr>Ofform</vt:lpstr>
      <vt:lpstr>STIX Two Math Regular</vt:lpstr>
      <vt:lpstr>Times New Roman</vt:lpstr>
      <vt:lpstr>Office Theme</vt:lpstr>
      <vt:lpstr>1_Office Theme</vt:lpstr>
      <vt:lpstr>2_Office Theme</vt:lpstr>
      <vt:lpstr>3_Office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Model Lifecycle</vt:lpstr>
      <vt:lpstr>Model Usage Scenarios</vt:lpstr>
      <vt:lpstr>Model Usage Scenarios</vt:lpstr>
      <vt:lpstr>Model Usage Scenarios</vt:lpstr>
      <vt:lpstr>Integration Approaches</vt:lpstr>
      <vt:lpstr>Docker compose</vt:lpstr>
      <vt:lpstr>Docker compose: commands</vt:lpstr>
      <vt:lpstr>Docker compose: example</vt:lpstr>
      <vt:lpstr>Docker compose: example</vt:lpstr>
      <vt:lpstr>Compose vs production orchestration</vt:lpstr>
      <vt:lpstr>Презентация PowerPoint</vt:lpstr>
      <vt:lpstr>REST/HTTP and gRPC</vt:lpstr>
      <vt:lpstr>HTTP</vt:lpstr>
      <vt:lpstr>HTTP</vt:lpstr>
      <vt:lpstr>HTTP CRUD</vt:lpstr>
      <vt:lpstr>REST</vt:lpstr>
      <vt:lpstr>REST API</vt:lpstr>
      <vt:lpstr>Protobuf</vt:lpstr>
      <vt:lpstr>Protobuf</vt:lpstr>
      <vt:lpstr>gRPC</vt:lpstr>
      <vt:lpstr>gRPC</vt:lpstr>
      <vt:lpstr>REST/HTTP vs gRPC</vt:lpstr>
      <vt:lpstr>Deployment: FastAPI</vt:lpstr>
      <vt:lpstr>FastAPI: quick start </vt:lpstr>
      <vt:lpstr>FastAPI: quick start </vt:lpstr>
      <vt:lpstr>FastAPI: Swagger</vt:lpstr>
      <vt:lpstr>Pydantic</vt:lpstr>
      <vt:lpstr>Презентация PowerPoint</vt:lpstr>
      <vt:lpstr>Презентация PowerPoint</vt:lpstr>
      <vt:lpstr>Problems of manual implementation</vt:lpstr>
      <vt:lpstr>Frameworks</vt:lpstr>
      <vt:lpstr>Frameworks for inference</vt:lpstr>
      <vt:lpstr>Презентация PowerPoint</vt:lpstr>
      <vt:lpstr>NVIDIA Triton</vt:lpstr>
      <vt:lpstr>Model repository</vt:lpstr>
      <vt:lpstr>Dynamic batching</vt:lpstr>
      <vt:lpstr>Презентация PowerPoint</vt:lpstr>
      <vt:lpstr>Lecture Takeaways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lecture_07_cu_deployment</dc:title>
  <dc:subject/>
  <dc:creator/>
  <cp:keywords/>
  <dc:description/>
  <cp:lastModifiedBy>Novikov Maxim</cp:lastModifiedBy>
  <cp:revision>29</cp:revision>
  <dcterms:created xsi:type="dcterms:W3CDTF">2025-07-14T22:00:19Z</dcterms:created>
  <dcterms:modified xsi:type="dcterms:W3CDTF">2026-06-23T04:45:16Z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2025-03-19T10:00:00Z</vt:filetime>
  </property>
  <property fmtid="{D5CDD505-2E9C-101B-9397-08002B2CF9AE}" pid="3" name="Creator">
    <vt:lpwstr>Keynote</vt:lpwstr>
  </property>
  <property fmtid="{D5CDD505-2E9C-101B-9397-08002B2CF9AE}" pid="4" name="LastSaved">
    <vt:filetime>2025-07-14T10:00:00Z</vt:filetime>
  </property>
  <property fmtid="{D5CDD505-2E9C-101B-9397-08002B2CF9AE}" pid="5" name="Producer">
    <vt:lpwstr>macOS Version 14.6.1 (Build 23G93) Quartz PDFContext</vt:lpwstr>
  </property>
</Properties>
</file>